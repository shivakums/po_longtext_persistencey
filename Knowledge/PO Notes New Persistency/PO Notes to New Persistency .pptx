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webextensions/taskpanes.xml" ContentType="application/vnd.ms-office.webextensiontaskpanes+xml"/>
  <Override PartName="/ppt/webextensions/webextension1.xml" ContentType="application/vnd.ms-office.webextension+xml"/>
  <Override PartName="/ppt/webextensions/webextension2.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customXml/itemProps17.xml" ContentType="application/vnd.openxmlformats-officedocument.customXmlProperties+xml"/>
  <Override PartName="/customXml/itemProps18.xml" ContentType="application/vnd.openxmlformats-officedocument.customXmlProperties+xml"/>
  <Override PartName="/customXml/itemProps19.xml" ContentType="application/vnd.openxmlformats-officedocument.customXmlProperties+xml"/>
  <Override PartName="/customXml/itemProps20.xml" ContentType="application/vnd.openxmlformats-officedocument.customXmlProperties+xml"/>
  <Override PartName="/customXml/itemProps21.xml" ContentType="application/vnd.openxmlformats-officedocument.customXmlProperties+xml"/>
  <Override PartName="/customXml/itemProps22.xml" ContentType="application/vnd.openxmlformats-officedocument.customXmlProperties+xml"/>
  <Override PartName="/customXml/itemProps23.xml" ContentType="application/vnd.openxmlformats-officedocument.customXmlProperties+xml"/>
  <Override PartName="/customXml/itemProps24.xml" ContentType="application/vnd.openxmlformats-officedocument.customXmlProperties+xml"/>
  <Override PartName="/customXml/itemProps25.xml" ContentType="application/vnd.openxmlformats-officedocument.customXmlProperties+xml"/>
  <Override PartName="/customXml/itemProps26.xml" ContentType="application/vnd.openxmlformats-officedocument.customXmlProperties+xml"/>
  <Override PartName="/customXml/itemProps27.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7" Type="http://schemas.microsoft.com/office/2020/02/relationships/classificationlabels" Target="docMetadata/LabelInfo.xml"/><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733" r:id="rId28"/>
  </p:sldMasterIdLst>
  <p:notesMasterIdLst>
    <p:notesMasterId r:id="rId41"/>
  </p:notesMasterIdLst>
  <p:handoutMasterIdLst>
    <p:handoutMasterId r:id="rId42"/>
  </p:handoutMasterIdLst>
  <p:sldIdLst>
    <p:sldId id="2213" r:id="rId29"/>
    <p:sldId id="2175" r:id="rId30"/>
    <p:sldId id="2128" r:id="rId31"/>
    <p:sldId id="2240" r:id="rId32"/>
    <p:sldId id="2241" r:id="rId33"/>
    <p:sldId id="2242" r:id="rId34"/>
    <p:sldId id="2243" r:id="rId35"/>
    <p:sldId id="2244" r:id="rId36"/>
    <p:sldId id="2245" r:id="rId37"/>
    <p:sldId id="2246" r:id="rId38"/>
    <p:sldId id="2247" r:id="rId39"/>
    <p:sldId id="2216" r:id="rId40"/>
  </p:sldIdLst>
  <p:sldSz cx="12195175" cy="6858000"/>
  <p:notesSz cx="6858000" cy="9144000"/>
  <p:embeddedFontLst>
    <p:embeddedFont>
      <p:font typeface="72 Brand" panose="020B0604020202020204" charset="0"/>
      <p:regular r:id="rId43"/>
      <p:bold r:id="rId44"/>
      <p:italic r:id="rId45"/>
      <p:boldItalic r:id="rId46"/>
    </p:embeddedFont>
    <p:embeddedFont>
      <p:font typeface="72 Brand Medium" panose="020B0604020202020204" charset="0"/>
      <p:regular r:id="rId47"/>
      <p:italic r:id="rId48"/>
    </p:embeddedFont>
  </p:embeddedFontLst>
  <p:custDataLst>
    <p:tags r:id="rId49"/>
  </p:custDataLst>
  <p:defaultTextStyle>
    <a:defPPr>
      <a:defRPr lang="de-DE"/>
    </a:defPPr>
    <a:lvl1pPr marL="0" algn="l" defTabSz="1088776" rtl="0" eaLnBrk="1" latinLnBrk="0" hangingPunct="1">
      <a:defRPr lang="de-DE" sz="2100" kern="1200">
        <a:solidFill>
          <a:schemeClr val="tx1"/>
        </a:solidFill>
        <a:latin typeface="Arial"/>
        <a:ea typeface="+mn-ea"/>
        <a:cs typeface="+mn-cs"/>
      </a:defRPr>
    </a:lvl1pPr>
    <a:lvl2pPr marL="544388" algn="l" defTabSz="1088776" rtl="0" eaLnBrk="1" latinLnBrk="0" hangingPunct="1">
      <a:buClr>
        <a:srgbClr val="FDB913"/>
      </a:buClr>
      <a:buSzPct val="100000"/>
      <a:buFont typeface="wingdings"/>
      <a:buChar char=""/>
      <a:defRPr lang="de-DE" sz="2100" kern="1200">
        <a:solidFill>
          <a:schemeClr val="tx1"/>
        </a:solidFill>
        <a:latin typeface="Arial"/>
        <a:ea typeface="+mn-ea"/>
        <a:cs typeface="+mn-cs"/>
      </a:defRPr>
    </a:lvl2pPr>
    <a:lvl3pPr marL="1088776" algn="l" defTabSz="1088776" rtl="0" eaLnBrk="1" latinLnBrk="0" hangingPunct="1">
      <a:buClr>
        <a:srgbClr val="666666"/>
      </a:buClr>
      <a:buSzPct val="80000"/>
      <a:buFont typeface="Wingdings"/>
      <a:buChar char="n"/>
      <a:defRPr lang="de-DE" sz="1700" kern="1200">
        <a:solidFill>
          <a:schemeClr val="tx1"/>
        </a:solidFill>
        <a:latin typeface="Arial"/>
        <a:ea typeface="+mn-ea"/>
        <a:cs typeface="+mn-cs"/>
      </a:defRPr>
    </a:lvl3pPr>
    <a:lvl4pPr marL="1633164" algn="l" defTabSz="1088776" rtl="0" eaLnBrk="1" latinLnBrk="0" hangingPunct="1">
      <a:buClr>
        <a:srgbClr val="666666"/>
      </a:buClr>
      <a:buSzPct val="80000"/>
      <a:buFont typeface="Arial"/>
      <a:buChar char=""/>
      <a:defRPr lang="de-DE" sz="1400" kern="1200">
        <a:solidFill>
          <a:schemeClr val="tx1"/>
        </a:solidFill>
        <a:latin typeface="Arial"/>
        <a:ea typeface="+mn-ea"/>
        <a:cs typeface="+mn-cs"/>
      </a:defRPr>
    </a:lvl4pPr>
    <a:lvl5pPr marL="2177552" algn="l" defTabSz="1088776" rtl="0" eaLnBrk="1" latinLnBrk="0" hangingPunct="1">
      <a:buClr>
        <a:srgbClr val="666666"/>
      </a:buClr>
      <a:buSzPct val="80000"/>
      <a:buFont typeface="Arial"/>
      <a:buChar char=""/>
      <a:defRPr lang="de-DE" sz="1200" kern="1200">
        <a:solidFill>
          <a:schemeClr val="tx1"/>
        </a:solidFill>
        <a:latin typeface="Arial"/>
        <a:ea typeface="+mn-ea"/>
        <a:cs typeface="+mn-cs"/>
      </a:defRPr>
    </a:lvl5pPr>
    <a:lvl6pPr marL="2721940" algn="l" defTabSz="1088776" rtl="0" eaLnBrk="1" latinLnBrk="0" hangingPunct="1">
      <a:defRPr sz="2100" kern="1200">
        <a:solidFill>
          <a:schemeClr val="tx1"/>
        </a:solidFill>
        <a:latin typeface="+mn-lt"/>
        <a:ea typeface="+mn-ea"/>
        <a:cs typeface="+mn-cs"/>
      </a:defRPr>
    </a:lvl6pPr>
    <a:lvl7pPr marL="3266328" algn="l" defTabSz="1088776" rtl="0" eaLnBrk="1" latinLnBrk="0" hangingPunct="1">
      <a:defRPr sz="2100" kern="1200">
        <a:solidFill>
          <a:schemeClr val="tx1"/>
        </a:solidFill>
        <a:latin typeface="+mn-lt"/>
        <a:ea typeface="+mn-ea"/>
        <a:cs typeface="+mn-cs"/>
      </a:defRPr>
    </a:lvl7pPr>
    <a:lvl8pPr marL="3810716" algn="l" defTabSz="1088776" rtl="0" eaLnBrk="1" latinLnBrk="0" hangingPunct="1">
      <a:defRPr sz="2100" kern="1200">
        <a:solidFill>
          <a:schemeClr val="tx1"/>
        </a:solidFill>
        <a:latin typeface="+mn-lt"/>
        <a:ea typeface="+mn-ea"/>
        <a:cs typeface="+mn-cs"/>
      </a:defRPr>
    </a:lvl8pPr>
    <a:lvl9pPr marL="4355104" algn="l" defTabSz="1088776" rtl="0" eaLnBrk="1" latinLnBrk="0" hangingPunct="1">
      <a:defRPr sz="2100" kern="1200">
        <a:solidFill>
          <a:schemeClr val="tx1"/>
        </a:solidFill>
        <a:latin typeface="+mn-lt"/>
        <a:ea typeface="+mn-ea"/>
        <a:cs typeface="+mn-cs"/>
      </a:defRPr>
    </a:lvl9pPr>
  </p:defaultTextStyle>
  <p:extLs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CEDF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03556BB-2C2D-FD47-7391-960167104882}" v="107" dt="2026-06-03T15:52:52.643"/>
  </p1510:revLst>
</p1510:revInfo>
</file>

<file path=ppt/tableStyles.xml><?xml version="1.0" encoding="utf-8"?>
<a:tblStyleLst xmlns:a="http://schemas.openxmlformats.org/drawingml/2006/main" def="{2D5ABB26-0587-4C30-8999-92F81FD0307C}">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C083E6E3-FA7D-4D7B-A595-EF9225AFEA82}" styleName="Light Style 1 - Accent 3">
    <a:wholeTbl>
      <a:tcTxStyle>
        <a:fontRef idx="minor">
          <a:scrgbClr r="0" g="0" b="0"/>
        </a:fontRef>
        <a:schemeClr val="tx1"/>
      </a:tcTxStyle>
      <a:tcStyle>
        <a:tcBdr>
          <a:left>
            <a:ln>
              <a:noFill/>
            </a:ln>
          </a:left>
          <a:right>
            <a:ln>
              <a:noFill/>
            </a:ln>
          </a:right>
          <a:top>
            <a:ln w="12700" cmpd="sng">
              <a:solidFill>
                <a:schemeClr val="accent3"/>
              </a:solidFill>
            </a:ln>
          </a:top>
          <a:bottom>
            <a:ln w="12700" cmpd="sng">
              <a:solidFill>
                <a:schemeClr val="accent3"/>
              </a:solidFill>
            </a:ln>
          </a:bottom>
          <a:insideH>
            <a:ln>
              <a:noFill/>
            </a:ln>
          </a:insideH>
          <a:insideV>
            <a:ln>
              <a:noFill/>
            </a:ln>
          </a:insideV>
        </a:tcBdr>
        <a:fill>
          <a:noFill/>
        </a:fill>
      </a:tcStyle>
    </a:wholeTbl>
    <a:band1H>
      <a:tcStyle>
        <a:tcBdr/>
        <a:fill>
          <a:solidFill>
            <a:schemeClr val="accent3">
              <a:alpha val="20000"/>
            </a:schemeClr>
          </a:solidFill>
        </a:fill>
      </a:tcStyle>
    </a:band1H>
    <a:band2H>
      <a:tcStyle>
        <a:tcBdr/>
      </a:tcStyle>
    </a:band2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12700" cmpd="sng">
              <a:solidFill>
                <a:schemeClr val="accent3"/>
              </a:solidFill>
            </a:ln>
          </a:top>
        </a:tcBdr>
        <a:fill>
          <a:noFill/>
        </a:fill>
      </a:tcStyle>
    </a:lastRow>
    <a:firstRow>
      <a:tcTxStyle b="on"/>
      <a:tcStyle>
        <a:tcBdr>
          <a:bottom>
            <a:ln w="12700" cmpd="sng">
              <a:solidFill>
                <a:schemeClr val="accent3"/>
              </a:solidFill>
            </a:ln>
          </a:bottom>
        </a:tcBdr>
        <a:fill>
          <a:no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customXml" Target="../customXml/item13.xml"/><Relationship Id="rId18" Type="http://schemas.openxmlformats.org/officeDocument/2006/relationships/customXml" Target="../customXml/item18.xml"/><Relationship Id="rId26" Type="http://schemas.openxmlformats.org/officeDocument/2006/relationships/customXml" Target="../customXml/item26.xml"/><Relationship Id="rId39" Type="http://schemas.openxmlformats.org/officeDocument/2006/relationships/slide" Target="slides/slide11.xml"/><Relationship Id="rId21" Type="http://schemas.openxmlformats.org/officeDocument/2006/relationships/customXml" Target="../customXml/item21.xml"/><Relationship Id="rId34" Type="http://schemas.openxmlformats.org/officeDocument/2006/relationships/slide" Target="slides/slide6.xml"/><Relationship Id="rId42" Type="http://schemas.openxmlformats.org/officeDocument/2006/relationships/handoutMaster" Target="handoutMasters/handoutMaster1.xml"/><Relationship Id="rId47" Type="http://schemas.openxmlformats.org/officeDocument/2006/relationships/font" Target="fonts/font5.fntdata"/><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customXml" Target="../customXml/item7.xml"/><Relationship Id="rId2" Type="http://schemas.openxmlformats.org/officeDocument/2006/relationships/customXml" Target="../customXml/item2.xml"/><Relationship Id="rId16" Type="http://schemas.openxmlformats.org/officeDocument/2006/relationships/customXml" Target="../customXml/item16.xml"/><Relationship Id="rId29" Type="http://schemas.openxmlformats.org/officeDocument/2006/relationships/slide" Target="slides/slide1.xml"/><Relationship Id="rId11" Type="http://schemas.openxmlformats.org/officeDocument/2006/relationships/customXml" Target="../customXml/item11.xml"/><Relationship Id="rId24" Type="http://schemas.openxmlformats.org/officeDocument/2006/relationships/customXml" Target="../customXml/item24.xml"/><Relationship Id="rId32" Type="http://schemas.openxmlformats.org/officeDocument/2006/relationships/slide" Target="slides/slide4.xml"/><Relationship Id="rId37" Type="http://schemas.openxmlformats.org/officeDocument/2006/relationships/slide" Target="slides/slide9.xml"/><Relationship Id="rId40" Type="http://schemas.openxmlformats.org/officeDocument/2006/relationships/slide" Target="slides/slide12.xml"/><Relationship Id="rId45" Type="http://schemas.openxmlformats.org/officeDocument/2006/relationships/font" Target="fonts/font3.fntdata"/><Relationship Id="rId53" Type="http://schemas.openxmlformats.org/officeDocument/2006/relationships/tableStyles" Target="tableStyles.xml"/><Relationship Id="rId5" Type="http://schemas.openxmlformats.org/officeDocument/2006/relationships/customXml" Target="../customXml/item5.xml"/><Relationship Id="rId10" Type="http://schemas.openxmlformats.org/officeDocument/2006/relationships/customXml" Target="../customXml/item10.xml"/><Relationship Id="rId19" Type="http://schemas.openxmlformats.org/officeDocument/2006/relationships/customXml" Target="../customXml/item19.xml"/><Relationship Id="rId31" Type="http://schemas.openxmlformats.org/officeDocument/2006/relationships/slide" Target="slides/slide3.xml"/><Relationship Id="rId44" Type="http://schemas.openxmlformats.org/officeDocument/2006/relationships/font" Target="fonts/font2.fntdata"/><Relationship Id="rId52" Type="http://schemas.openxmlformats.org/officeDocument/2006/relationships/theme" Target="theme/theme1.xml"/><Relationship Id="rId4" Type="http://schemas.openxmlformats.org/officeDocument/2006/relationships/customXml" Target="../customXml/item4.xml"/><Relationship Id="rId9" Type="http://schemas.openxmlformats.org/officeDocument/2006/relationships/customXml" Target="../customXml/item9.xml"/><Relationship Id="rId14" Type="http://schemas.openxmlformats.org/officeDocument/2006/relationships/customXml" Target="../customXml/item14.xml"/><Relationship Id="rId22" Type="http://schemas.openxmlformats.org/officeDocument/2006/relationships/customXml" Target="../customXml/item22.xml"/><Relationship Id="rId27" Type="http://schemas.openxmlformats.org/officeDocument/2006/relationships/customXml" Target="../customXml/item27.xml"/><Relationship Id="rId30" Type="http://schemas.openxmlformats.org/officeDocument/2006/relationships/slide" Target="slides/slide2.xml"/><Relationship Id="rId35" Type="http://schemas.openxmlformats.org/officeDocument/2006/relationships/slide" Target="slides/slide7.xml"/><Relationship Id="rId43" Type="http://schemas.openxmlformats.org/officeDocument/2006/relationships/font" Target="fonts/font1.fntdata"/><Relationship Id="rId48" Type="http://schemas.openxmlformats.org/officeDocument/2006/relationships/font" Target="fonts/font6.fntdata"/><Relationship Id="rId8" Type="http://schemas.openxmlformats.org/officeDocument/2006/relationships/customXml" Target="../customXml/item8.xml"/><Relationship Id="rId51" Type="http://schemas.openxmlformats.org/officeDocument/2006/relationships/viewProps" Target="viewProps.xml"/><Relationship Id="rId3" Type="http://schemas.openxmlformats.org/officeDocument/2006/relationships/customXml" Target="../customXml/item3.xml"/><Relationship Id="rId12" Type="http://schemas.openxmlformats.org/officeDocument/2006/relationships/customXml" Target="../customXml/item12.xml"/><Relationship Id="rId17" Type="http://schemas.openxmlformats.org/officeDocument/2006/relationships/customXml" Target="../customXml/item17.xml"/><Relationship Id="rId25" Type="http://schemas.openxmlformats.org/officeDocument/2006/relationships/customXml" Target="../customXml/item25.xml"/><Relationship Id="rId33" Type="http://schemas.openxmlformats.org/officeDocument/2006/relationships/slide" Target="slides/slide5.xml"/><Relationship Id="rId38" Type="http://schemas.openxmlformats.org/officeDocument/2006/relationships/slide" Target="slides/slide10.xml"/><Relationship Id="rId46" Type="http://schemas.openxmlformats.org/officeDocument/2006/relationships/font" Target="fonts/font4.fntdata"/><Relationship Id="rId20" Type="http://schemas.openxmlformats.org/officeDocument/2006/relationships/customXml" Target="../customXml/item20.xml"/><Relationship Id="rId41" Type="http://schemas.openxmlformats.org/officeDocument/2006/relationships/notesMaster" Target="notesMasters/notesMaster1.xml"/><Relationship Id="rId54"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customXml" Target="../customXml/item6.xml"/><Relationship Id="rId15" Type="http://schemas.openxmlformats.org/officeDocument/2006/relationships/customXml" Target="../customXml/item15.xml"/><Relationship Id="rId23" Type="http://schemas.openxmlformats.org/officeDocument/2006/relationships/customXml" Target="../customXml/item23.xml"/><Relationship Id="rId28" Type="http://schemas.openxmlformats.org/officeDocument/2006/relationships/slideMaster" Target="slideMasters/slideMaster1.xml"/><Relationship Id="rId36" Type="http://schemas.openxmlformats.org/officeDocument/2006/relationships/slide" Target="slides/slide8.xml"/><Relationship Id="rId49" Type="http://schemas.openxmlformats.org/officeDocument/2006/relationships/tags" Target="tags/tag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immi Augustine, Jiss" userId="S::j.nimmi.augustine@sap.com::bb3bc91f-cb09-4bed-b965-f45607b7c32a" providerId="AD" clId="Web-{5946A550-F591-0609-D2C4-A53C6ADD53F0}"/>
    <pc:docChg chg="modSld">
      <pc:chgData name="Nimmi Augustine, Jiss" userId="S::j.nimmi.augustine@sap.com::bb3bc91f-cb09-4bed-b965-f45607b7c32a" providerId="AD" clId="Web-{5946A550-F591-0609-D2C4-A53C6ADD53F0}" dt="2026-06-01T15:43:47.510" v="442"/>
      <pc:docMkLst>
        <pc:docMk/>
      </pc:docMkLst>
      <pc:sldChg chg="modSp">
        <pc:chgData name="Nimmi Augustine, Jiss" userId="S::j.nimmi.augustine@sap.com::bb3bc91f-cb09-4bed-b965-f45607b7c32a" providerId="AD" clId="Web-{5946A550-F591-0609-D2C4-A53C6ADD53F0}" dt="2026-06-01T15:17:55.952" v="59" actId="20577"/>
        <pc:sldMkLst>
          <pc:docMk/>
          <pc:sldMk cId="3591309776" sldId="2128"/>
        </pc:sldMkLst>
        <pc:spChg chg="mod">
          <ac:chgData name="Nimmi Augustine, Jiss" userId="S::j.nimmi.augustine@sap.com::bb3bc91f-cb09-4bed-b965-f45607b7c32a" providerId="AD" clId="Web-{5946A550-F591-0609-D2C4-A53C6ADD53F0}" dt="2026-06-01T15:17:55.952" v="59" actId="20577"/>
          <ac:spMkLst>
            <pc:docMk/>
            <pc:sldMk cId="3591309776" sldId="2128"/>
            <ac:spMk id="2" creationId="{1CF4876C-8854-2120-3637-4396FDB13752}"/>
          </ac:spMkLst>
        </pc:spChg>
      </pc:sldChg>
      <pc:sldChg chg="modSp">
        <pc:chgData name="Nimmi Augustine, Jiss" userId="S::j.nimmi.augustine@sap.com::bb3bc91f-cb09-4bed-b965-f45607b7c32a" providerId="AD" clId="Web-{5946A550-F591-0609-D2C4-A53C6ADD53F0}" dt="2026-06-01T15:21:38.381" v="65" actId="20577"/>
        <pc:sldMkLst>
          <pc:docMk/>
          <pc:sldMk cId="4278645927" sldId="2241"/>
        </pc:sldMkLst>
        <pc:spChg chg="mod">
          <ac:chgData name="Nimmi Augustine, Jiss" userId="S::j.nimmi.augustine@sap.com::bb3bc91f-cb09-4bed-b965-f45607b7c32a" providerId="AD" clId="Web-{5946A550-F591-0609-D2C4-A53C6ADD53F0}" dt="2026-06-01T15:21:38.381" v="65" actId="20577"/>
          <ac:spMkLst>
            <pc:docMk/>
            <pc:sldMk cId="4278645927" sldId="2241"/>
            <ac:spMk id="4" creationId="{0A41BCC2-B08B-366F-4133-C176231BC32C}"/>
          </ac:spMkLst>
        </pc:spChg>
      </pc:sldChg>
      <pc:sldChg chg="modSp">
        <pc:chgData name="Nimmi Augustine, Jiss" userId="S::j.nimmi.augustine@sap.com::bb3bc91f-cb09-4bed-b965-f45607b7c32a" providerId="AD" clId="Web-{5946A550-F591-0609-D2C4-A53C6ADD53F0}" dt="2026-06-01T15:29:08.491" v="271" actId="20577"/>
        <pc:sldMkLst>
          <pc:docMk/>
          <pc:sldMk cId="694138992" sldId="2242"/>
        </pc:sldMkLst>
        <pc:spChg chg="mod">
          <ac:chgData name="Nimmi Augustine, Jiss" userId="S::j.nimmi.augustine@sap.com::bb3bc91f-cb09-4bed-b965-f45607b7c32a" providerId="AD" clId="Web-{5946A550-F591-0609-D2C4-A53C6ADD53F0}" dt="2026-06-01T15:29:08.491" v="271" actId="20577"/>
          <ac:spMkLst>
            <pc:docMk/>
            <pc:sldMk cId="694138992" sldId="2242"/>
            <ac:spMk id="2" creationId="{A5A65E44-18AC-2BC5-2591-1F7A2B334684}"/>
          </ac:spMkLst>
        </pc:spChg>
      </pc:sldChg>
      <pc:sldChg chg="modSp">
        <pc:chgData name="Nimmi Augustine, Jiss" userId="S::j.nimmi.augustine@sap.com::bb3bc91f-cb09-4bed-b965-f45607b7c32a" providerId="AD" clId="Web-{5946A550-F591-0609-D2C4-A53C6ADD53F0}" dt="2026-06-01T15:30:09.493" v="318" actId="20577"/>
        <pc:sldMkLst>
          <pc:docMk/>
          <pc:sldMk cId="2274415952" sldId="2246"/>
        </pc:sldMkLst>
        <pc:spChg chg="mod">
          <ac:chgData name="Nimmi Augustine, Jiss" userId="S::j.nimmi.augustine@sap.com::bb3bc91f-cb09-4bed-b965-f45607b7c32a" providerId="AD" clId="Web-{5946A550-F591-0609-D2C4-A53C6ADD53F0}" dt="2026-06-01T15:30:09.493" v="318" actId="20577"/>
          <ac:spMkLst>
            <pc:docMk/>
            <pc:sldMk cId="2274415952" sldId="2246"/>
            <ac:spMk id="2" creationId="{58616AA2-057B-F274-A4F1-E2AC0C26AF7B}"/>
          </ac:spMkLst>
        </pc:spChg>
      </pc:sldChg>
      <pc:sldChg chg="modSp">
        <pc:chgData name="Nimmi Augustine, Jiss" userId="S::j.nimmi.augustine@sap.com::bb3bc91f-cb09-4bed-b965-f45607b7c32a" providerId="AD" clId="Web-{5946A550-F591-0609-D2C4-A53C6ADD53F0}" dt="2026-06-01T15:43:47.510" v="442"/>
        <pc:sldMkLst>
          <pc:docMk/>
          <pc:sldMk cId="4152831581" sldId="2247"/>
        </pc:sldMkLst>
        <pc:spChg chg="mod">
          <ac:chgData name="Nimmi Augustine, Jiss" userId="S::j.nimmi.augustine@sap.com::bb3bc91f-cb09-4bed-b965-f45607b7c32a" providerId="AD" clId="Web-{5946A550-F591-0609-D2C4-A53C6ADD53F0}" dt="2026-06-01T15:26:23.375" v="84" actId="20577"/>
          <ac:spMkLst>
            <pc:docMk/>
            <pc:sldMk cId="4152831581" sldId="2247"/>
            <ac:spMk id="4" creationId="{36C64E33-4835-17F4-5115-8B14BD2DFC54}"/>
          </ac:spMkLst>
        </pc:spChg>
        <pc:graphicFrameChg chg="mod modGraphic">
          <ac:chgData name="Nimmi Augustine, Jiss" userId="S::j.nimmi.augustine@sap.com::bb3bc91f-cb09-4bed-b965-f45607b7c32a" providerId="AD" clId="Web-{5946A550-F591-0609-D2C4-A53C6ADD53F0}" dt="2026-06-01T15:43:47.510" v="442"/>
          <ac:graphicFrameMkLst>
            <pc:docMk/>
            <pc:sldMk cId="4152831581" sldId="2247"/>
            <ac:graphicFrameMk id="8" creationId="{794DB9DB-B408-B320-4CDB-5D8902758ED1}"/>
          </ac:graphicFrameMkLst>
        </pc:graphicFrameChg>
      </pc:sldChg>
    </pc:docChg>
  </pc:docChgLst>
  <pc:docChgLst>
    <pc:chgData name="Nimmi Augustine, Jiss" userId="S::j.nimmi.augustine@sap.com::bb3bc91f-cb09-4bed-b965-f45607b7c32a" providerId="AD" clId="Web-{E03556BB-2C2D-FD47-7391-960167104882}"/>
    <pc:docChg chg="modSld">
      <pc:chgData name="Nimmi Augustine, Jiss" userId="S::j.nimmi.augustine@sap.com::bb3bc91f-cb09-4bed-b965-f45607b7c32a" providerId="AD" clId="Web-{E03556BB-2C2D-FD47-7391-960167104882}" dt="2026-06-03T15:52:52.643" v="57" actId="20577"/>
      <pc:docMkLst>
        <pc:docMk/>
      </pc:docMkLst>
      <pc:sldChg chg="modSp">
        <pc:chgData name="Nimmi Augustine, Jiss" userId="S::j.nimmi.augustine@sap.com::bb3bc91f-cb09-4bed-b965-f45607b7c32a" providerId="AD" clId="Web-{E03556BB-2C2D-FD47-7391-960167104882}" dt="2026-06-03T15:51:50.765" v="39" actId="20577"/>
        <pc:sldMkLst>
          <pc:docMk/>
          <pc:sldMk cId="32427954" sldId="2245"/>
        </pc:sldMkLst>
        <pc:spChg chg="mod">
          <ac:chgData name="Nimmi Augustine, Jiss" userId="S::j.nimmi.augustine@sap.com::bb3bc91f-cb09-4bed-b965-f45607b7c32a" providerId="AD" clId="Web-{E03556BB-2C2D-FD47-7391-960167104882}" dt="2026-06-03T15:51:50.765" v="39" actId="20577"/>
          <ac:spMkLst>
            <pc:docMk/>
            <pc:sldMk cId="32427954" sldId="2245"/>
            <ac:spMk id="2" creationId="{9056F73F-730A-BBAF-ED90-0601B1664850}"/>
          </ac:spMkLst>
        </pc:spChg>
      </pc:sldChg>
      <pc:sldChg chg="modSp">
        <pc:chgData name="Nimmi Augustine, Jiss" userId="S::j.nimmi.augustine@sap.com::bb3bc91f-cb09-4bed-b965-f45607b7c32a" providerId="AD" clId="Web-{E03556BB-2C2D-FD47-7391-960167104882}" dt="2026-06-03T15:52:52.643" v="57" actId="20577"/>
        <pc:sldMkLst>
          <pc:docMk/>
          <pc:sldMk cId="2274415952" sldId="2246"/>
        </pc:sldMkLst>
        <pc:spChg chg="mod">
          <ac:chgData name="Nimmi Augustine, Jiss" userId="S::j.nimmi.augustine@sap.com::bb3bc91f-cb09-4bed-b965-f45607b7c32a" providerId="AD" clId="Web-{E03556BB-2C2D-FD47-7391-960167104882}" dt="2026-06-03T15:52:52.643" v="57" actId="20577"/>
          <ac:spMkLst>
            <pc:docMk/>
            <pc:sldMk cId="2274415952" sldId="2246"/>
            <ac:spMk id="2" creationId="{58616AA2-057B-F274-A4F1-E2AC0C26AF7B}"/>
          </ac:spMkLst>
        </pc:spChg>
      </pc:sldChg>
    </pc:docChg>
  </pc:docChgLst>
  <pc:docChgLst>
    <pc:chgData name="Nimmi Augustine, Jiss" userId="S::j.nimmi.augustine@sap.com::bb3bc91f-cb09-4bed-b965-f45607b7c32a" providerId="AD" clId="Web-{5D9489CD-5298-8DF5-5ECA-B001D66AE7F0}"/>
    <pc:docChg chg="modSld">
      <pc:chgData name="Nimmi Augustine, Jiss" userId="S::j.nimmi.augustine@sap.com::bb3bc91f-cb09-4bed-b965-f45607b7c32a" providerId="AD" clId="Web-{5D9489CD-5298-8DF5-5ECA-B001D66AE7F0}" dt="2026-06-01T14:00:11.330" v="103" actId="20577"/>
      <pc:docMkLst>
        <pc:docMk/>
      </pc:docMkLst>
      <pc:sldChg chg="modSp">
        <pc:chgData name="Nimmi Augustine, Jiss" userId="S::j.nimmi.augustine@sap.com::bb3bc91f-cb09-4bed-b965-f45607b7c32a" providerId="AD" clId="Web-{5D9489CD-5298-8DF5-5ECA-B001D66AE7F0}" dt="2026-06-01T13:20:05.209" v="1" actId="20577"/>
        <pc:sldMkLst>
          <pc:docMk/>
          <pc:sldMk cId="4278645927" sldId="2241"/>
        </pc:sldMkLst>
        <pc:spChg chg="mod">
          <ac:chgData name="Nimmi Augustine, Jiss" userId="S::j.nimmi.augustine@sap.com::bb3bc91f-cb09-4bed-b965-f45607b7c32a" providerId="AD" clId="Web-{5D9489CD-5298-8DF5-5ECA-B001D66AE7F0}" dt="2026-06-01T13:20:05.209" v="1" actId="20577"/>
          <ac:spMkLst>
            <pc:docMk/>
            <pc:sldMk cId="4278645927" sldId="2241"/>
            <ac:spMk id="2" creationId="{086BEAF1-BCAB-141D-B76C-1EB9F6C9FF3B}"/>
          </ac:spMkLst>
        </pc:spChg>
      </pc:sldChg>
      <pc:sldChg chg="modSp">
        <pc:chgData name="Nimmi Augustine, Jiss" userId="S::j.nimmi.augustine@sap.com::bb3bc91f-cb09-4bed-b965-f45607b7c32a" providerId="AD" clId="Web-{5D9489CD-5298-8DF5-5ECA-B001D66AE7F0}" dt="2026-06-01T14:00:11.330" v="103" actId="20577"/>
        <pc:sldMkLst>
          <pc:docMk/>
          <pc:sldMk cId="231710180" sldId="2243"/>
        </pc:sldMkLst>
        <pc:spChg chg="mod">
          <ac:chgData name="Nimmi Augustine, Jiss" userId="S::j.nimmi.augustine@sap.com::bb3bc91f-cb09-4bed-b965-f45607b7c32a" providerId="AD" clId="Web-{5D9489CD-5298-8DF5-5ECA-B001D66AE7F0}" dt="2026-06-01T14:00:11.330" v="103" actId="20577"/>
          <ac:spMkLst>
            <pc:docMk/>
            <pc:sldMk cId="231710180" sldId="2243"/>
            <ac:spMk id="2" creationId="{0CB719DE-E224-F2DD-6867-ECF9463576E1}"/>
          </ac:spMkLst>
        </pc:spChg>
      </pc:sldChg>
      <pc:sldChg chg="modSp">
        <pc:chgData name="Nimmi Augustine, Jiss" userId="S::j.nimmi.augustine@sap.com::bb3bc91f-cb09-4bed-b965-f45607b7c32a" providerId="AD" clId="Web-{5D9489CD-5298-8DF5-5ECA-B001D66AE7F0}" dt="2026-06-01T13:20:41.992" v="5" actId="20577"/>
        <pc:sldMkLst>
          <pc:docMk/>
          <pc:sldMk cId="2274415952" sldId="2246"/>
        </pc:sldMkLst>
        <pc:spChg chg="mod">
          <ac:chgData name="Nimmi Augustine, Jiss" userId="S::j.nimmi.augustine@sap.com::bb3bc91f-cb09-4bed-b965-f45607b7c32a" providerId="AD" clId="Web-{5D9489CD-5298-8DF5-5ECA-B001D66AE7F0}" dt="2026-06-01T13:20:41.992" v="5" actId="20577"/>
          <ac:spMkLst>
            <pc:docMk/>
            <pc:sldMk cId="2274415952" sldId="2246"/>
            <ac:spMk id="2" creationId="{58616AA2-057B-F274-A4F1-E2AC0C26AF7B}"/>
          </ac:spMkLst>
        </pc:spChg>
      </pc:sldChg>
      <pc:sldChg chg="modSp">
        <pc:chgData name="Nimmi Augustine, Jiss" userId="S::j.nimmi.augustine@sap.com::bb3bc91f-cb09-4bed-b965-f45607b7c32a" providerId="AD" clId="Web-{5D9489CD-5298-8DF5-5ECA-B001D66AE7F0}" dt="2026-06-01T13:22:34.447" v="97"/>
        <pc:sldMkLst>
          <pc:docMk/>
          <pc:sldMk cId="4152831581" sldId="2247"/>
        </pc:sldMkLst>
        <pc:graphicFrameChg chg="mod modGraphic">
          <ac:chgData name="Nimmi Augustine, Jiss" userId="S::j.nimmi.augustine@sap.com::bb3bc91f-cb09-4bed-b965-f45607b7c32a" providerId="AD" clId="Web-{5D9489CD-5298-8DF5-5ECA-B001D66AE7F0}" dt="2026-06-01T13:22:34.447" v="97"/>
          <ac:graphicFrameMkLst>
            <pc:docMk/>
            <pc:sldMk cId="4152831581" sldId="2247"/>
            <ac:graphicFrameMk id="8" creationId="{794DB9DB-B408-B320-4CDB-5D8902758ED1}"/>
          </ac:graphicFrameMkLst>
        </pc:graphicFrameChg>
      </pc:sldChg>
    </pc:docChg>
  </pc:docChgLst>
  <pc:docChgLst>
    <pc:chgData name="Nimmi Augustine, Jiss" userId="S::j.nimmi.augustine@sap.com::bb3bc91f-cb09-4bed-b965-f45607b7c32a" providerId="AD" clId="Web-{75FDF8EA-8574-6569-EBC5-6D3B241B5F6C}"/>
    <pc:docChg chg="addSld modSld">
      <pc:chgData name="Nimmi Augustine, Jiss" userId="S::j.nimmi.augustine@sap.com::bb3bc91f-cb09-4bed-b965-f45607b7c32a" providerId="AD" clId="Web-{75FDF8EA-8574-6569-EBC5-6D3B241B5F6C}" dt="2026-05-27T13:40:05.340" v="11" actId="20577"/>
      <pc:docMkLst>
        <pc:docMk/>
      </pc:docMkLst>
      <pc:sldChg chg="modSp">
        <pc:chgData name="Nimmi Augustine, Jiss" userId="S::j.nimmi.augustine@sap.com::bb3bc91f-cb09-4bed-b965-f45607b7c32a" providerId="AD" clId="Web-{75FDF8EA-8574-6569-EBC5-6D3B241B5F6C}" dt="2026-05-27T13:40:05.340" v="11" actId="20577"/>
        <pc:sldMkLst>
          <pc:docMk/>
          <pc:sldMk cId="3497394284" sldId="2216"/>
        </pc:sldMkLst>
        <pc:spChg chg="mod">
          <ac:chgData name="Nimmi Augustine, Jiss" userId="S::j.nimmi.augustine@sap.com::bb3bc91f-cb09-4bed-b965-f45607b7c32a" providerId="AD" clId="Web-{75FDF8EA-8574-6569-EBC5-6D3B241B5F6C}" dt="2026-05-27T13:40:05.340" v="11" actId="20577"/>
          <ac:spMkLst>
            <pc:docMk/>
            <pc:sldMk cId="3497394284" sldId="2216"/>
            <ac:spMk id="13" creationId="{DD99D408-C300-52A0-82D2-F61863D98749}"/>
          </ac:spMkLst>
        </pc:spChg>
      </pc:sldChg>
      <pc:sldChg chg="add">
        <pc:chgData name="Nimmi Augustine, Jiss" userId="S::j.nimmi.augustine@sap.com::bb3bc91f-cb09-4bed-b965-f45607b7c32a" providerId="AD" clId="Web-{75FDF8EA-8574-6569-EBC5-6D3B241B5F6C}" dt="2026-05-27T13:38:24.962" v="0"/>
        <pc:sldMkLst>
          <pc:docMk/>
          <pc:sldMk cId="4152831581" sldId="2247"/>
        </pc:sldMkLst>
      </pc:sldChg>
    </pc:docChg>
  </pc:docChgLst>
  <pc:docChgLst>
    <pc:chgData name="Nimmi Augustine, Jiss" userId="bb3bc91f-cb09-4bed-b965-f45607b7c32a" providerId="ADAL" clId="{74D2F15D-563C-40F0-92DA-66951367489C}"/>
    <pc:docChg chg="undo custSel addSld delSld modSld sldOrd">
      <pc:chgData name="Nimmi Augustine, Jiss" userId="bb3bc91f-cb09-4bed-b965-f45607b7c32a" providerId="ADAL" clId="{74D2F15D-563C-40F0-92DA-66951367489C}" dt="2026-05-27T12:48:36.475" v="6121" actId="2696"/>
      <pc:docMkLst>
        <pc:docMk/>
      </pc:docMkLst>
      <pc:sldChg chg="addSp delSp modSp mod">
        <pc:chgData name="Nimmi Augustine, Jiss" userId="bb3bc91f-cb09-4bed-b965-f45607b7c32a" providerId="ADAL" clId="{74D2F15D-563C-40F0-92DA-66951367489C}" dt="2026-05-27T08:36:26.329" v="1468" actId="20577"/>
        <pc:sldMkLst>
          <pc:docMk/>
          <pc:sldMk cId="3591309776" sldId="2128"/>
        </pc:sldMkLst>
        <pc:spChg chg="add mod">
          <ac:chgData name="Nimmi Augustine, Jiss" userId="bb3bc91f-cb09-4bed-b965-f45607b7c32a" providerId="ADAL" clId="{74D2F15D-563C-40F0-92DA-66951367489C}" dt="2026-05-27T08:36:26.329" v="1468" actId="20577"/>
          <ac:spMkLst>
            <pc:docMk/>
            <pc:sldMk cId="3591309776" sldId="2128"/>
            <ac:spMk id="2" creationId="{1CF4876C-8854-2120-3637-4396FDB13752}"/>
          </ac:spMkLst>
        </pc:spChg>
        <pc:spChg chg="mod">
          <ac:chgData name="Nimmi Augustine, Jiss" userId="bb3bc91f-cb09-4bed-b965-f45607b7c32a" providerId="ADAL" clId="{74D2F15D-563C-40F0-92DA-66951367489C}" dt="2026-05-27T08:01:16.387" v="590" actId="20577"/>
          <ac:spMkLst>
            <pc:docMk/>
            <pc:sldMk cId="3591309776" sldId="2128"/>
            <ac:spMk id="4" creationId="{24084356-FF67-8500-A2A3-6E923E39145A}"/>
          </ac:spMkLst>
        </pc:spChg>
      </pc:sldChg>
      <pc:sldChg chg="addSp modSp mod">
        <pc:chgData name="Nimmi Augustine, Jiss" userId="bb3bc91f-cb09-4bed-b965-f45607b7c32a" providerId="ADAL" clId="{74D2F15D-563C-40F0-92DA-66951367489C}" dt="2026-05-27T07:59:58.517" v="582" actId="20577"/>
        <pc:sldMkLst>
          <pc:docMk/>
          <pc:sldMk cId="234432940" sldId="2175"/>
        </pc:sldMkLst>
        <pc:spChg chg="add mod">
          <ac:chgData name="Nimmi Augustine, Jiss" userId="bb3bc91f-cb09-4bed-b965-f45607b7c32a" providerId="ADAL" clId="{74D2F15D-563C-40F0-92DA-66951367489C}" dt="2026-05-27T07:59:58.517" v="582" actId="20577"/>
          <ac:spMkLst>
            <pc:docMk/>
            <pc:sldMk cId="234432940" sldId="2175"/>
            <ac:spMk id="2" creationId="{F712EDAC-07ED-FA6E-07C4-51446D4455A2}"/>
          </ac:spMkLst>
        </pc:spChg>
        <pc:spChg chg="mod">
          <ac:chgData name="Nimmi Augustine, Jiss" userId="bb3bc91f-cb09-4bed-b965-f45607b7c32a" providerId="ADAL" clId="{74D2F15D-563C-40F0-92DA-66951367489C}" dt="2026-05-27T07:53:12.384" v="451" actId="20577"/>
          <ac:spMkLst>
            <pc:docMk/>
            <pc:sldMk cId="234432940" sldId="2175"/>
            <ac:spMk id="7" creationId="{0E52B0E2-E377-C06F-6C7E-5F4967761FF4}"/>
          </ac:spMkLst>
        </pc:spChg>
        <pc:spChg chg="mod">
          <ac:chgData name="Nimmi Augustine, Jiss" userId="bb3bc91f-cb09-4bed-b965-f45607b7c32a" providerId="ADAL" clId="{74D2F15D-563C-40F0-92DA-66951367489C}" dt="2026-05-27T07:49:43.030" v="172" actId="20577"/>
          <ac:spMkLst>
            <pc:docMk/>
            <pc:sldMk cId="234432940" sldId="2175"/>
            <ac:spMk id="39" creationId="{9B957C2D-BF16-C8B6-246C-A32BF7B87E37}"/>
          </ac:spMkLst>
        </pc:spChg>
        <pc:spChg chg="mod">
          <ac:chgData name="Nimmi Augustine, Jiss" userId="bb3bc91f-cb09-4bed-b965-f45607b7c32a" providerId="ADAL" clId="{74D2F15D-563C-40F0-92DA-66951367489C}" dt="2026-05-27T07:57:56.609" v="503" actId="20577"/>
          <ac:spMkLst>
            <pc:docMk/>
            <pc:sldMk cId="234432940" sldId="2175"/>
            <ac:spMk id="47" creationId="{464C4895-6271-3106-5620-721E4D8AACEA}"/>
          </ac:spMkLst>
        </pc:spChg>
        <pc:spChg chg="mod">
          <ac:chgData name="Nimmi Augustine, Jiss" userId="bb3bc91f-cb09-4bed-b965-f45607b7c32a" providerId="ADAL" clId="{74D2F15D-563C-40F0-92DA-66951367489C}" dt="2026-05-27T07:57:27.510" v="473"/>
          <ac:spMkLst>
            <pc:docMk/>
            <pc:sldMk cId="234432940" sldId="2175"/>
            <ac:spMk id="51" creationId="{9E597EAA-CFE1-9B5A-4A21-ED9E479DD405}"/>
          </ac:spMkLst>
        </pc:spChg>
        <pc:spChg chg="mod">
          <ac:chgData name="Nimmi Augustine, Jiss" userId="bb3bc91f-cb09-4bed-b965-f45607b7c32a" providerId="ADAL" clId="{74D2F15D-563C-40F0-92DA-66951367489C}" dt="2026-05-27T07:52:39.933" v="395" actId="20577"/>
          <ac:spMkLst>
            <pc:docMk/>
            <pc:sldMk cId="234432940" sldId="2175"/>
            <ac:spMk id="55" creationId="{431737F5-16C6-649A-EA28-277EADDAE9C7}"/>
          </ac:spMkLst>
        </pc:spChg>
      </pc:sldChg>
      <pc:sldChg chg="delSp modSp mod">
        <pc:chgData name="Nimmi Augustine, Jiss" userId="bb3bc91f-cb09-4bed-b965-f45607b7c32a" providerId="ADAL" clId="{74D2F15D-563C-40F0-92DA-66951367489C}" dt="2026-05-26T12:28:02.730" v="129" actId="478"/>
        <pc:sldMkLst>
          <pc:docMk/>
          <pc:sldMk cId="2601413682" sldId="2213"/>
        </pc:sldMkLst>
        <pc:spChg chg="mod">
          <ac:chgData name="Nimmi Augustine, Jiss" userId="bb3bc91f-cb09-4bed-b965-f45607b7c32a" providerId="ADAL" clId="{74D2F15D-563C-40F0-92DA-66951367489C}" dt="2026-05-26T12:27:39.547" v="104" actId="20577"/>
          <ac:spMkLst>
            <pc:docMk/>
            <pc:sldMk cId="2601413682" sldId="2213"/>
            <ac:spMk id="2" creationId="{C925A837-5469-792C-5225-4A1FABC0341A}"/>
          </ac:spMkLst>
        </pc:spChg>
        <pc:spChg chg="mod">
          <ac:chgData name="Nimmi Augustine, Jiss" userId="bb3bc91f-cb09-4bed-b965-f45607b7c32a" providerId="ADAL" clId="{74D2F15D-563C-40F0-92DA-66951367489C}" dt="2026-05-26T12:27:58.145" v="128" actId="20577"/>
          <ac:spMkLst>
            <pc:docMk/>
            <pc:sldMk cId="2601413682" sldId="2213"/>
            <ac:spMk id="9" creationId="{D5F0BFE3-F7A5-80B2-78F0-4C710288F2D6}"/>
          </ac:spMkLst>
        </pc:spChg>
        <pc:spChg chg="mod">
          <ac:chgData name="Nimmi Augustine, Jiss" userId="bb3bc91f-cb09-4bed-b965-f45607b7c32a" providerId="ADAL" clId="{74D2F15D-563C-40F0-92DA-66951367489C}" dt="2026-05-26T12:00:19.277" v="40" actId="20577"/>
          <ac:spMkLst>
            <pc:docMk/>
            <pc:sldMk cId="2601413682" sldId="2213"/>
            <ac:spMk id="14" creationId="{96204B03-B1FB-1E82-EAA5-ECF68E372A82}"/>
          </ac:spMkLst>
        </pc:spChg>
      </pc:sldChg>
      <pc:sldChg chg="addSp modSp add mod">
        <pc:chgData name="Nimmi Augustine, Jiss" userId="bb3bc91f-cb09-4bed-b965-f45607b7c32a" providerId="ADAL" clId="{74D2F15D-563C-40F0-92DA-66951367489C}" dt="2026-05-27T09:46:57.300" v="2093"/>
        <pc:sldMkLst>
          <pc:docMk/>
          <pc:sldMk cId="1859130962" sldId="2240"/>
        </pc:sldMkLst>
        <pc:spChg chg="mod">
          <ac:chgData name="Nimmi Augustine, Jiss" userId="bb3bc91f-cb09-4bed-b965-f45607b7c32a" providerId="ADAL" clId="{74D2F15D-563C-40F0-92DA-66951367489C}" dt="2026-05-27T09:46:57.300" v="2093"/>
          <ac:spMkLst>
            <pc:docMk/>
            <pc:sldMk cId="1859130962" sldId="2240"/>
            <ac:spMk id="2" creationId="{EF4ADDDC-168D-8D01-0C86-67448A159A0B}"/>
          </ac:spMkLst>
        </pc:spChg>
      </pc:sldChg>
      <pc:sldChg chg="addSp modSp add mod">
        <pc:chgData name="Nimmi Augustine, Jiss" userId="bb3bc91f-cb09-4bed-b965-f45607b7c32a" providerId="ADAL" clId="{74D2F15D-563C-40F0-92DA-66951367489C}" dt="2026-05-27T09:52:03.365" v="2363" actId="20577"/>
        <pc:sldMkLst>
          <pc:docMk/>
          <pc:sldMk cId="4278645927" sldId="2241"/>
        </pc:sldMkLst>
        <pc:spChg chg="mod">
          <ac:chgData name="Nimmi Augustine, Jiss" userId="bb3bc91f-cb09-4bed-b965-f45607b7c32a" providerId="ADAL" clId="{74D2F15D-563C-40F0-92DA-66951367489C}" dt="2026-05-27T09:52:03.365" v="2363" actId="20577"/>
          <ac:spMkLst>
            <pc:docMk/>
            <pc:sldMk cId="4278645927" sldId="2241"/>
            <ac:spMk id="2" creationId="{086BEAF1-BCAB-141D-B76C-1EB9F6C9FF3B}"/>
          </ac:spMkLst>
        </pc:spChg>
        <pc:spChg chg="mod">
          <ac:chgData name="Nimmi Augustine, Jiss" userId="bb3bc91f-cb09-4bed-b965-f45607b7c32a" providerId="ADAL" clId="{74D2F15D-563C-40F0-92DA-66951367489C}" dt="2026-05-27T09:47:41.033" v="2117" actId="20577"/>
          <ac:spMkLst>
            <pc:docMk/>
            <pc:sldMk cId="4278645927" sldId="2241"/>
            <ac:spMk id="4" creationId="{0A41BCC2-B08B-366F-4133-C176231BC32C}"/>
          </ac:spMkLst>
        </pc:spChg>
        <pc:picChg chg="add mod">
          <ac:chgData name="Nimmi Augustine, Jiss" userId="bb3bc91f-cb09-4bed-b965-f45607b7c32a" providerId="ADAL" clId="{74D2F15D-563C-40F0-92DA-66951367489C}" dt="2026-05-27T09:51:36.350" v="2299" actId="14100"/>
          <ac:picMkLst>
            <pc:docMk/>
            <pc:sldMk cId="4278645927" sldId="2241"/>
            <ac:picMk id="5" creationId="{548F4975-D4CD-7227-8AAF-536D4D7292E5}"/>
          </ac:picMkLst>
        </pc:picChg>
      </pc:sldChg>
      <pc:sldChg chg="delSp modSp add mod">
        <pc:chgData name="Nimmi Augustine, Jiss" userId="bb3bc91f-cb09-4bed-b965-f45607b7c32a" providerId="ADAL" clId="{74D2F15D-563C-40F0-92DA-66951367489C}" dt="2026-05-27T12:47:34.456" v="6116" actId="20577"/>
        <pc:sldMkLst>
          <pc:docMk/>
          <pc:sldMk cId="694138992" sldId="2242"/>
        </pc:sldMkLst>
        <pc:spChg chg="mod">
          <ac:chgData name="Nimmi Augustine, Jiss" userId="bb3bc91f-cb09-4bed-b965-f45607b7c32a" providerId="ADAL" clId="{74D2F15D-563C-40F0-92DA-66951367489C}" dt="2026-05-27T12:47:34.456" v="6116" actId="20577"/>
          <ac:spMkLst>
            <pc:docMk/>
            <pc:sldMk cId="694138992" sldId="2242"/>
            <ac:spMk id="2" creationId="{A5A65E44-18AC-2BC5-2591-1F7A2B334684}"/>
          </ac:spMkLst>
        </pc:spChg>
        <pc:spChg chg="mod">
          <ac:chgData name="Nimmi Augustine, Jiss" userId="bb3bc91f-cb09-4bed-b965-f45607b7c32a" providerId="ADAL" clId="{74D2F15D-563C-40F0-92DA-66951367489C}" dt="2026-05-27T09:52:46.440" v="2393" actId="20577"/>
          <ac:spMkLst>
            <pc:docMk/>
            <pc:sldMk cId="694138992" sldId="2242"/>
            <ac:spMk id="4" creationId="{54089068-DB71-C0C2-8782-C5013D988FC0}"/>
          </ac:spMkLst>
        </pc:spChg>
      </pc:sldChg>
      <pc:sldChg chg="addSp delSp modSp add mod">
        <pc:chgData name="Nimmi Augustine, Jiss" userId="bb3bc91f-cb09-4bed-b965-f45607b7c32a" providerId="ADAL" clId="{74D2F15D-563C-40F0-92DA-66951367489C}" dt="2026-05-27T12:15:50.210" v="4890" actId="207"/>
        <pc:sldMkLst>
          <pc:docMk/>
          <pc:sldMk cId="231710180" sldId="2243"/>
        </pc:sldMkLst>
        <pc:spChg chg="mod">
          <ac:chgData name="Nimmi Augustine, Jiss" userId="bb3bc91f-cb09-4bed-b965-f45607b7c32a" providerId="ADAL" clId="{74D2F15D-563C-40F0-92DA-66951367489C}" dt="2026-05-27T12:15:50.210" v="4890" actId="207"/>
          <ac:spMkLst>
            <pc:docMk/>
            <pc:sldMk cId="231710180" sldId="2243"/>
            <ac:spMk id="2" creationId="{0CB719DE-E224-F2DD-6867-ECF9463576E1}"/>
          </ac:spMkLst>
        </pc:spChg>
        <pc:spChg chg="mod">
          <ac:chgData name="Nimmi Augustine, Jiss" userId="bb3bc91f-cb09-4bed-b965-f45607b7c32a" providerId="ADAL" clId="{74D2F15D-563C-40F0-92DA-66951367489C}" dt="2026-05-27T10:06:05.199" v="2835" actId="20577"/>
          <ac:spMkLst>
            <pc:docMk/>
            <pc:sldMk cId="231710180" sldId="2243"/>
            <ac:spMk id="4" creationId="{D82B339A-94AC-B6E1-95BA-5BD1FCB0BEFD}"/>
          </ac:spMkLst>
        </pc:spChg>
      </pc:sldChg>
      <pc:sldChg chg="addSp delSp modSp add mod">
        <pc:chgData name="Nimmi Augustine, Jiss" userId="bb3bc91f-cb09-4bed-b965-f45607b7c32a" providerId="ADAL" clId="{74D2F15D-563C-40F0-92DA-66951367489C}" dt="2026-05-27T12:18:47.835" v="5081" actId="20577"/>
        <pc:sldMkLst>
          <pc:docMk/>
          <pc:sldMk cId="2537554201" sldId="2244"/>
        </pc:sldMkLst>
        <pc:spChg chg="mod">
          <ac:chgData name="Nimmi Augustine, Jiss" userId="bb3bc91f-cb09-4bed-b965-f45607b7c32a" providerId="ADAL" clId="{74D2F15D-563C-40F0-92DA-66951367489C}" dt="2026-05-27T11:10:48.978" v="4645" actId="20577"/>
          <ac:spMkLst>
            <pc:docMk/>
            <pc:sldMk cId="2537554201" sldId="2244"/>
            <ac:spMk id="2" creationId="{3DC9EAC4-DCCE-CA1C-2E25-37C651316424}"/>
          </ac:spMkLst>
        </pc:spChg>
        <pc:spChg chg="mod">
          <ac:chgData name="Nimmi Augustine, Jiss" userId="bb3bc91f-cb09-4bed-b965-f45607b7c32a" providerId="ADAL" clId="{74D2F15D-563C-40F0-92DA-66951367489C}" dt="2026-05-27T10:25:21.973" v="3715" actId="20577"/>
          <ac:spMkLst>
            <pc:docMk/>
            <pc:sldMk cId="2537554201" sldId="2244"/>
            <ac:spMk id="4" creationId="{0351185E-4649-03F4-80E4-C1A48185EA62}"/>
          </ac:spMkLst>
        </pc:spChg>
        <pc:spChg chg="add mod">
          <ac:chgData name="Nimmi Augustine, Jiss" userId="bb3bc91f-cb09-4bed-b965-f45607b7c32a" providerId="ADAL" clId="{74D2F15D-563C-40F0-92DA-66951367489C}" dt="2026-05-27T12:18:47.835" v="5081" actId="20577"/>
          <ac:spMkLst>
            <pc:docMk/>
            <pc:sldMk cId="2537554201" sldId="2244"/>
            <ac:spMk id="6" creationId="{F316A2BC-7ED0-BE66-D442-7E270CE70936}"/>
          </ac:spMkLst>
        </pc:spChg>
        <pc:picChg chg="mod">
          <ac:chgData name="Nimmi Augustine, Jiss" userId="bb3bc91f-cb09-4bed-b965-f45607b7c32a" providerId="ADAL" clId="{74D2F15D-563C-40F0-92DA-66951367489C}" dt="2026-05-27T10:33:45.769" v="4332" actId="14100"/>
          <ac:picMkLst>
            <pc:docMk/>
            <pc:sldMk cId="2537554201" sldId="2244"/>
            <ac:picMk id="5" creationId="{5618C88E-9098-204B-CC0B-133FFD8AC87A}"/>
          </ac:picMkLst>
        </pc:picChg>
        <pc:picChg chg="mod">
          <ac:chgData name="Nimmi Augustine, Jiss" userId="bb3bc91f-cb09-4bed-b965-f45607b7c32a" providerId="ADAL" clId="{74D2F15D-563C-40F0-92DA-66951367489C}" dt="2026-05-27T10:33:49.558" v="4333" actId="14100"/>
          <ac:picMkLst>
            <pc:docMk/>
            <pc:sldMk cId="2537554201" sldId="2244"/>
            <ac:picMk id="7" creationId="{118D47EE-1893-CDD3-6291-E62B7C27D5AB}"/>
          </ac:picMkLst>
        </pc:picChg>
      </pc:sldChg>
      <pc:sldChg chg="addSp delSp modSp add mod">
        <pc:chgData name="Nimmi Augustine, Jiss" userId="bb3bc91f-cb09-4bed-b965-f45607b7c32a" providerId="ADAL" clId="{74D2F15D-563C-40F0-92DA-66951367489C}" dt="2026-05-27T12:22:36.957" v="5315" actId="20577"/>
        <pc:sldMkLst>
          <pc:docMk/>
          <pc:sldMk cId="32427954" sldId="2245"/>
        </pc:sldMkLst>
        <pc:spChg chg="mod">
          <ac:chgData name="Nimmi Augustine, Jiss" userId="bb3bc91f-cb09-4bed-b965-f45607b7c32a" providerId="ADAL" clId="{74D2F15D-563C-40F0-92DA-66951367489C}" dt="2026-05-27T12:22:36.957" v="5315" actId="20577"/>
          <ac:spMkLst>
            <pc:docMk/>
            <pc:sldMk cId="32427954" sldId="2245"/>
            <ac:spMk id="2" creationId="{9056F73F-730A-BBAF-ED90-0601B1664850}"/>
          </ac:spMkLst>
        </pc:spChg>
        <pc:picChg chg="add mod">
          <ac:chgData name="Nimmi Augustine, Jiss" userId="bb3bc91f-cb09-4bed-b965-f45607b7c32a" providerId="ADAL" clId="{74D2F15D-563C-40F0-92DA-66951367489C}" dt="2026-05-27T12:22:29.888" v="5314" actId="1076"/>
          <ac:picMkLst>
            <pc:docMk/>
            <pc:sldMk cId="32427954" sldId="2245"/>
            <ac:picMk id="8" creationId="{045F77C7-6E29-AD52-EF1D-C41D7D111670}"/>
          </ac:picMkLst>
        </pc:picChg>
      </pc:sldChg>
      <pc:sldChg chg="modSp add mod">
        <pc:chgData name="Nimmi Augustine, Jiss" userId="bb3bc91f-cb09-4bed-b965-f45607b7c32a" providerId="ADAL" clId="{74D2F15D-563C-40F0-92DA-66951367489C}" dt="2026-05-27T12:46:23.477" v="6020" actId="20577"/>
        <pc:sldMkLst>
          <pc:docMk/>
          <pc:sldMk cId="2274415952" sldId="2246"/>
        </pc:sldMkLst>
        <pc:spChg chg="mod">
          <ac:chgData name="Nimmi Augustine, Jiss" userId="bb3bc91f-cb09-4bed-b965-f45607b7c32a" providerId="ADAL" clId="{74D2F15D-563C-40F0-92DA-66951367489C}" dt="2026-05-27T12:46:23.477" v="6020" actId="20577"/>
          <ac:spMkLst>
            <pc:docMk/>
            <pc:sldMk cId="2274415952" sldId="2246"/>
            <ac:spMk id="2" creationId="{58616AA2-057B-F274-A4F1-E2AC0C26AF7B}"/>
          </ac:spMkLst>
        </pc:spChg>
        <pc:spChg chg="mod">
          <ac:chgData name="Nimmi Augustine, Jiss" userId="bb3bc91f-cb09-4bed-b965-f45607b7c32a" providerId="ADAL" clId="{74D2F15D-563C-40F0-92DA-66951367489C}" dt="2026-05-27T12:24:24.868" v="5356" actId="20577"/>
          <ac:spMkLst>
            <pc:docMk/>
            <pc:sldMk cId="2274415952" sldId="2246"/>
            <ac:spMk id="4" creationId="{EC22C186-DFD3-95F9-D52C-D3A526C210A0}"/>
          </ac:spMkLst>
        </pc:spChg>
      </pc:sldChg>
      <pc:sldMasterChg chg="delSldLayout">
        <pc:chgData name="Nimmi Augustine, Jiss" userId="bb3bc91f-cb09-4bed-b965-f45607b7c32a" providerId="ADAL" clId="{74D2F15D-563C-40F0-92DA-66951367489C}" dt="2026-05-26T11:59:53.004" v="0" actId="2696"/>
        <pc:sldMasterMkLst>
          <pc:docMk/>
          <pc:sldMasterMk cId="3408294523" sldId="2147483733"/>
        </pc:sldMasterMkLst>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5" name="Slide Number Placeholder 4"/>
          <p:cNvSpPr>
            <a:spLocks noGrp="1"/>
          </p:cNvSpPr>
          <p:nvPr>
            <p:ph type="sldNum" sz="quarter" idx="3"/>
          </p:nvPr>
        </p:nvSpPr>
        <p:spPr>
          <a:xfrm>
            <a:off x="1943100" y="8685213"/>
            <a:ext cx="2971800" cy="457200"/>
          </a:xfrm>
          <a:prstGeom prst="rect">
            <a:avLst/>
          </a:prstGeom>
        </p:spPr>
        <p:txBody>
          <a:bodyPr vert="horz" lIns="91440" tIns="45720" rIns="91440" bIns="45720" rtlCol="0" anchor="b"/>
          <a:lstStyle>
            <a:lvl1pPr algn="r">
              <a:defRPr sz="1200"/>
            </a:lvl1pPr>
          </a:lstStyle>
          <a:p>
            <a:pPr algn="ctr"/>
            <a:fld id="{47855BD9-AF71-426C-9B9B-B0E52B88852E}" type="slidenum">
              <a:rPr lang="de-DE" sz="1000" smtClean="0">
                <a:latin typeface="72 Brand" panose="020B0504030603020204" pitchFamily="34" charset="0"/>
              </a:rPr>
              <a:pPr algn="ctr"/>
              <a:t>‹#›</a:t>
            </a:fld>
            <a:endParaRPr lang="de-DE" sz="1000">
              <a:latin typeface="72 Brand" panose="020B0504030603020204" pitchFamily="34" charset="0"/>
            </a:endParaRPr>
          </a:p>
        </p:txBody>
      </p:sp>
    </p:spTree>
    <p:extLst>
      <p:ext uri="{BB962C8B-B14F-4D97-AF65-F5344CB8AC3E}">
        <p14:creationId xmlns:p14="http://schemas.microsoft.com/office/powerpoint/2010/main" val="235993245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547688" y="612775"/>
            <a:ext cx="5762625" cy="3241675"/>
          </a:xfrm>
          <a:prstGeom prst="rect">
            <a:avLst/>
          </a:prstGeom>
          <a:noFill/>
          <a:ln w="12700">
            <a:solidFill>
              <a:prstClr val="black"/>
            </a:solidFill>
          </a:ln>
        </p:spPr>
        <p:txBody>
          <a:bodyPr vert="horz" lIns="91440" tIns="45720" rIns="91440" bIns="45720" rtlCol="0" anchor="ctr"/>
          <a:lstStyle/>
          <a:p>
            <a:endParaRPr lang="de-DE"/>
          </a:p>
        </p:txBody>
      </p:sp>
      <p:sp>
        <p:nvSpPr>
          <p:cNvPr id="5" name="Notes Placeholder 4"/>
          <p:cNvSpPr>
            <a:spLocks noGrp="1"/>
          </p:cNvSpPr>
          <p:nvPr>
            <p:ph type="body" sz="quarter" idx="3"/>
          </p:nvPr>
        </p:nvSpPr>
        <p:spPr>
          <a:xfrm>
            <a:off x="549000" y="4120162"/>
            <a:ext cx="5760000" cy="4563560"/>
          </a:xfrm>
          <a:prstGeom prst="rect">
            <a:avLst/>
          </a:prstGeom>
        </p:spPr>
        <p:txBody>
          <a:bodyPr vert="horz" lIns="0" tIns="0" rIns="0" bIns="0" rtlCol="0">
            <a:normAutofit/>
          </a:bodyPr>
          <a:lstStyle/>
          <a:p>
            <a:pPr lvl="0"/>
            <a:r>
              <a:rPr lang="en-US"/>
              <a:t>Click to edit Master text styles</a:t>
            </a:r>
          </a:p>
          <a:p>
            <a:pPr lvl="1"/>
            <a:r>
              <a:rPr lang="en-US"/>
              <a:t>Second level</a:t>
            </a:r>
          </a:p>
          <a:p>
            <a:pPr lvl="2"/>
            <a:r>
              <a:rPr lang="en-US"/>
              <a:t>Third level</a:t>
            </a:r>
          </a:p>
        </p:txBody>
      </p:sp>
      <p:sp>
        <p:nvSpPr>
          <p:cNvPr id="7" name="Slide Number Placeholder 6"/>
          <p:cNvSpPr>
            <a:spLocks noGrp="1"/>
          </p:cNvSpPr>
          <p:nvPr>
            <p:ph type="sldNum" sz="quarter" idx="5"/>
          </p:nvPr>
        </p:nvSpPr>
        <p:spPr>
          <a:xfrm>
            <a:off x="2957512" y="8935722"/>
            <a:ext cx="942976" cy="205358"/>
          </a:xfrm>
          <a:prstGeom prst="rect">
            <a:avLst/>
          </a:prstGeom>
        </p:spPr>
        <p:txBody>
          <a:bodyPr vert="horz" lIns="91440" tIns="45720" rIns="91440" bIns="45720" rtlCol="0" anchor="b"/>
          <a:lstStyle>
            <a:lvl1pPr algn="ctr">
              <a:defRPr sz="800" b="0" i="0">
                <a:latin typeface="72 Brand" panose="020B0504030603020204" pitchFamily="34" charset="0"/>
              </a:defRPr>
            </a:lvl1pPr>
          </a:lstStyle>
          <a:p>
            <a:fld id="{7D8C2C35-2B8A-446E-BEC0-FD36716C29AC}" type="slidenum">
              <a:rPr lang="en-DE" smtClean="0"/>
              <a:pPr/>
              <a:t>‹#›</a:t>
            </a:fld>
            <a:endParaRPr lang="en-DE"/>
          </a:p>
        </p:txBody>
      </p:sp>
    </p:spTree>
    <p:extLst>
      <p:ext uri="{BB962C8B-B14F-4D97-AF65-F5344CB8AC3E}">
        <p14:creationId xmlns:p14="http://schemas.microsoft.com/office/powerpoint/2010/main" val="2847385487"/>
      </p:ext>
    </p:extLst>
  </p:cSld>
  <p:clrMap bg1="lt1" tx1="dk1" bg2="lt2" tx2="dk2" accent1="accent1" accent2="accent2" accent3="accent3" accent4="accent4" accent5="accent5" accent6="accent6" hlink="hlink" folHlink="folHlink"/>
  <p:notesStyle>
    <a:lvl1pPr marL="0" algn="l" defTabSz="1088776" rtl="0" eaLnBrk="1" latinLnBrk="0" hangingPunct="1">
      <a:defRPr sz="1400" b="0" i="0" kern="1200">
        <a:solidFill>
          <a:schemeClr val="tx1"/>
        </a:solidFill>
        <a:latin typeface="72 Brand" panose="020B0504030603020204" pitchFamily="34" charset="0"/>
        <a:ea typeface="+mn-ea"/>
        <a:cs typeface="+mn-cs"/>
      </a:defRPr>
    </a:lvl1pPr>
    <a:lvl2pPr marL="180000" indent="-180000" algn="l" defTabSz="1088776" rtl="0" eaLnBrk="1" latinLnBrk="0" hangingPunct="1">
      <a:buClr>
        <a:schemeClr val="accent1"/>
      </a:buClr>
      <a:buSzPct val="100000"/>
      <a:buFont typeface="Wingdings" pitchFamily="2" charset="2"/>
      <a:buChar char=""/>
      <a:defRPr sz="1400" b="0" i="0" kern="1200">
        <a:solidFill>
          <a:schemeClr val="tx1"/>
        </a:solidFill>
        <a:latin typeface="72 Brand" panose="020B0504030603020204" pitchFamily="34" charset="0"/>
        <a:ea typeface="+mn-ea"/>
        <a:cs typeface="+mn-cs"/>
      </a:defRPr>
    </a:lvl2pPr>
    <a:lvl3pPr marL="360000" indent="-180000" algn="l" defTabSz="1088776" rtl="0" eaLnBrk="1" latinLnBrk="0" hangingPunct="1">
      <a:buClr>
        <a:schemeClr val="accent2"/>
      </a:buClr>
      <a:buSzPct val="80000"/>
      <a:buFont typeface="Symbol" pitchFamily="18" charset="2"/>
      <a:buChar char="-"/>
      <a:defRPr sz="1200" b="0" i="0" kern="1200">
        <a:solidFill>
          <a:schemeClr val="tx1"/>
        </a:solidFill>
        <a:latin typeface="72 Brand" panose="020B0504030603020204" pitchFamily="34" charset="0"/>
        <a:ea typeface="+mn-ea"/>
        <a:cs typeface="+mn-cs"/>
      </a:defRPr>
    </a:lvl3pPr>
    <a:lvl4pPr marL="674815" indent="-158780" algn="l" defTabSz="1088776" rtl="0" eaLnBrk="1" latinLnBrk="0" hangingPunct="1">
      <a:buClr>
        <a:schemeClr val="accent2"/>
      </a:buClr>
      <a:buFont typeface="Arial" pitchFamily="34" charset="0"/>
      <a:buChar char="–"/>
      <a:defRPr sz="1200" kern="1200">
        <a:solidFill>
          <a:schemeClr val="tx1"/>
        </a:solidFill>
        <a:latin typeface="+mn-lt"/>
        <a:ea typeface="+mn-ea"/>
        <a:cs typeface="+mn-cs"/>
      </a:defRPr>
    </a:lvl4pPr>
    <a:lvl5pPr marL="2177552" algn="l" defTabSz="1088776" rtl="0" eaLnBrk="1" latinLnBrk="0" hangingPunct="1">
      <a:defRPr sz="1400" kern="1200">
        <a:solidFill>
          <a:schemeClr val="tx1"/>
        </a:solidFill>
        <a:latin typeface="+mn-lt"/>
        <a:ea typeface="+mn-ea"/>
        <a:cs typeface="+mn-cs"/>
      </a:defRPr>
    </a:lvl5pPr>
    <a:lvl6pPr marL="2721940" algn="l" defTabSz="1088776" rtl="0" eaLnBrk="1" latinLnBrk="0" hangingPunct="1">
      <a:defRPr sz="1400" kern="1200">
        <a:solidFill>
          <a:schemeClr val="tx1"/>
        </a:solidFill>
        <a:latin typeface="+mn-lt"/>
        <a:ea typeface="+mn-ea"/>
        <a:cs typeface="+mn-cs"/>
      </a:defRPr>
    </a:lvl6pPr>
    <a:lvl7pPr marL="3266328" algn="l" defTabSz="1088776" rtl="0" eaLnBrk="1" latinLnBrk="0" hangingPunct="1">
      <a:defRPr sz="1400" kern="1200">
        <a:solidFill>
          <a:schemeClr val="tx1"/>
        </a:solidFill>
        <a:latin typeface="+mn-lt"/>
        <a:ea typeface="+mn-ea"/>
        <a:cs typeface="+mn-cs"/>
      </a:defRPr>
    </a:lvl7pPr>
    <a:lvl8pPr marL="3810716" algn="l" defTabSz="1088776" rtl="0" eaLnBrk="1" latinLnBrk="0" hangingPunct="1">
      <a:defRPr sz="1400" kern="1200">
        <a:solidFill>
          <a:schemeClr val="tx1"/>
        </a:solidFill>
        <a:latin typeface="+mn-lt"/>
        <a:ea typeface="+mn-ea"/>
        <a:cs typeface="+mn-cs"/>
      </a:defRPr>
    </a:lvl8pPr>
    <a:lvl9pPr marL="4355104" algn="l" defTabSz="1088776" rtl="0" eaLnBrk="1" latinLnBrk="0" hangingPunct="1">
      <a:defRPr sz="14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D8C2C35-2B8A-446E-BEC0-FD36716C29AC}" type="slidenum">
              <a:rPr lang="en-DE" smtClean="0"/>
              <a:pPr/>
              <a:t>1</a:t>
            </a:fld>
            <a:endParaRPr lang="en-DE"/>
          </a:p>
        </p:txBody>
      </p:sp>
    </p:spTree>
    <p:extLst>
      <p:ext uri="{BB962C8B-B14F-4D97-AF65-F5344CB8AC3E}">
        <p14:creationId xmlns:p14="http://schemas.microsoft.com/office/powerpoint/2010/main" val="407881403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1088776" rtl="0" eaLnBrk="1" fontAlgn="auto" latinLnBrk="0" hangingPunct="1">
              <a:lnSpc>
                <a:spcPct val="100000"/>
              </a:lnSpc>
              <a:spcBef>
                <a:spcPts val="0"/>
              </a:spcBef>
              <a:spcAft>
                <a:spcPts val="0"/>
              </a:spcAft>
              <a:buClrTx/>
              <a:buSzTx/>
              <a:buFontTx/>
              <a:buNone/>
              <a:tabLst/>
              <a:defRPr/>
            </a:pPr>
            <a:endParaRPr lang="en-US"/>
          </a:p>
        </p:txBody>
      </p:sp>
      <p:sp>
        <p:nvSpPr>
          <p:cNvPr id="4" name="Slide Number Placeholder 3"/>
          <p:cNvSpPr>
            <a:spLocks noGrp="1"/>
          </p:cNvSpPr>
          <p:nvPr>
            <p:ph type="sldNum" sz="quarter" idx="5"/>
          </p:nvPr>
        </p:nvSpPr>
        <p:spPr/>
        <p:txBody>
          <a:bodyPr/>
          <a:lstStyle/>
          <a:p>
            <a:fld id="{7D8C2C35-2B8A-446E-BEC0-FD36716C29AC}" type="slidenum">
              <a:rPr lang="en-DE" smtClean="0"/>
              <a:pPr/>
              <a:t>2</a:t>
            </a:fld>
            <a:endParaRPr lang="en-DE"/>
          </a:p>
        </p:txBody>
      </p:sp>
    </p:spTree>
    <p:extLst>
      <p:ext uri="{BB962C8B-B14F-4D97-AF65-F5344CB8AC3E}">
        <p14:creationId xmlns:p14="http://schemas.microsoft.com/office/powerpoint/2010/main" val="324915458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D8C2C35-2B8A-446E-BEC0-FD36716C29AC}" type="slidenum">
              <a:rPr lang="en-DE" smtClean="0"/>
              <a:pPr/>
              <a:t>3</a:t>
            </a:fld>
            <a:endParaRPr lang="en-DE"/>
          </a:p>
        </p:txBody>
      </p:sp>
    </p:spTree>
    <p:extLst>
      <p:ext uri="{BB962C8B-B14F-4D97-AF65-F5344CB8AC3E}">
        <p14:creationId xmlns:p14="http://schemas.microsoft.com/office/powerpoint/2010/main" val="7636385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A238D9-EB62-7A3A-58CB-91E68B7A61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50DF70-5E68-00C0-F367-BBBE749B6DD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294440-16B9-2983-F4F4-8618EDA3F50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BD45C30-173B-77B7-C8A4-069E61584664}"/>
              </a:ext>
            </a:extLst>
          </p:cNvPr>
          <p:cNvSpPr>
            <a:spLocks noGrp="1"/>
          </p:cNvSpPr>
          <p:nvPr>
            <p:ph type="sldNum" sz="quarter" idx="5"/>
          </p:nvPr>
        </p:nvSpPr>
        <p:spPr/>
        <p:txBody>
          <a:bodyPr/>
          <a:lstStyle/>
          <a:p>
            <a:fld id="{7D8C2C35-2B8A-446E-BEC0-FD36716C29AC}" type="slidenum">
              <a:rPr lang="en-DE" smtClean="0"/>
              <a:pPr/>
              <a:t>4</a:t>
            </a:fld>
            <a:endParaRPr lang="en-DE"/>
          </a:p>
        </p:txBody>
      </p:sp>
    </p:spTree>
    <p:extLst>
      <p:ext uri="{BB962C8B-B14F-4D97-AF65-F5344CB8AC3E}">
        <p14:creationId xmlns:p14="http://schemas.microsoft.com/office/powerpoint/2010/main" val="248040944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B018E-14AC-96CD-B511-C83B877B8F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E52A5BC-4A03-C5B0-0548-3E742378863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9F5598-6EBC-370A-3414-CE536E781C90}"/>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61F9A88-106C-DD08-E436-61A119A4CA53}"/>
              </a:ext>
            </a:extLst>
          </p:cNvPr>
          <p:cNvSpPr>
            <a:spLocks noGrp="1"/>
          </p:cNvSpPr>
          <p:nvPr>
            <p:ph type="sldNum" sz="quarter" idx="5"/>
          </p:nvPr>
        </p:nvSpPr>
        <p:spPr/>
        <p:txBody>
          <a:bodyPr/>
          <a:lstStyle/>
          <a:p>
            <a:fld id="{7D8C2C35-2B8A-446E-BEC0-FD36716C29AC}" type="slidenum">
              <a:rPr lang="en-DE" smtClean="0"/>
              <a:pPr/>
              <a:t>5</a:t>
            </a:fld>
            <a:endParaRPr lang="en-DE"/>
          </a:p>
        </p:txBody>
      </p:sp>
    </p:spTree>
    <p:extLst>
      <p:ext uri="{BB962C8B-B14F-4D97-AF65-F5344CB8AC3E}">
        <p14:creationId xmlns:p14="http://schemas.microsoft.com/office/powerpoint/2010/main" val="16784585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BD7C8-07C8-D852-97A6-B316C7CECDA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2DAF5A-3239-F791-C542-B2CCB2BB00E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1593DB-F783-2269-DD0A-E2848F7D279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087DCC5C-4603-A659-7C8B-4C14BD74F485}"/>
              </a:ext>
            </a:extLst>
          </p:cNvPr>
          <p:cNvSpPr>
            <a:spLocks noGrp="1"/>
          </p:cNvSpPr>
          <p:nvPr>
            <p:ph type="sldNum" sz="quarter" idx="5"/>
          </p:nvPr>
        </p:nvSpPr>
        <p:spPr/>
        <p:txBody>
          <a:bodyPr/>
          <a:lstStyle/>
          <a:p>
            <a:fld id="{7D8C2C35-2B8A-446E-BEC0-FD36716C29AC}" type="slidenum">
              <a:rPr lang="en-DE" smtClean="0"/>
              <a:pPr/>
              <a:t>6</a:t>
            </a:fld>
            <a:endParaRPr lang="en-DE"/>
          </a:p>
        </p:txBody>
      </p:sp>
    </p:spTree>
    <p:extLst>
      <p:ext uri="{BB962C8B-B14F-4D97-AF65-F5344CB8AC3E}">
        <p14:creationId xmlns:p14="http://schemas.microsoft.com/office/powerpoint/2010/main" val="405211094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D95FC6-D4BB-BCFA-E005-0849FA544D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FE399A-D7EE-6660-19E5-E19E283723B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F3A09D-7CCE-224B-1501-AFB9EF5E8E2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D15784C-44BB-9364-6B21-60CC46CDD455}"/>
              </a:ext>
            </a:extLst>
          </p:cNvPr>
          <p:cNvSpPr>
            <a:spLocks noGrp="1"/>
          </p:cNvSpPr>
          <p:nvPr>
            <p:ph type="sldNum" sz="quarter" idx="5"/>
          </p:nvPr>
        </p:nvSpPr>
        <p:spPr/>
        <p:txBody>
          <a:bodyPr/>
          <a:lstStyle/>
          <a:p>
            <a:fld id="{7D8C2C35-2B8A-446E-BEC0-FD36716C29AC}" type="slidenum">
              <a:rPr lang="en-DE" smtClean="0"/>
              <a:pPr/>
              <a:t>7</a:t>
            </a:fld>
            <a:endParaRPr lang="en-DE"/>
          </a:p>
        </p:txBody>
      </p:sp>
    </p:spTree>
    <p:extLst>
      <p:ext uri="{BB962C8B-B14F-4D97-AF65-F5344CB8AC3E}">
        <p14:creationId xmlns:p14="http://schemas.microsoft.com/office/powerpoint/2010/main" val="28823633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6D9C2D-7675-DBA1-E5F4-9B23865873E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2C0ACE-E080-37DA-1E3E-B7F9008357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684BC60-5420-8502-C5EF-8FFA3CA7AEA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E6291A3-70D7-5044-91D6-DA41B4B1115B}"/>
              </a:ext>
            </a:extLst>
          </p:cNvPr>
          <p:cNvSpPr>
            <a:spLocks noGrp="1"/>
          </p:cNvSpPr>
          <p:nvPr>
            <p:ph type="sldNum" sz="quarter" idx="5"/>
          </p:nvPr>
        </p:nvSpPr>
        <p:spPr/>
        <p:txBody>
          <a:bodyPr/>
          <a:lstStyle/>
          <a:p>
            <a:fld id="{7D8C2C35-2B8A-446E-BEC0-FD36716C29AC}" type="slidenum">
              <a:rPr lang="en-DE" smtClean="0"/>
              <a:pPr/>
              <a:t>8</a:t>
            </a:fld>
            <a:endParaRPr lang="en-DE"/>
          </a:p>
        </p:txBody>
      </p:sp>
    </p:spTree>
    <p:extLst>
      <p:ext uri="{BB962C8B-B14F-4D97-AF65-F5344CB8AC3E}">
        <p14:creationId xmlns:p14="http://schemas.microsoft.com/office/powerpoint/2010/main" val="7052072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4B61A-3C64-66F8-2259-B2AEB6A0C0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EE6CD4F-4B3E-F555-DF12-7902BF6AEF9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C67F1B2-C937-FEF6-7291-84BAE2B66B3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5CBBBE2-5066-3791-327A-13635834DAD8}"/>
              </a:ext>
            </a:extLst>
          </p:cNvPr>
          <p:cNvSpPr>
            <a:spLocks noGrp="1"/>
          </p:cNvSpPr>
          <p:nvPr>
            <p:ph type="sldNum" sz="quarter" idx="5"/>
          </p:nvPr>
        </p:nvSpPr>
        <p:spPr/>
        <p:txBody>
          <a:bodyPr/>
          <a:lstStyle/>
          <a:p>
            <a:fld id="{7D8C2C35-2B8A-446E-BEC0-FD36716C29AC}" type="slidenum">
              <a:rPr lang="en-DE" smtClean="0"/>
              <a:pPr/>
              <a:t>9</a:t>
            </a:fld>
            <a:endParaRPr lang="en-DE"/>
          </a:p>
        </p:txBody>
      </p:sp>
    </p:spTree>
    <p:extLst>
      <p:ext uri="{BB962C8B-B14F-4D97-AF65-F5344CB8AC3E}">
        <p14:creationId xmlns:p14="http://schemas.microsoft.com/office/powerpoint/2010/main" val="40035794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0AB7C6-8BB7-D052-F0D6-0C3DABB7D99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DDE3C5-B6AD-C2A2-63E0-AE8A1DF839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06548FD-0208-59E7-2F47-2A8C47731B3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F2497B1-A931-74D5-6BC3-A9E0B3791B91}"/>
              </a:ext>
            </a:extLst>
          </p:cNvPr>
          <p:cNvSpPr>
            <a:spLocks noGrp="1"/>
          </p:cNvSpPr>
          <p:nvPr>
            <p:ph type="sldNum" sz="quarter" idx="5"/>
          </p:nvPr>
        </p:nvSpPr>
        <p:spPr/>
        <p:txBody>
          <a:bodyPr/>
          <a:lstStyle/>
          <a:p>
            <a:fld id="{7D8C2C35-2B8A-446E-BEC0-FD36716C29AC}" type="slidenum">
              <a:rPr lang="en-DE" smtClean="0"/>
              <a:pPr/>
              <a:t>10</a:t>
            </a:fld>
            <a:endParaRPr lang="en-DE"/>
          </a:p>
        </p:txBody>
      </p:sp>
    </p:spTree>
    <p:extLst>
      <p:ext uri="{BB962C8B-B14F-4D97-AF65-F5344CB8AC3E}">
        <p14:creationId xmlns:p14="http://schemas.microsoft.com/office/powerpoint/2010/main" val="6711180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7D8C2C35-2B8A-446E-BEC0-FD36716C29AC}" type="slidenum">
              <a:rPr lang="en-DE" smtClean="0"/>
              <a:pPr/>
              <a:t>12</a:t>
            </a:fld>
            <a:endParaRPr lang="en-DE"/>
          </a:p>
        </p:txBody>
      </p:sp>
    </p:spTree>
    <p:extLst>
      <p:ext uri="{BB962C8B-B14F-4D97-AF65-F5344CB8AC3E}">
        <p14:creationId xmlns:p14="http://schemas.microsoft.com/office/powerpoint/2010/main" val="333704360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slideMaster" Target="../slideMasters/slideMaster1.xml"/><Relationship Id="rId5" Type="http://schemas.openxmlformats.org/officeDocument/2006/relationships/image" Target="../media/image9.png"/><Relationship Id="rId4" Type="http://schemas.openxmlformats.org/officeDocument/2006/relationships/image" Target="../media/image8.sv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4.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svg"/></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1.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12.png"/><Relationship Id="rId3" Type="http://schemas.openxmlformats.org/officeDocument/2006/relationships/image" Target="../media/image14.png"/><Relationship Id="rId7" Type="http://schemas.openxmlformats.org/officeDocument/2006/relationships/image" Target="../media/image18.png"/><Relationship Id="rId12" Type="http://schemas.openxmlformats.org/officeDocument/2006/relationships/image" Target="../media/image23.png"/><Relationship Id="rId2" Type="http://schemas.openxmlformats.org/officeDocument/2006/relationships/image" Target="../media/image13.png"/><Relationship Id="rId1" Type="http://schemas.openxmlformats.org/officeDocument/2006/relationships/slideMaster" Target="../slideMasters/slideMaster1.xml"/><Relationship Id="rId6" Type="http://schemas.openxmlformats.org/officeDocument/2006/relationships/image" Target="../media/image17.png"/><Relationship Id="rId11" Type="http://schemas.openxmlformats.org/officeDocument/2006/relationships/image" Target="../media/image22.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15.png"/><Relationship Id="rId9" Type="http://schemas.openxmlformats.org/officeDocument/2006/relationships/image" Target="../media/image20.png"/></Relationships>
</file>

<file path=ppt/slideLayouts/_rels/slideLayout35.xml.rels><?xml version="1.0" encoding="UTF-8" standalone="yes"?>
<Relationships xmlns="http://schemas.openxmlformats.org/package/2006/relationships"><Relationship Id="rId8" Type="http://schemas.openxmlformats.org/officeDocument/2006/relationships/hyperlink" Target="https://brand.sap.com/naming-center#/dashboard" TargetMode="External"/><Relationship Id="rId3" Type="http://schemas.openxmlformats.org/officeDocument/2006/relationships/image" Target="../media/image25.svg"/><Relationship Id="rId7" Type="http://schemas.openxmlformats.org/officeDocument/2006/relationships/hyperlink" Target="https://brand.sap.com/" TargetMode="External"/><Relationship Id="rId2" Type="http://schemas.openxmlformats.org/officeDocument/2006/relationships/image" Target="../media/image24.svg"/><Relationship Id="rId1" Type="http://schemas.openxmlformats.org/officeDocument/2006/relationships/slideMaster" Target="../slideMasters/slideMaster1.xml"/><Relationship Id="rId6" Type="http://schemas.openxmlformats.org/officeDocument/2006/relationships/hyperlink" Target="https://brand.sap.com/media-library/index.html#/" TargetMode="External"/><Relationship Id="rId5" Type="http://schemas.openxmlformats.org/officeDocument/2006/relationships/image" Target="../media/image27.svg"/><Relationship Id="rId4" Type="http://schemas.openxmlformats.org/officeDocument/2006/relationships/image" Target="../media/image26.svg"/><Relationship Id="rId9" Type="http://schemas.openxmlformats.org/officeDocument/2006/relationships/hyperlink" Target="https://brand.sap.com/writing-assistant" TargetMode="Externa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28.svg"/><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png"/></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over A">
    <p:bg>
      <p:bgRef idx="1001">
        <a:schemeClr val="bg1"/>
      </p:bgRef>
    </p:bg>
    <p:spTree>
      <p:nvGrpSpPr>
        <p:cNvPr id="1" name=""/>
        <p:cNvGrpSpPr/>
        <p:nvPr/>
      </p:nvGrpSpPr>
      <p:grpSpPr>
        <a:xfrm>
          <a:off x="0" y="0"/>
          <a:ext cx="0" cy="0"/>
          <a:chOff x="0" y="0"/>
          <a:chExt cx="0" cy="0"/>
        </a:xfrm>
      </p:grpSpPr>
      <p:sp>
        <p:nvSpPr>
          <p:cNvPr id="4" name="Title"/>
          <p:cNvSpPr>
            <a:spLocks noGrp="1"/>
          </p:cNvSpPr>
          <p:nvPr>
            <p:ph type="title" hasCustomPrompt="1"/>
          </p:nvPr>
        </p:nvSpPr>
        <p:spPr>
          <a:xfrm>
            <a:off x="503238" y="2706317"/>
            <a:ext cx="4765449" cy="997196"/>
          </a:xfrm>
        </p:spPr>
        <p:txBody>
          <a:bodyPr anchor="b" anchorCtr="0">
            <a:noAutofit/>
          </a:bodyPr>
          <a:lstStyle>
            <a:lvl1pPr>
              <a:lnSpc>
                <a:spcPct val="90000"/>
              </a:lnSpc>
              <a:defRPr sz="3600" b="0" i="0">
                <a:latin typeface="+mj-lt"/>
                <a:cs typeface="Arial" panose="020B0604020202020204"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600" kern="0" err="1">
              <a:ea typeface="72 Brand" pitchFamily="34" charset="-128"/>
              <a:cs typeface="72 Brand" pitchFamily="34" charset="-128"/>
            </a:endParaRPr>
          </a:p>
        </p:txBody>
      </p:sp>
      <p:sp>
        <p:nvSpPr>
          <p:cNvPr id="3" name="Picture Placeholder 2">
            <a:extLst>
              <a:ext uri="{FF2B5EF4-FFF2-40B4-BE49-F238E27FC236}">
                <a16:creationId xmlns:a16="http://schemas.microsoft.com/office/drawing/2014/main" id="{DE73D104-EF7E-A0AB-2243-882D65E686E2}"/>
              </a:ext>
            </a:extLst>
          </p:cNvPr>
          <p:cNvSpPr>
            <a:spLocks noGrp="1"/>
          </p:cNvSpPr>
          <p:nvPr>
            <p:ph type="pic" sz="quarter" idx="15" hasCustomPrompt="1"/>
          </p:nvPr>
        </p:nvSpPr>
        <p:spPr>
          <a:xfrm>
            <a:off x="5969000" y="0"/>
            <a:ext cx="6226175" cy="6858000"/>
          </a:xfrm>
        </p:spPr>
        <p:txBody>
          <a:bodyPr anchor="ctr" anchorCtr="0"/>
          <a:lstStyle>
            <a:lvl1pPr marL="0" indent="0" algn="ctr">
              <a:buNone/>
              <a:defRPr/>
            </a:lvl1pPr>
          </a:lstStyle>
          <a:p>
            <a:r>
              <a:rPr lang="en-US"/>
              <a:t>Click to insert picture</a:t>
            </a:r>
          </a:p>
        </p:txBody>
      </p:sp>
      <p:pic>
        <p:nvPicPr>
          <p:cNvPr id="371284571" name="LogoBlue-Dynamic" descr="{&quot;templafy&quot;:{&quot;id&quot;:&quot;ebb781f1-233c-413b-ba43-1c8c2ecb5565&quot;}}"/>
          <p:cNvPicPr>
            <a:picLocks noChangeAspect="1"/>
          </p:cNvPicPr>
          <p:nvPr/>
        </p:nvPicPr>
        <p:blipFill>
          <a:blip r:embed="rId2"/>
          <a:stretch>
            <a:fillRect/>
          </a:stretch>
        </p:blipFill>
        <p:spPr>
          <a:xfrm>
            <a:off x="504000" y="504000"/>
            <a:ext cx="2997983" cy="360000"/>
          </a:xfrm>
          <a:prstGeom prst="rect">
            <a:avLst/>
          </a:prstGeom>
        </p:spPr>
      </p:pic>
    </p:spTree>
    <p:extLst>
      <p:ext uri="{BB962C8B-B14F-4D97-AF65-F5344CB8AC3E}">
        <p14:creationId xmlns:p14="http://schemas.microsoft.com/office/powerpoint/2010/main" val="198241062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orient="horz" pos="1701" userDrawn="1">
          <p15:clr>
            <a:srgbClr val="FBAE40"/>
          </p15:clr>
        </p15:guide>
        <p15:guide id="3" orient="horz" pos="2682" userDrawn="1">
          <p15:clr>
            <a:srgbClr val="FBAE40"/>
          </p15:clr>
        </p15:guide>
        <p15:guide id="4" orient="horz" pos="2334" userDrawn="1">
          <p15:clr>
            <a:srgbClr val="FBAE40"/>
          </p15:clr>
        </p15:guide>
        <p15:guide id="5" orient="horz" pos="2999"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ver B">
    <p:bg>
      <p:bgPr>
        <a:solidFill>
          <a:srgbClr val="002A86"/>
        </a:solidFill>
        <a:effectLst/>
      </p:bgPr>
    </p:bg>
    <p:spTree>
      <p:nvGrpSpPr>
        <p:cNvPr id="1" name=""/>
        <p:cNvGrpSpPr/>
        <p:nvPr/>
      </p:nvGrpSpPr>
      <p:grpSpPr>
        <a:xfrm>
          <a:off x="0" y="0"/>
          <a:ext cx="0" cy="0"/>
          <a:chOff x="0" y="0"/>
          <a:chExt cx="0" cy="0"/>
        </a:xfrm>
      </p:grpSpPr>
      <p:pic>
        <p:nvPicPr>
          <p:cNvPr id="11" name="Image 1" descr="preencoded.png">
            <a:extLst>
              <a:ext uri="{FF2B5EF4-FFF2-40B4-BE49-F238E27FC236}">
                <a16:creationId xmlns:a16="http://schemas.microsoft.com/office/drawing/2014/main" id="{6C575B3E-49FD-8450-F2CB-84C6E7A1153D}"/>
              </a:ext>
            </a:extLst>
          </p:cNvPr>
          <p:cNvPicPr>
            <a:picLocks noChangeAspect="1"/>
          </p:cNvPicPr>
          <p:nvPr/>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rcRect/>
          <a:stretch/>
        </p:blipFill>
        <p:spPr>
          <a:xfrm>
            <a:off x="752355" y="1156532"/>
            <a:ext cx="5613722" cy="2756252"/>
          </a:xfrm>
          <a:prstGeom prst="rect">
            <a:avLst/>
          </a:prstGeom>
        </p:spPr>
      </p:pic>
      <p:pic>
        <p:nvPicPr>
          <p:cNvPr id="28936725" name="Acquired Company Logo Placeholder" descr="{&quot;templafy&quot;:{&quot;id&quot;:&quot;e24a6e43-600a-4c6b-89de-bcf3787a4fa8&quot;}}" hidden="1"/>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82575" y="2141327"/>
            <a:ext cx="4125924" cy="266010"/>
          </a:xfrm>
          <a:prstGeom prst="rect">
            <a:avLst/>
          </a:prstGeom>
        </p:spPr>
      </p:pic>
      <p:sp>
        <p:nvSpPr>
          <p:cNvPr id="13" name="Picture Placeholder 12">
            <a:extLst>
              <a:ext uri="{FF2B5EF4-FFF2-40B4-BE49-F238E27FC236}">
                <a16:creationId xmlns:a16="http://schemas.microsoft.com/office/drawing/2014/main" id="{FF6D8674-EA25-0C87-7F7A-4B6FFA7F1F14}"/>
              </a:ext>
            </a:extLst>
          </p:cNvPr>
          <p:cNvSpPr>
            <a:spLocks noGrp="1"/>
          </p:cNvSpPr>
          <p:nvPr>
            <p:ph type="pic" sz="quarter" idx="10" hasCustomPrompt="1"/>
          </p:nvPr>
        </p:nvSpPr>
        <p:spPr>
          <a:xfrm>
            <a:off x="7875176" y="0"/>
            <a:ext cx="4320000" cy="6858000"/>
          </a:xfrm>
        </p:spPr>
        <p:txBody>
          <a:bodyPr anchor="ctr" anchorCtr="0"/>
          <a:lstStyle>
            <a:lvl1pPr marL="0" indent="0" algn="ctr">
              <a:buNone/>
              <a:defRPr>
                <a:solidFill>
                  <a:schemeClr val="bg1"/>
                </a:solidFill>
              </a:defRPr>
            </a:lvl1pPr>
          </a:lstStyle>
          <a:p>
            <a:r>
              <a:rPr lang="en-US"/>
              <a:t>Click to insert picture</a:t>
            </a:r>
          </a:p>
        </p:txBody>
      </p:sp>
      <p:sp>
        <p:nvSpPr>
          <p:cNvPr id="4" name="Title">
            <a:extLst>
              <a:ext uri="{FF2B5EF4-FFF2-40B4-BE49-F238E27FC236}">
                <a16:creationId xmlns:a16="http://schemas.microsoft.com/office/drawing/2014/main" id="{A222ABC1-A03E-5EDE-02E2-6F3794850CC1}"/>
              </a:ext>
            </a:extLst>
          </p:cNvPr>
          <p:cNvSpPr>
            <a:spLocks noGrp="1"/>
          </p:cNvSpPr>
          <p:nvPr>
            <p:ph type="title" hasCustomPrompt="1"/>
          </p:nvPr>
        </p:nvSpPr>
        <p:spPr>
          <a:xfrm>
            <a:off x="504000" y="2206502"/>
            <a:ext cx="5465762" cy="997196"/>
          </a:xfrm>
        </p:spPr>
        <p:txBody>
          <a:bodyPr wrap="square" anchor="b" anchorCtr="0">
            <a:noAutofit/>
          </a:bodyPr>
          <a:lstStyle>
            <a:lvl1pPr algn="l">
              <a:lnSpc>
                <a:spcPct val="90000"/>
              </a:lnSpc>
              <a:defRPr sz="3600" b="0" i="0">
                <a:solidFill>
                  <a:schemeClr val="bg1"/>
                </a:solidFill>
                <a:latin typeface="+mj-lt"/>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600" kern="0" err="1">
              <a:ea typeface="72 Brand" pitchFamily="34" charset="-128"/>
              <a:cs typeface="72 Brand" pitchFamily="34" charset="-128"/>
            </a:endParaRPr>
          </a:p>
        </p:txBody>
      </p:sp>
      <p:pic>
        <p:nvPicPr>
          <p:cNvPr id="458143554" name="LogoWhite-Dynamic" descr="{&quot;templafy&quot;:{&quot;id&quot;:&quot;93b110c8-1146-4ec3-ba31-28434e342774&quot;}}"/>
          <p:cNvPicPr>
            <a:picLocks noChangeAspect="1"/>
          </p:cNvPicPr>
          <p:nvPr/>
        </p:nvPicPr>
        <p:blipFill>
          <a:blip r:embed="rId4"/>
          <a:stretch>
            <a:fillRect/>
          </a:stretch>
        </p:blipFill>
        <p:spPr>
          <a:xfrm>
            <a:off x="504000" y="504000"/>
            <a:ext cx="2997983" cy="360000"/>
          </a:xfrm>
          <a:prstGeom prst="rect">
            <a:avLst/>
          </a:prstGeom>
        </p:spPr>
      </p:pic>
    </p:spTree>
    <p:extLst>
      <p:ext uri="{BB962C8B-B14F-4D97-AF65-F5344CB8AC3E}">
        <p14:creationId xmlns:p14="http://schemas.microsoft.com/office/powerpoint/2010/main" val="77895446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911" userDrawn="1">
          <p15:clr>
            <a:srgbClr val="FBAE40"/>
          </p15:clr>
        </p15:guide>
        <p15:guide id="2" orient="horz" pos="2682" userDrawn="1">
          <p15:clr>
            <a:srgbClr val="FBAE40"/>
          </p15:clr>
        </p15:guide>
        <p15:guide id="3" orient="horz" pos="2999"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Cover C">
    <p:bg>
      <p:bgPr>
        <a:solidFill>
          <a:srgbClr val="00144A"/>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CA814E6-1161-2533-DECB-242314C64D32}"/>
              </a:ext>
            </a:extLst>
          </p:cNvPr>
          <p:cNvPicPr>
            <a:picLocks noChangeAspect="1"/>
          </p:cNvPicPr>
          <p:nvPr userDrawn="1"/>
        </p:nvPicPr>
        <p:blipFill>
          <a:blip r:embed="rId2"/>
          <a:srcRect/>
          <a:stretch/>
        </p:blipFill>
        <p:spPr>
          <a:xfrm>
            <a:off x="2409825" y="1294364"/>
            <a:ext cx="7677375" cy="3819591"/>
          </a:xfrm>
          <a:prstGeom prst="rect">
            <a:avLst/>
          </a:prstGeom>
        </p:spPr>
      </p:pic>
      <p:sp>
        <p:nvSpPr>
          <p:cNvPr id="4" name="Title"/>
          <p:cNvSpPr>
            <a:spLocks noGrp="1"/>
          </p:cNvSpPr>
          <p:nvPr>
            <p:ph type="title" hasCustomPrompt="1"/>
          </p:nvPr>
        </p:nvSpPr>
        <p:spPr>
          <a:xfrm>
            <a:off x="503238" y="2706317"/>
            <a:ext cx="11183936" cy="997196"/>
          </a:xfrm>
        </p:spPr>
        <p:txBody>
          <a:bodyPr>
            <a:noAutofit/>
          </a:bodyPr>
          <a:lstStyle>
            <a:lvl1pPr>
              <a:lnSpc>
                <a:spcPct val="90000"/>
              </a:lnSpc>
              <a:defRPr sz="3600" b="0" i="0">
                <a:solidFill>
                  <a:schemeClr val="bg1"/>
                </a:solidFill>
                <a:latin typeface="+mj-lt"/>
                <a:cs typeface="Arial" panose="020B0604020202020204"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600" kern="0" err="1">
              <a:ea typeface="72 Brand" pitchFamily="34" charset="-128"/>
              <a:cs typeface="72 Brand" pitchFamily="34" charset="-128"/>
            </a:endParaRPr>
          </a:p>
        </p:txBody>
      </p:sp>
      <p:pic>
        <p:nvPicPr>
          <p:cNvPr id="1481904411" name="LogoWhite-Dynamic" descr="{&quot;templafy&quot;:{&quot;id&quot;:&quot;42fee049-a9ec-47b8-8500-50f635e5b29a&quot;}}"/>
          <p:cNvPicPr>
            <a:picLocks noChangeAspect="1"/>
          </p:cNvPicPr>
          <p:nvPr/>
        </p:nvPicPr>
        <p:blipFill>
          <a:blip r:embed="rId3"/>
          <a:stretch>
            <a:fillRect/>
          </a:stretch>
        </p:blipFill>
        <p:spPr>
          <a:xfrm>
            <a:off x="504000" y="504000"/>
            <a:ext cx="2997983" cy="360000"/>
          </a:xfrm>
          <a:prstGeom prst="rect">
            <a:avLst/>
          </a:prstGeom>
        </p:spPr>
      </p:pic>
    </p:spTree>
    <p:extLst>
      <p:ext uri="{BB962C8B-B14F-4D97-AF65-F5344CB8AC3E}">
        <p14:creationId xmlns:p14="http://schemas.microsoft.com/office/powerpoint/2010/main" val="2667257257"/>
      </p:ext>
    </p:extLst>
  </p:cSld>
  <p:clrMapOvr>
    <a:masterClrMapping/>
  </p:clrMapOvr>
  <p:extLst>
    <p:ext uri="{DCECCB84-F9BA-43D5-87BE-67443E8EF086}">
      <p15:sldGuideLst xmlns:p15="http://schemas.microsoft.com/office/powerpoint/2012/main">
        <p15:guide id="2" orient="horz" pos="1701" userDrawn="1">
          <p15:clr>
            <a:srgbClr val="FBAE40"/>
          </p15:clr>
        </p15:guide>
        <p15:guide id="3" orient="horz" pos="2688" userDrawn="1">
          <p15:clr>
            <a:srgbClr val="FBAE40"/>
          </p15:clr>
        </p15:guide>
        <p15:guide id="4" orient="horz" pos="2334" userDrawn="1">
          <p15:clr>
            <a:srgbClr val="FBAE40"/>
          </p15:clr>
        </p15:guide>
        <p15:guide id="5" orient="horz" pos="2999"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ver D">
    <p:bg>
      <p:bgPr>
        <a:solidFill>
          <a:srgbClr val="D1EFFF"/>
        </a:solidFill>
        <a:effectLst/>
      </p:bgPr>
    </p:bg>
    <p:spTree>
      <p:nvGrpSpPr>
        <p:cNvPr id="1" name=""/>
        <p:cNvGrpSpPr/>
        <p:nvPr/>
      </p:nvGrpSpPr>
      <p:grpSpPr>
        <a:xfrm>
          <a:off x="0" y="0"/>
          <a:ext cx="0" cy="0"/>
          <a:chOff x="0" y="0"/>
          <a:chExt cx="0" cy="0"/>
        </a:xfrm>
      </p:grpSpPr>
      <p:sp>
        <p:nvSpPr>
          <p:cNvPr id="4" name="Title"/>
          <p:cNvSpPr>
            <a:spLocks noGrp="1"/>
          </p:cNvSpPr>
          <p:nvPr userDrawn="1">
            <p:ph type="title" hasCustomPrompt="1"/>
          </p:nvPr>
        </p:nvSpPr>
        <p:spPr>
          <a:xfrm>
            <a:off x="503238" y="2706317"/>
            <a:ext cx="5358719" cy="997196"/>
          </a:xfrm>
        </p:spPr>
        <p:txBody>
          <a:bodyPr anchor="b" anchorCtr="0">
            <a:noAutofit/>
          </a:bodyPr>
          <a:lstStyle>
            <a:lvl1pPr>
              <a:lnSpc>
                <a:spcPct val="90000"/>
              </a:lnSpc>
              <a:defRPr sz="3600" b="0" i="0">
                <a:solidFill>
                  <a:schemeClr val="tx1"/>
                </a:solidFill>
                <a:latin typeface="72 Brand Medium" panose="020B0504030603020204" pitchFamily="34" charset="0"/>
                <a:cs typeface="Arial" panose="020B0604020202020204"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600" kern="0" err="1">
              <a:ea typeface="72 Brand" pitchFamily="34" charset="-128"/>
              <a:cs typeface="72 Brand" pitchFamily="34" charset="-128"/>
            </a:endParaRPr>
          </a:p>
        </p:txBody>
      </p:sp>
      <p:pic>
        <p:nvPicPr>
          <p:cNvPr id="12" name="Image 1" descr="preencoded.png">
            <a:extLst>
              <a:ext uri="{FF2B5EF4-FFF2-40B4-BE49-F238E27FC236}">
                <a16:creationId xmlns:a16="http://schemas.microsoft.com/office/drawing/2014/main" id="{BAFF1977-7427-5CA2-A419-54E33BAD0989}"/>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2"/>
              </a:ext>
            </a:extLst>
          </a:blip>
          <a:srcRect t="22188"/>
          <a:stretch/>
        </p:blipFill>
        <p:spPr>
          <a:xfrm>
            <a:off x="7175500" y="0"/>
            <a:ext cx="4313404" cy="1647915"/>
          </a:xfrm>
          <a:prstGeom prst="rect">
            <a:avLst/>
          </a:prstGeom>
        </p:spPr>
      </p:pic>
      <p:pic>
        <p:nvPicPr>
          <p:cNvPr id="13" name="Image 1" descr="preencoded.png">
            <a:extLst>
              <a:ext uri="{FF2B5EF4-FFF2-40B4-BE49-F238E27FC236}">
                <a16:creationId xmlns:a16="http://schemas.microsoft.com/office/drawing/2014/main" id="{58102CDA-6550-338C-434D-B8FA408CB4D2}"/>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7175500" y="2385967"/>
            <a:ext cx="4313404" cy="2117815"/>
          </a:xfrm>
          <a:prstGeom prst="rect">
            <a:avLst/>
          </a:prstGeom>
        </p:spPr>
      </p:pic>
      <p:pic>
        <p:nvPicPr>
          <p:cNvPr id="14" name="Image 1" descr="preencoded.png">
            <a:extLst>
              <a:ext uri="{FF2B5EF4-FFF2-40B4-BE49-F238E27FC236}">
                <a16:creationId xmlns:a16="http://schemas.microsoft.com/office/drawing/2014/main" id="{65BCE9EE-E0B3-4D29-F0C4-BD00A1DA3A24}"/>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b="23687"/>
          <a:stretch/>
        </p:blipFill>
        <p:spPr>
          <a:xfrm>
            <a:off x="7175500" y="5241835"/>
            <a:ext cx="4313404" cy="1616165"/>
          </a:xfrm>
          <a:prstGeom prst="rect">
            <a:avLst/>
          </a:prstGeom>
        </p:spPr>
      </p:pic>
      <p:pic>
        <p:nvPicPr>
          <p:cNvPr id="1904999126" name="LogoBlack-Dynamic" descr="{&quot;templafy&quot;:{&quot;id&quot;:&quot;0066b16e-2e1d-47c5-9d91-ec9e6252739d&quot;}}"/>
          <p:cNvPicPr>
            <a:picLocks noChangeAspect="1"/>
          </p:cNvPicPr>
          <p:nvPr/>
        </p:nvPicPr>
        <p:blipFill>
          <a:blip r:embed="rId5"/>
          <a:stretch>
            <a:fillRect/>
          </a:stretch>
        </p:blipFill>
        <p:spPr>
          <a:xfrm>
            <a:off x="504000" y="504000"/>
            <a:ext cx="2997983" cy="360000"/>
          </a:xfrm>
          <a:prstGeom prst="rect">
            <a:avLst/>
          </a:prstGeom>
        </p:spPr>
      </p:pic>
    </p:spTree>
    <p:extLst>
      <p:ext uri="{BB962C8B-B14F-4D97-AF65-F5344CB8AC3E}">
        <p14:creationId xmlns:p14="http://schemas.microsoft.com/office/powerpoint/2010/main" val="277845837"/>
      </p:ext>
    </p:extLst>
  </p:cSld>
  <p:clrMapOvr>
    <a:masterClrMapping/>
  </p:clrMapOvr>
  <p:extLst>
    <p:ext uri="{DCECCB84-F9BA-43D5-87BE-67443E8EF086}">
      <p15:sldGuideLst xmlns:p15="http://schemas.microsoft.com/office/powerpoint/2012/main">
        <p15:guide id="2" orient="horz" pos="1701" userDrawn="1">
          <p15:clr>
            <a:srgbClr val="FBAE40"/>
          </p15:clr>
        </p15:guide>
        <p15:guide id="3" orient="horz" pos="2688" userDrawn="1">
          <p15:clr>
            <a:srgbClr val="FBAE40"/>
          </p15:clr>
        </p15:guide>
        <p15:guide id="4" orient="horz" pos="2341" userDrawn="1">
          <p15:clr>
            <a:srgbClr val="FBAE40"/>
          </p15:clr>
        </p15:guide>
        <p15:guide id="5" orient="horz" pos="2999"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ver E">
    <p:bg>
      <p:bgPr>
        <a:solidFill>
          <a:srgbClr val="002A86"/>
        </a:solidFill>
        <a:effectLst/>
      </p:bgPr>
    </p:bg>
    <p:spTree>
      <p:nvGrpSpPr>
        <p:cNvPr id="1" name=""/>
        <p:cNvGrpSpPr/>
        <p:nvPr/>
      </p:nvGrpSpPr>
      <p:grpSpPr>
        <a:xfrm>
          <a:off x="0" y="0"/>
          <a:ext cx="0" cy="0"/>
          <a:chOff x="0" y="0"/>
          <a:chExt cx="0" cy="0"/>
        </a:xfrm>
      </p:grpSpPr>
      <p:pic>
        <p:nvPicPr>
          <p:cNvPr id="828473190" name="LogoWhite-Dynamic" descr="{&quot;templafy&quot;:{&quot;id&quot;:&quot;6f223dcf-81f9-4d5d-b29b-fc7928bd77c7&quot;}}"/>
          <p:cNvPicPr>
            <a:picLocks noChangeAspect="1"/>
          </p:cNvPicPr>
          <p:nvPr/>
        </p:nvPicPr>
        <p:blipFill>
          <a:blip r:embed="rId2"/>
          <a:stretch>
            <a:fillRect/>
          </a:stretch>
        </p:blipFill>
        <p:spPr>
          <a:xfrm>
            <a:off x="504000" y="504000"/>
            <a:ext cx="2997983" cy="360000"/>
          </a:xfrm>
          <a:prstGeom prst="rect">
            <a:avLst/>
          </a:prstGeom>
        </p:spPr>
      </p:pic>
      <p:sp>
        <p:nvSpPr>
          <p:cNvPr id="4" name="Title"/>
          <p:cNvSpPr>
            <a:spLocks noGrp="1"/>
          </p:cNvSpPr>
          <p:nvPr userDrawn="1">
            <p:ph type="title" hasCustomPrompt="1"/>
          </p:nvPr>
        </p:nvSpPr>
        <p:spPr>
          <a:xfrm>
            <a:off x="503238" y="2706317"/>
            <a:ext cx="5358719" cy="997196"/>
          </a:xfrm>
        </p:spPr>
        <p:txBody>
          <a:bodyPr anchor="b" anchorCtr="0">
            <a:noAutofit/>
          </a:bodyPr>
          <a:lstStyle>
            <a:lvl1pPr>
              <a:lnSpc>
                <a:spcPct val="90000"/>
              </a:lnSpc>
              <a:defRPr sz="3600" b="0" i="0">
                <a:solidFill>
                  <a:schemeClr val="bg1"/>
                </a:solidFill>
                <a:latin typeface="72 Brand Medium" panose="020B0504030603020204" pitchFamily="34" charset="0"/>
                <a:cs typeface="Arial" panose="020B0604020202020204"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600" kern="0" err="1">
              <a:ea typeface="72 Brand" pitchFamily="34" charset="-128"/>
              <a:cs typeface="72 Brand" pitchFamily="34" charset="-128"/>
            </a:endParaRPr>
          </a:p>
        </p:txBody>
      </p:sp>
      <p:pic>
        <p:nvPicPr>
          <p:cNvPr id="18" name="Image 1" descr="preencoded.png">
            <a:extLst>
              <a:ext uri="{FF2B5EF4-FFF2-40B4-BE49-F238E27FC236}">
                <a16:creationId xmlns:a16="http://schemas.microsoft.com/office/drawing/2014/main" id="{8CDC0F09-263D-29E7-D374-16F5252D45B1}"/>
              </a:ext>
            </a:extLst>
          </p:cNvPr>
          <p:cNvPicPr>
            <a:picLocks noChangeAspect="1"/>
          </p:cNvPicPr>
          <p:nvPr/>
        </p:nvPicPr>
        <p:blipFill>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t="22188"/>
          <a:stretch/>
        </p:blipFill>
        <p:spPr>
          <a:xfrm>
            <a:off x="7175500" y="0"/>
            <a:ext cx="4313404" cy="1647915"/>
          </a:xfrm>
          <a:prstGeom prst="rect">
            <a:avLst/>
          </a:prstGeom>
        </p:spPr>
      </p:pic>
      <p:pic>
        <p:nvPicPr>
          <p:cNvPr id="19" name="Image 1" descr="preencoded.png">
            <a:extLst>
              <a:ext uri="{FF2B5EF4-FFF2-40B4-BE49-F238E27FC236}">
                <a16:creationId xmlns:a16="http://schemas.microsoft.com/office/drawing/2014/main" id="{DC385859-B9B6-B3C8-F173-ECEB2422A16C}"/>
              </a:ext>
            </a:extLst>
          </p:cNvPr>
          <p:cNvPicPr>
            <a:picLocks noChangeAspect="1"/>
          </p:cNvPicPr>
          <p:nvPr/>
        </p:nvPicPr>
        <p:blipFill>
          <a:blip cstate="email">
            <a:extLst>
              <a:ext uri="{28A0092B-C50C-407E-A947-70E740481C1C}">
                <a14:useLocalDpi xmlns:a14="http://schemas.microsoft.com/office/drawing/2010/main"/>
              </a:ext>
              <a:ext uri="{96DAC541-7B7A-43D3-8B79-37D633B846F1}">
                <asvg:svgBlip xmlns:asvg="http://schemas.microsoft.com/office/drawing/2016/SVG/main" r:embed="rId4"/>
              </a:ext>
            </a:extLst>
          </a:blip>
          <a:srcRect/>
          <a:stretch/>
        </p:blipFill>
        <p:spPr>
          <a:xfrm>
            <a:off x="7175500" y="2385967"/>
            <a:ext cx="4313404" cy="2117815"/>
          </a:xfrm>
          <a:prstGeom prst="rect">
            <a:avLst/>
          </a:prstGeom>
        </p:spPr>
      </p:pic>
      <p:pic>
        <p:nvPicPr>
          <p:cNvPr id="20" name="Image 1" descr="preencoded.png">
            <a:extLst>
              <a:ext uri="{FF2B5EF4-FFF2-40B4-BE49-F238E27FC236}">
                <a16:creationId xmlns:a16="http://schemas.microsoft.com/office/drawing/2014/main" id="{087266D6-22F1-A496-6B1F-14CEDC804997}"/>
              </a:ext>
            </a:extLst>
          </p:cNvPr>
          <p:cNvPicPr>
            <a:picLocks noChangeAspect="1"/>
          </p:cNvPicPr>
          <p:nvPr/>
        </p:nvPicPr>
        <p:blipFill>
          <a:blip cstate="email">
            <a:extLst>
              <a:ext uri="{28A0092B-C50C-407E-A947-70E740481C1C}">
                <a14:useLocalDpi xmlns:a14="http://schemas.microsoft.com/office/drawing/2010/main"/>
              </a:ext>
              <a:ext uri="{96DAC541-7B7A-43D3-8B79-37D633B846F1}">
                <asvg:svgBlip xmlns:asvg="http://schemas.microsoft.com/office/drawing/2016/SVG/main" r:embed="rId5"/>
              </a:ext>
            </a:extLst>
          </a:blip>
          <a:srcRect b="23687"/>
          <a:stretch/>
        </p:blipFill>
        <p:spPr>
          <a:xfrm>
            <a:off x="7175500" y="5241835"/>
            <a:ext cx="4313404" cy="1616165"/>
          </a:xfrm>
          <a:prstGeom prst="rect">
            <a:avLst/>
          </a:prstGeom>
        </p:spPr>
      </p:pic>
    </p:spTree>
    <p:extLst>
      <p:ext uri="{BB962C8B-B14F-4D97-AF65-F5344CB8AC3E}">
        <p14:creationId xmlns:p14="http://schemas.microsoft.com/office/powerpoint/2010/main" val="3009042552"/>
      </p:ext>
    </p:extLst>
  </p:cSld>
  <p:clrMapOvr>
    <a:masterClrMapping/>
  </p:clrMapOvr>
  <p:extLst>
    <p:ext uri="{DCECCB84-F9BA-43D5-87BE-67443E8EF086}">
      <p15:sldGuideLst xmlns:p15="http://schemas.microsoft.com/office/powerpoint/2012/main">
        <p15:guide id="2" orient="horz" pos="1701">
          <p15:clr>
            <a:srgbClr val="FBAE40"/>
          </p15:clr>
        </p15:guide>
        <p15:guide id="3" orient="horz" pos="2688">
          <p15:clr>
            <a:srgbClr val="FBAE40"/>
          </p15:clr>
        </p15:guide>
        <p15:guide id="4" orient="horz" pos="2341">
          <p15:clr>
            <a:srgbClr val="FBAE40"/>
          </p15:clr>
        </p15:guide>
        <p15:guide id="5" orient="horz" pos="2999">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ver F">
    <p:bg>
      <p:bgPr>
        <a:solidFill>
          <a:srgbClr val="D1EFFF"/>
        </a:solidFill>
        <a:effectLst/>
      </p:bgPr>
    </p:bg>
    <p:spTree>
      <p:nvGrpSpPr>
        <p:cNvPr id="1" name=""/>
        <p:cNvGrpSpPr/>
        <p:nvPr/>
      </p:nvGrpSpPr>
      <p:grpSpPr>
        <a:xfrm>
          <a:off x="0" y="0"/>
          <a:ext cx="0" cy="0"/>
          <a:chOff x="0" y="0"/>
          <a:chExt cx="0" cy="0"/>
        </a:xfrm>
      </p:grpSpPr>
      <p:sp>
        <p:nvSpPr>
          <p:cNvPr id="4" name="Title"/>
          <p:cNvSpPr>
            <a:spLocks noGrp="1"/>
          </p:cNvSpPr>
          <p:nvPr userDrawn="1">
            <p:ph type="title" hasCustomPrompt="1"/>
          </p:nvPr>
        </p:nvSpPr>
        <p:spPr>
          <a:xfrm>
            <a:off x="503239" y="2706317"/>
            <a:ext cx="5129700" cy="997196"/>
          </a:xfrm>
        </p:spPr>
        <p:txBody>
          <a:bodyPr anchor="b" anchorCtr="0">
            <a:noAutofit/>
          </a:bodyPr>
          <a:lstStyle>
            <a:lvl1pPr>
              <a:lnSpc>
                <a:spcPct val="90000"/>
              </a:lnSpc>
              <a:defRPr sz="3600" b="0" i="0">
                <a:solidFill>
                  <a:schemeClr val="tx1"/>
                </a:solidFill>
                <a:latin typeface="72 Brand Medium" panose="020B0504030603020204" pitchFamily="34" charset="0"/>
                <a:cs typeface="Arial" panose="020B0604020202020204"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600" kern="0" err="1">
              <a:ea typeface="72 Brand" pitchFamily="34" charset="-128"/>
              <a:cs typeface="72 Brand" pitchFamily="34" charset="-128"/>
            </a:endParaRPr>
          </a:p>
        </p:txBody>
      </p:sp>
      <p:sp>
        <p:nvSpPr>
          <p:cNvPr id="5" name="Freeform 139">
            <a:extLst>
              <a:ext uri="{FF2B5EF4-FFF2-40B4-BE49-F238E27FC236}">
                <a16:creationId xmlns:a16="http://schemas.microsoft.com/office/drawing/2014/main" id="{FA0F61C1-1CC3-1F5A-18B8-8E26514F6688}"/>
              </a:ext>
            </a:extLst>
          </p:cNvPr>
          <p:cNvSpPr>
            <a:spLocks noChangeAspect="1"/>
          </p:cNvSpPr>
          <p:nvPr userDrawn="1"/>
        </p:nvSpPr>
        <p:spPr>
          <a:xfrm>
            <a:off x="5970588" y="1931313"/>
            <a:ext cx="5660044" cy="2829600"/>
          </a:xfrm>
          <a:custGeom>
            <a:avLst/>
            <a:gdLst>
              <a:gd name="connsiteX0" fmla="*/ 3258914 w 3582451"/>
              <a:gd name="connsiteY0" fmla="*/ 133987 h 1790958"/>
              <a:gd name="connsiteX1" fmla="*/ 1735702 w 3582451"/>
              <a:gd name="connsiteY1" fmla="*/ 1656971 h 1790958"/>
              <a:gd name="connsiteX2" fmla="*/ 134007 w 3582451"/>
              <a:gd name="connsiteY2" fmla="*/ 1656971 h 1790958"/>
              <a:gd name="connsiteX3" fmla="*/ 134007 w 3582451"/>
              <a:gd name="connsiteY3" fmla="*/ 133987 h 1790958"/>
              <a:gd name="connsiteX4" fmla="*/ 3258914 w 3582451"/>
              <a:gd name="connsiteY4" fmla="*/ 133987 h 1790958"/>
              <a:gd name="connsiteX5" fmla="*/ 3582451 w 3582451"/>
              <a:gd name="connsiteY5" fmla="*/ 0 h 1790958"/>
              <a:gd name="connsiteX6" fmla="*/ 0 w 3582451"/>
              <a:gd name="connsiteY6" fmla="*/ 0 h 1790958"/>
              <a:gd name="connsiteX7" fmla="*/ 0 w 3582451"/>
              <a:gd name="connsiteY7" fmla="*/ 1790958 h 1790958"/>
              <a:gd name="connsiteX8" fmla="*/ 1791226 w 3582451"/>
              <a:gd name="connsiteY8" fmla="*/ 1790958 h 1790958"/>
              <a:gd name="connsiteX9" fmla="*/ 3582451 w 3582451"/>
              <a:gd name="connsiteY9" fmla="*/ 0 h 1790958"/>
              <a:gd name="connsiteX10" fmla="*/ 3582451 w 3582451"/>
              <a:gd name="connsiteY10" fmla="*/ 0 h 1790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82451" h="1790958">
                <a:moveTo>
                  <a:pt x="3258914" y="133987"/>
                </a:moveTo>
                <a:lnTo>
                  <a:pt x="1735702" y="1656971"/>
                </a:lnTo>
                <a:lnTo>
                  <a:pt x="134007" y="1656971"/>
                </a:lnTo>
                <a:lnTo>
                  <a:pt x="134007" y="133987"/>
                </a:lnTo>
                <a:lnTo>
                  <a:pt x="3258914" y="133987"/>
                </a:lnTo>
                <a:moveTo>
                  <a:pt x="3582451" y="0"/>
                </a:moveTo>
                <a:lnTo>
                  <a:pt x="0" y="0"/>
                </a:lnTo>
                <a:lnTo>
                  <a:pt x="0" y="1790958"/>
                </a:lnTo>
                <a:lnTo>
                  <a:pt x="1791226" y="1790958"/>
                </a:lnTo>
                <a:lnTo>
                  <a:pt x="3582451" y="0"/>
                </a:lnTo>
                <a:lnTo>
                  <a:pt x="3582451" y="0"/>
                </a:lnTo>
                <a:close/>
              </a:path>
            </a:pathLst>
          </a:custGeom>
          <a:solidFill>
            <a:srgbClr val="1B90FF"/>
          </a:solidFill>
          <a:ln w="4467" cap="flat">
            <a:noFill/>
            <a:prstDash val="solid"/>
            <a:miter/>
          </a:ln>
        </p:spPr>
        <p:txBody>
          <a:bodyPr rtlCol="0" anchor="ctr"/>
          <a:lstStyle/>
          <a:p>
            <a:pPr defTabSz="1088654"/>
            <a:endParaRPr lang="en-US" sz="2100">
              <a:solidFill>
                <a:srgbClr val="000000"/>
              </a:solidFill>
              <a:latin typeface="72 Brand" panose="020B0504030603020204" pitchFamily="34" charset="0"/>
            </a:endParaRPr>
          </a:p>
        </p:txBody>
      </p:sp>
      <p:pic>
        <p:nvPicPr>
          <p:cNvPr id="1385496199" name="LogoBlack-Dynamic" descr="{&quot;templafy&quot;:{&quot;id&quot;:&quot;528d5bde-e5fd-47d0-a568-d9288af7ee82&quot;}}"/>
          <p:cNvPicPr>
            <a:picLocks noChangeAspect="1"/>
          </p:cNvPicPr>
          <p:nvPr/>
        </p:nvPicPr>
        <p:blipFill>
          <a:blip r:embed="rId2"/>
          <a:stretch>
            <a:fillRect/>
          </a:stretch>
        </p:blipFill>
        <p:spPr>
          <a:xfrm>
            <a:off x="504000" y="504000"/>
            <a:ext cx="2997983" cy="360000"/>
          </a:xfrm>
          <a:prstGeom prst="rect">
            <a:avLst/>
          </a:prstGeom>
        </p:spPr>
      </p:pic>
    </p:spTree>
    <p:extLst>
      <p:ext uri="{BB962C8B-B14F-4D97-AF65-F5344CB8AC3E}">
        <p14:creationId xmlns:p14="http://schemas.microsoft.com/office/powerpoint/2010/main" val="1990844581"/>
      </p:ext>
    </p:extLst>
  </p:cSld>
  <p:clrMapOvr>
    <a:masterClrMapping/>
  </p:clrMapOvr>
  <p:extLst>
    <p:ext uri="{DCECCB84-F9BA-43D5-87BE-67443E8EF086}">
      <p15:sldGuideLst xmlns:p15="http://schemas.microsoft.com/office/powerpoint/2012/main">
        <p15:guide id="2" orient="horz" pos="1701">
          <p15:clr>
            <a:srgbClr val="FBAE40"/>
          </p15:clr>
        </p15:guide>
        <p15:guide id="3" orient="horz" pos="2688">
          <p15:clr>
            <a:srgbClr val="FBAE40"/>
          </p15:clr>
        </p15:guide>
        <p15:guide id="4" orient="horz" pos="2341">
          <p15:clr>
            <a:srgbClr val="FBAE40"/>
          </p15:clr>
        </p15:guide>
        <p15:guide id="5" orient="horz" pos="2999">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ver G">
    <p:bg>
      <p:bgPr>
        <a:solidFill>
          <a:schemeClr val="bg1"/>
        </a:solidFill>
        <a:effectLst/>
      </p:bgPr>
    </p:bg>
    <p:spTree>
      <p:nvGrpSpPr>
        <p:cNvPr id="1" name=""/>
        <p:cNvGrpSpPr/>
        <p:nvPr/>
      </p:nvGrpSpPr>
      <p:grpSpPr>
        <a:xfrm>
          <a:off x="0" y="0"/>
          <a:ext cx="0" cy="0"/>
          <a:chOff x="0" y="0"/>
          <a:chExt cx="0" cy="0"/>
        </a:xfrm>
      </p:grpSpPr>
      <p:sp>
        <p:nvSpPr>
          <p:cNvPr id="4" name="Title"/>
          <p:cNvSpPr>
            <a:spLocks noGrp="1"/>
          </p:cNvSpPr>
          <p:nvPr userDrawn="1">
            <p:ph type="title" hasCustomPrompt="1"/>
          </p:nvPr>
        </p:nvSpPr>
        <p:spPr>
          <a:xfrm>
            <a:off x="503238" y="2706317"/>
            <a:ext cx="5100393" cy="997196"/>
          </a:xfrm>
        </p:spPr>
        <p:txBody>
          <a:bodyPr anchor="b" anchorCtr="0">
            <a:noAutofit/>
          </a:bodyPr>
          <a:lstStyle>
            <a:lvl1pPr>
              <a:lnSpc>
                <a:spcPct val="90000"/>
              </a:lnSpc>
              <a:defRPr sz="3600" b="0" i="0">
                <a:solidFill>
                  <a:schemeClr val="tx1"/>
                </a:solidFill>
                <a:latin typeface="72 Brand Medium" panose="020B0504030603020204" pitchFamily="34" charset="0"/>
                <a:cs typeface="Arial" panose="020B0604020202020204"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600" kern="0" err="1">
              <a:ea typeface="72 Brand" pitchFamily="34" charset="-128"/>
              <a:cs typeface="72 Brand" pitchFamily="34" charset="-128"/>
            </a:endParaRPr>
          </a:p>
        </p:txBody>
      </p:sp>
      <p:pic>
        <p:nvPicPr>
          <p:cNvPr id="7" name="Picture 6">
            <a:extLst>
              <a:ext uri="{FF2B5EF4-FFF2-40B4-BE49-F238E27FC236}">
                <a16:creationId xmlns:a16="http://schemas.microsoft.com/office/drawing/2014/main" id="{4E45A13C-829D-1987-9534-F97491F0C5FB}"/>
              </a:ext>
            </a:extLst>
          </p:cNvPr>
          <p:cNvPicPr>
            <a:picLocks noChangeAspect="1"/>
          </p:cNvPicPr>
          <p:nvPr userDrawn="1"/>
        </p:nvPicPr>
        <p:blipFill>
          <a:blip r:embed="rId2"/>
          <a:stretch>
            <a:fillRect/>
          </a:stretch>
        </p:blipFill>
        <p:spPr>
          <a:xfrm>
            <a:off x="5970588" y="1931313"/>
            <a:ext cx="5685160" cy="2829600"/>
          </a:xfrm>
          <a:prstGeom prst="rect">
            <a:avLst/>
          </a:prstGeom>
        </p:spPr>
      </p:pic>
      <p:pic>
        <p:nvPicPr>
          <p:cNvPr id="1600934058" name="LogoBlue-Dynamic" descr="{&quot;templafy&quot;:{&quot;id&quot;:&quot;68a657a3-0b2e-4f49-92b6-b2c39d4456da&quot;}}"/>
          <p:cNvPicPr>
            <a:picLocks noChangeAspect="1"/>
          </p:cNvPicPr>
          <p:nvPr/>
        </p:nvPicPr>
        <p:blipFill>
          <a:blip r:embed="rId3"/>
          <a:stretch>
            <a:fillRect/>
          </a:stretch>
        </p:blipFill>
        <p:spPr>
          <a:xfrm>
            <a:off x="504000" y="504000"/>
            <a:ext cx="2997983" cy="360000"/>
          </a:xfrm>
          <a:prstGeom prst="rect">
            <a:avLst/>
          </a:prstGeom>
        </p:spPr>
      </p:pic>
    </p:spTree>
    <p:extLst>
      <p:ext uri="{BB962C8B-B14F-4D97-AF65-F5344CB8AC3E}">
        <p14:creationId xmlns:p14="http://schemas.microsoft.com/office/powerpoint/2010/main" val="1779813462"/>
      </p:ext>
    </p:extLst>
  </p:cSld>
  <p:clrMapOvr>
    <a:masterClrMapping/>
  </p:clrMapOvr>
  <p:extLst>
    <p:ext uri="{DCECCB84-F9BA-43D5-87BE-67443E8EF086}">
      <p15:sldGuideLst xmlns:p15="http://schemas.microsoft.com/office/powerpoint/2012/main">
        <p15:guide id="2" orient="horz" pos="1701">
          <p15:clr>
            <a:srgbClr val="FBAE40"/>
          </p15:clr>
        </p15:guide>
        <p15:guide id="3" orient="horz" pos="2688">
          <p15:clr>
            <a:srgbClr val="FBAE40"/>
          </p15:clr>
        </p15:guide>
        <p15:guide id="4" orient="horz" pos="2341">
          <p15:clr>
            <a:srgbClr val="FBAE40"/>
          </p15:clr>
        </p15:guide>
        <p15:guide id="5" orient="horz" pos="2999">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ver H">
    <p:bg>
      <p:bgPr>
        <a:solidFill>
          <a:srgbClr val="D1EFFF"/>
        </a:solidFill>
        <a:effectLst/>
      </p:bgPr>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729E6C33-847C-5792-E2BD-5963C662ECED}"/>
              </a:ext>
            </a:extLst>
          </p:cNvPr>
          <p:cNvSpPr>
            <a:spLocks noGrp="1"/>
          </p:cNvSpPr>
          <p:nvPr>
            <p:ph type="title" hasCustomPrompt="1"/>
          </p:nvPr>
        </p:nvSpPr>
        <p:spPr>
          <a:xfrm>
            <a:off x="503239" y="2706317"/>
            <a:ext cx="5112116" cy="997196"/>
          </a:xfrm>
        </p:spPr>
        <p:txBody>
          <a:bodyPr anchor="b" anchorCtr="0">
            <a:noAutofit/>
          </a:bodyPr>
          <a:lstStyle>
            <a:lvl1pPr>
              <a:lnSpc>
                <a:spcPct val="90000"/>
              </a:lnSpc>
              <a:defRPr sz="3600" b="0" i="0">
                <a:solidFill>
                  <a:schemeClr val="tx1"/>
                </a:solidFill>
                <a:latin typeface="72 Brand Medium" panose="020B0504030603020204"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600" kern="0" err="1">
              <a:ea typeface="72 Brand" pitchFamily="34" charset="-128"/>
              <a:cs typeface="72 Brand" pitchFamily="34" charset="-128"/>
            </a:endParaRPr>
          </a:p>
        </p:txBody>
      </p:sp>
      <p:sp>
        <p:nvSpPr>
          <p:cNvPr id="14" name="Picture Placeholder 5">
            <a:extLst>
              <a:ext uri="{FF2B5EF4-FFF2-40B4-BE49-F238E27FC236}">
                <a16:creationId xmlns:a16="http://schemas.microsoft.com/office/drawing/2014/main" id="{D2BFABF1-DD81-F2D4-FD65-DBCD6636029A}"/>
              </a:ext>
            </a:extLst>
          </p:cNvPr>
          <p:cNvSpPr>
            <a:spLocks noGrp="1"/>
          </p:cNvSpPr>
          <p:nvPr>
            <p:ph type="pic" sz="quarter" idx="10" hasCustomPrompt="1"/>
          </p:nvPr>
        </p:nvSpPr>
        <p:spPr>
          <a:xfrm>
            <a:off x="5980250" y="1932069"/>
            <a:ext cx="5711687" cy="2828844"/>
          </a:xfrm>
          <a:custGeom>
            <a:avLst/>
            <a:gdLst>
              <a:gd name="connsiteX0" fmla="*/ 0 w 5453062"/>
              <a:gd name="connsiteY0" fmla="*/ 0 h 2700337"/>
              <a:gd name="connsiteX1" fmla="*/ 5453062 w 5453062"/>
              <a:gd name="connsiteY1" fmla="*/ 0 h 2700337"/>
              <a:gd name="connsiteX2" fmla="*/ 5453062 w 5453062"/>
              <a:gd name="connsiteY2" fmla="*/ 2700337 h 2700337"/>
              <a:gd name="connsiteX3" fmla="*/ 0 w 5453062"/>
              <a:gd name="connsiteY3" fmla="*/ 2700337 h 2700337"/>
              <a:gd name="connsiteX4" fmla="*/ 0 w 5453062"/>
              <a:gd name="connsiteY4" fmla="*/ 0 h 2700337"/>
              <a:gd name="connsiteX0" fmla="*/ 0 w 5453062"/>
              <a:gd name="connsiteY0" fmla="*/ 0 h 2758526"/>
              <a:gd name="connsiteX1" fmla="*/ 5453062 w 5453062"/>
              <a:gd name="connsiteY1" fmla="*/ 0 h 2758526"/>
              <a:gd name="connsiteX2" fmla="*/ 2751426 w 5453062"/>
              <a:gd name="connsiteY2" fmla="*/ 2758526 h 2758526"/>
              <a:gd name="connsiteX3" fmla="*/ 0 w 5453062"/>
              <a:gd name="connsiteY3" fmla="*/ 2700337 h 2758526"/>
              <a:gd name="connsiteX4" fmla="*/ 0 w 5453062"/>
              <a:gd name="connsiteY4" fmla="*/ 0 h 2758526"/>
              <a:gd name="connsiteX0" fmla="*/ 0 w 5453062"/>
              <a:gd name="connsiteY0" fmla="*/ 0 h 2700337"/>
              <a:gd name="connsiteX1" fmla="*/ 5453062 w 5453062"/>
              <a:gd name="connsiteY1" fmla="*/ 0 h 2700337"/>
              <a:gd name="connsiteX2" fmla="*/ 2726487 w 5453062"/>
              <a:gd name="connsiteY2" fmla="*/ 2700336 h 2700337"/>
              <a:gd name="connsiteX3" fmla="*/ 0 w 5453062"/>
              <a:gd name="connsiteY3" fmla="*/ 2700337 h 2700337"/>
              <a:gd name="connsiteX4" fmla="*/ 0 w 5453062"/>
              <a:gd name="connsiteY4" fmla="*/ 0 h 27003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453062" h="2700337">
                <a:moveTo>
                  <a:pt x="0" y="0"/>
                </a:moveTo>
                <a:lnTo>
                  <a:pt x="5453062" y="0"/>
                </a:lnTo>
                <a:lnTo>
                  <a:pt x="2726487" y="2700336"/>
                </a:lnTo>
                <a:lnTo>
                  <a:pt x="0" y="2700337"/>
                </a:lnTo>
                <a:lnTo>
                  <a:pt x="0" y="0"/>
                </a:lnTo>
                <a:close/>
              </a:path>
            </a:pathLst>
          </a:custGeom>
          <a:solidFill>
            <a:srgbClr val="1B90FF"/>
          </a:solidFill>
        </p:spPr>
        <p:txBody>
          <a:bodyPr anchor="ctr" anchorCtr="0"/>
          <a:lstStyle>
            <a:lvl1pPr marL="0" indent="0" algn="l">
              <a:buNone/>
              <a:defRPr>
                <a:solidFill>
                  <a:schemeClr val="tx1"/>
                </a:solidFill>
              </a:defRPr>
            </a:lvl1pPr>
          </a:lstStyle>
          <a:p>
            <a:r>
              <a:rPr lang="en-US"/>
              <a:t>         Click to add image</a:t>
            </a:r>
          </a:p>
        </p:txBody>
      </p:sp>
      <p:pic>
        <p:nvPicPr>
          <p:cNvPr id="767458019" name="LogoBlack-Dynamic" descr="{&quot;templafy&quot;:{&quot;id&quot;:&quot;b0589ca1-4ce0-4076-b0d2-81b852a4f587&quot;}}"/>
          <p:cNvPicPr>
            <a:picLocks noChangeAspect="1"/>
          </p:cNvPicPr>
          <p:nvPr/>
        </p:nvPicPr>
        <p:blipFill>
          <a:blip r:embed="rId2"/>
          <a:stretch>
            <a:fillRect/>
          </a:stretch>
        </p:blipFill>
        <p:spPr>
          <a:xfrm>
            <a:off x="504000" y="504000"/>
            <a:ext cx="2997983" cy="360000"/>
          </a:xfrm>
          <a:prstGeom prst="rect">
            <a:avLst/>
          </a:prstGeom>
        </p:spPr>
      </p:pic>
    </p:spTree>
    <p:extLst>
      <p:ext uri="{BB962C8B-B14F-4D97-AF65-F5344CB8AC3E}">
        <p14:creationId xmlns:p14="http://schemas.microsoft.com/office/powerpoint/2010/main" val="1084997862"/>
      </p:ext>
    </p:extLst>
  </p:cSld>
  <p:clrMapOvr>
    <a:masterClrMapping/>
  </p:clrMapOvr>
  <p:extLst>
    <p:ext uri="{DCECCB84-F9BA-43D5-87BE-67443E8EF086}">
      <p15:sldGuideLst xmlns:p15="http://schemas.microsoft.com/office/powerpoint/2012/main">
        <p15:guide id="2" orient="horz" pos="1701" userDrawn="1">
          <p15:clr>
            <a:srgbClr val="FBAE40"/>
          </p15:clr>
        </p15:guide>
        <p15:guide id="3" orient="horz" pos="2688">
          <p15:clr>
            <a:srgbClr val="FBAE40"/>
          </p15:clr>
        </p15:guide>
        <p15:guide id="4" orient="horz" pos="2341">
          <p15:clr>
            <a:srgbClr val="FBAE40"/>
          </p15:clr>
        </p15:guide>
        <p15:guide id="5" orient="horz" pos="2999"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ver I">
    <p:bg>
      <p:bgRef idx="1001">
        <a:schemeClr val="bg1"/>
      </p:bgRef>
    </p:bg>
    <p:spTree>
      <p:nvGrpSpPr>
        <p:cNvPr id="1" name=""/>
        <p:cNvGrpSpPr/>
        <p:nvPr/>
      </p:nvGrpSpPr>
      <p:grpSpPr>
        <a:xfrm>
          <a:off x="0" y="0"/>
          <a:ext cx="0" cy="0"/>
          <a:chOff x="0" y="0"/>
          <a:chExt cx="0" cy="0"/>
        </a:xfrm>
      </p:grpSpPr>
      <p:sp>
        <p:nvSpPr>
          <p:cNvPr id="3" name="Title"/>
          <p:cNvSpPr>
            <a:spLocks noGrp="1"/>
          </p:cNvSpPr>
          <p:nvPr>
            <p:ph type="title" hasCustomPrompt="1"/>
          </p:nvPr>
        </p:nvSpPr>
        <p:spPr>
          <a:xfrm>
            <a:off x="503238" y="4024430"/>
            <a:ext cx="11187112" cy="997196"/>
          </a:xfrm>
        </p:spPr>
        <p:txBody>
          <a:bodyPr vert="horz" wrap="square" lIns="0" tIns="0" rIns="0" bIns="0" rtlCol="0">
            <a:noAutofit/>
          </a:bodyPr>
          <a:lstStyle>
            <a:lvl1pPr>
              <a:lnSpc>
                <a:spcPct val="90000"/>
              </a:lnSpc>
              <a:defRPr lang="de-DE" sz="3600" b="0" i="0" dirty="0">
                <a:latin typeface="72 Brand Medium" panose="020B0504030603020204" pitchFamily="34" charset="0"/>
                <a:ea typeface="+mn-ea"/>
                <a:cs typeface="+mn-cs"/>
              </a:defRPr>
            </a:lvl1pPr>
          </a:lstStyle>
          <a:p>
            <a:pPr lvl="0"/>
            <a:r>
              <a:rPr lang="en-US"/>
              <a:t>Title goes here</a:t>
            </a:r>
            <a:br>
              <a:rPr lang="en-US"/>
            </a:br>
            <a:r>
              <a:rPr lang="en-US"/>
              <a:t>and here and here</a:t>
            </a:r>
          </a:p>
        </p:txBody>
      </p:sp>
      <p:sp>
        <p:nvSpPr>
          <p:cNvPr id="7" name="Picture Placeholder 6">
            <a:extLst>
              <a:ext uri="{FF2B5EF4-FFF2-40B4-BE49-F238E27FC236}">
                <a16:creationId xmlns:a16="http://schemas.microsoft.com/office/drawing/2014/main" id="{4FA78832-C268-4EC5-BB82-7F9D7F5B51B2}"/>
              </a:ext>
            </a:extLst>
          </p:cNvPr>
          <p:cNvSpPr>
            <a:spLocks noGrp="1"/>
          </p:cNvSpPr>
          <p:nvPr>
            <p:ph type="pic" sz="quarter" idx="16" hasCustomPrompt="1"/>
          </p:nvPr>
        </p:nvSpPr>
        <p:spPr>
          <a:xfrm>
            <a:off x="0" y="-1"/>
            <a:ext cx="12195175" cy="3430800"/>
          </a:xfrm>
        </p:spPr>
        <p:txBody>
          <a:bodyPr anchor="ctr" anchorCtr="0"/>
          <a:lstStyle>
            <a:lvl1pPr marL="0" marR="0" indent="0" algn="ctr" defTabSz="1088558" rtl="0" eaLnBrk="1" fontAlgn="auto" latinLnBrk="0" hangingPunct="1">
              <a:lnSpc>
                <a:spcPct val="100000"/>
              </a:lnSpc>
              <a:spcBef>
                <a:spcPts val="1800"/>
              </a:spcBef>
              <a:spcAft>
                <a:spcPts val="0"/>
              </a:spcAft>
              <a:buClr>
                <a:schemeClr val="accent1"/>
              </a:buClr>
              <a:buSzPct val="80000"/>
              <a:buFontTx/>
              <a:buNone/>
              <a:tabLst/>
              <a:defRPr/>
            </a:lvl1pPr>
          </a:lstStyle>
          <a:p>
            <a:pPr marL="0" marR="0" lvl="0" indent="0" algn="ctr" defTabSz="1088558" rtl="0" eaLnBrk="1" fontAlgn="auto" latinLnBrk="0" hangingPunct="1">
              <a:lnSpc>
                <a:spcPct val="100000"/>
              </a:lnSpc>
              <a:spcBef>
                <a:spcPts val="1800"/>
              </a:spcBef>
              <a:spcAft>
                <a:spcPts val="0"/>
              </a:spcAft>
              <a:buClr>
                <a:schemeClr val="accent1"/>
              </a:buClr>
              <a:buSzPct val="80000"/>
              <a:buFontTx/>
              <a:buNone/>
              <a:tabLst/>
              <a:defRPr/>
            </a:pPr>
            <a:r>
              <a:rPr lang="en-US"/>
              <a:t>Click to insert picture</a:t>
            </a:r>
          </a:p>
        </p:txBody>
      </p:sp>
      <p:pic>
        <p:nvPicPr>
          <p:cNvPr id="1829848071" name="LogoBlue-Dynamic" descr="{&quot;templafy&quot;:{&quot;id&quot;:&quot;9f8efc70-9d3f-4c85-a1ab-91abd433b01f&quot;}}"/>
          <p:cNvPicPr>
            <a:picLocks noChangeAspect="1"/>
          </p:cNvPicPr>
          <p:nvPr/>
        </p:nvPicPr>
        <p:blipFill>
          <a:blip r:embed="rId2"/>
          <a:stretch>
            <a:fillRect/>
          </a:stretch>
        </p:blipFill>
        <p:spPr>
          <a:xfrm>
            <a:off x="504000" y="5998166"/>
            <a:ext cx="2997983" cy="360000"/>
          </a:xfrm>
          <a:prstGeom prst="rect">
            <a:avLst/>
          </a:prstGeom>
        </p:spPr>
      </p:pic>
    </p:spTree>
    <p:extLst>
      <p:ext uri="{BB962C8B-B14F-4D97-AF65-F5344CB8AC3E}">
        <p14:creationId xmlns:p14="http://schemas.microsoft.com/office/powerpoint/2010/main" val="218385053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3" orient="horz" pos="2162">
          <p15:clr>
            <a:srgbClr val="FBAE40"/>
          </p15:clr>
        </p15:guide>
        <p15:guide id="5" orient="horz" pos="2534">
          <p15:clr>
            <a:srgbClr val="FBAE40"/>
          </p15:clr>
        </p15:guide>
        <p15:guide id="6" orient="horz" pos="3164">
          <p15:clr>
            <a:srgbClr val="FBAE40"/>
          </p15:clr>
        </p15:guide>
        <p15:guide id="7" orient="horz" pos="3232">
          <p15:clr>
            <a:srgbClr val="FBAE40"/>
          </p15:clr>
        </p15:guide>
        <p15:guide id="8" orient="horz" pos="3543"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ver J">
    <p:bg>
      <p:bgRef idx="1001">
        <a:schemeClr val="bg1"/>
      </p:bgRef>
    </p:bg>
    <p:spTree>
      <p:nvGrpSpPr>
        <p:cNvPr id="1" name=""/>
        <p:cNvGrpSpPr/>
        <p:nvPr/>
      </p:nvGrpSpPr>
      <p:grpSpPr>
        <a:xfrm>
          <a:off x="0" y="0"/>
          <a:ext cx="0" cy="0"/>
          <a:chOff x="0" y="0"/>
          <a:chExt cx="0" cy="0"/>
        </a:xfrm>
      </p:grpSpPr>
      <p:sp>
        <p:nvSpPr>
          <p:cNvPr id="3" name="Title"/>
          <p:cNvSpPr>
            <a:spLocks noGrp="1"/>
          </p:cNvSpPr>
          <p:nvPr>
            <p:ph type="title" hasCustomPrompt="1"/>
          </p:nvPr>
        </p:nvSpPr>
        <p:spPr>
          <a:xfrm>
            <a:off x="503238" y="4024430"/>
            <a:ext cx="10683936" cy="997196"/>
          </a:xfrm>
        </p:spPr>
        <p:txBody>
          <a:bodyPr vert="horz" wrap="square" lIns="0" tIns="0" rIns="0" bIns="0" rtlCol="0">
            <a:noAutofit/>
          </a:bodyPr>
          <a:lstStyle>
            <a:lvl1pPr>
              <a:lnSpc>
                <a:spcPct val="90000"/>
              </a:lnSpc>
              <a:defRPr lang="de-DE" sz="3600" b="0" i="0" dirty="0">
                <a:latin typeface="72 Brand Medium" panose="020B0504030603020204" pitchFamily="34" charset="0"/>
                <a:ea typeface="+mn-ea"/>
                <a:cs typeface="+mn-cs"/>
              </a:defRPr>
            </a:lvl1pPr>
          </a:lstStyle>
          <a:p>
            <a:pPr lvl="0"/>
            <a:r>
              <a:rPr lang="en-GB"/>
              <a:t>Title goes here</a:t>
            </a:r>
            <a:br>
              <a:rPr lang="en-GB"/>
            </a:br>
            <a:r>
              <a:rPr lang="en-GB"/>
              <a:t>and here and here</a:t>
            </a:r>
            <a:endParaRPr lang="en-US"/>
          </a:p>
        </p:txBody>
      </p:sp>
      <p:pic>
        <p:nvPicPr>
          <p:cNvPr id="1548386817" name="LogoBlue-Dynamic" descr="{&quot;templafy&quot;:{&quot;id&quot;:&quot;a86d9ecd-5e73-4671-901a-34e76030a3f2&quot;}}"/>
          <p:cNvPicPr>
            <a:picLocks noChangeAspect="1"/>
          </p:cNvPicPr>
          <p:nvPr/>
        </p:nvPicPr>
        <p:blipFill>
          <a:blip r:embed="rId2"/>
          <a:stretch>
            <a:fillRect/>
          </a:stretch>
        </p:blipFill>
        <p:spPr>
          <a:xfrm>
            <a:off x="504000" y="5997600"/>
            <a:ext cx="2997983" cy="360000"/>
          </a:xfrm>
          <a:prstGeom prst="rect">
            <a:avLst/>
          </a:prstGeom>
        </p:spPr>
      </p:pic>
      <p:sp>
        <p:nvSpPr>
          <p:cNvPr id="2" name="Rectangle 1">
            <a:extLst>
              <a:ext uri="{FF2B5EF4-FFF2-40B4-BE49-F238E27FC236}">
                <a16:creationId xmlns:a16="http://schemas.microsoft.com/office/drawing/2014/main" id="{22A511F2-AB36-486F-DD38-75D70E7966D1}"/>
              </a:ext>
            </a:extLst>
          </p:cNvPr>
          <p:cNvSpPr/>
          <p:nvPr userDrawn="1"/>
        </p:nvSpPr>
        <p:spPr bwMode="gray">
          <a:xfrm>
            <a:off x="0" y="-1"/>
            <a:ext cx="12195175" cy="3429001"/>
          </a:xfrm>
          <a:prstGeom prst="rect">
            <a:avLst/>
          </a:prstGeom>
          <a:solidFill>
            <a:srgbClr val="002A86"/>
          </a:solidFill>
          <a:ln w="2857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DE" sz="1400" b="0" i="0" u="none" strike="noStrike" kern="0" cap="none" spc="0" normalizeH="0" baseline="0" noProof="0" err="1">
              <a:ln>
                <a:noFill/>
              </a:ln>
              <a:effectLst/>
              <a:uLnTx/>
              <a:uFillTx/>
              <a:latin typeface="+mn-lt"/>
              <a:ea typeface="72 Brand" pitchFamily="34" charset="-128"/>
              <a:cs typeface="72 Brand" pitchFamily="34" charset="-128"/>
            </a:endParaRPr>
          </a:p>
        </p:txBody>
      </p:sp>
      <p:pic>
        <p:nvPicPr>
          <p:cNvPr id="5" name="Image 1" descr="preencoded.png">
            <a:extLst>
              <a:ext uri="{FF2B5EF4-FFF2-40B4-BE49-F238E27FC236}">
                <a16:creationId xmlns:a16="http://schemas.microsoft.com/office/drawing/2014/main" id="{F499F4C9-2427-3F8A-52CC-B08C56B79E11}"/>
              </a:ext>
            </a:extLst>
          </p:cNvPr>
          <p:cNvPicPr>
            <a:picLocks noChangeAspect="1"/>
          </p:cNvPicPr>
          <p:nvPr userDrawn="1"/>
        </p:nvPicPr>
        <p:blipFill>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7610894" y="503238"/>
            <a:ext cx="4085806" cy="2006067"/>
          </a:xfrm>
          <a:prstGeom prst="rect">
            <a:avLst/>
          </a:prstGeom>
        </p:spPr>
      </p:pic>
    </p:spTree>
    <p:extLst>
      <p:ext uri="{BB962C8B-B14F-4D97-AF65-F5344CB8AC3E}">
        <p14:creationId xmlns:p14="http://schemas.microsoft.com/office/powerpoint/2010/main" val="334032142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3" orient="horz" pos="2162">
          <p15:clr>
            <a:srgbClr val="FBAE40"/>
          </p15:clr>
        </p15:guide>
        <p15:guide id="5" orient="horz" pos="2534">
          <p15:clr>
            <a:srgbClr val="FBAE40"/>
          </p15:clr>
        </p15:guide>
        <p15:guide id="6" orient="horz" pos="3164">
          <p15:clr>
            <a:srgbClr val="FBAE40"/>
          </p15:clr>
        </p15:guide>
        <p15:guide id="7" orient="horz" pos="3232">
          <p15:clr>
            <a:srgbClr val="FBAE40"/>
          </p15:clr>
        </p15:guide>
        <p15:guide id="8" orient="horz" pos="3543">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ver K">
    <p:bg>
      <p:bgPr>
        <a:solidFill>
          <a:srgbClr val="1B90FF"/>
        </a:solidFill>
        <a:effectLst/>
      </p:bgPr>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729E6C33-847C-5792-E2BD-5963C662ECED}"/>
              </a:ext>
            </a:extLst>
          </p:cNvPr>
          <p:cNvSpPr>
            <a:spLocks noGrp="1"/>
          </p:cNvSpPr>
          <p:nvPr>
            <p:ph type="title" hasCustomPrompt="1"/>
          </p:nvPr>
        </p:nvSpPr>
        <p:spPr>
          <a:xfrm>
            <a:off x="503238" y="2706317"/>
            <a:ext cx="6134326" cy="997196"/>
          </a:xfrm>
        </p:spPr>
        <p:txBody>
          <a:bodyPr anchor="b" anchorCtr="0">
            <a:noAutofit/>
          </a:bodyPr>
          <a:lstStyle>
            <a:lvl1pPr>
              <a:lnSpc>
                <a:spcPct val="90000"/>
              </a:lnSpc>
              <a:defRPr sz="3600" b="0" i="0">
                <a:solidFill>
                  <a:schemeClr val="bg1"/>
                </a:solidFill>
                <a:latin typeface="72 Brand Medium" panose="020B0504030603020204"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600" kern="0" err="1">
              <a:ea typeface="72 Brand" pitchFamily="34" charset="-128"/>
              <a:cs typeface="72 Brand" pitchFamily="34" charset="-128"/>
            </a:endParaRPr>
          </a:p>
        </p:txBody>
      </p:sp>
      <p:pic>
        <p:nvPicPr>
          <p:cNvPr id="676678677" name="LogoWhite-Dynamic" descr="{&quot;templafy&quot;:{&quot;id&quot;:&quot;dc285ecd-cc57-445a-a122-9995d101d3e2&quot;}}"/>
          <p:cNvPicPr>
            <a:picLocks noChangeAspect="1"/>
          </p:cNvPicPr>
          <p:nvPr/>
        </p:nvPicPr>
        <p:blipFill>
          <a:blip r:embed="rId2"/>
          <a:stretch>
            <a:fillRect/>
          </a:stretch>
        </p:blipFill>
        <p:spPr>
          <a:xfrm>
            <a:off x="504000" y="504000"/>
            <a:ext cx="2997983" cy="360000"/>
          </a:xfrm>
          <a:prstGeom prst="rect">
            <a:avLst/>
          </a:prstGeom>
        </p:spPr>
      </p:pic>
      <p:sp>
        <p:nvSpPr>
          <p:cNvPr id="4" name="Free-form: Shape 3">
            <a:extLst>
              <a:ext uri="{FF2B5EF4-FFF2-40B4-BE49-F238E27FC236}">
                <a16:creationId xmlns:a16="http://schemas.microsoft.com/office/drawing/2014/main" id="{DE5B3AD0-1D89-347D-1FDC-8F83FFF6F994}"/>
              </a:ext>
            </a:extLst>
          </p:cNvPr>
          <p:cNvSpPr/>
          <p:nvPr userDrawn="1"/>
        </p:nvSpPr>
        <p:spPr bwMode="gray">
          <a:xfrm>
            <a:off x="6923314" y="0"/>
            <a:ext cx="5271861" cy="6858000"/>
          </a:xfrm>
          <a:custGeom>
            <a:avLst/>
            <a:gdLst>
              <a:gd name="connsiteX0" fmla="*/ 4527845 w 5271861"/>
              <a:gd name="connsiteY0" fmla="*/ 6407328 h 6858000"/>
              <a:gd name="connsiteX1" fmla="*/ 4527845 w 5271861"/>
              <a:gd name="connsiteY1" fmla="*/ 6579564 h 6858000"/>
              <a:gd name="connsiteX2" fmla="*/ 4716336 w 5271861"/>
              <a:gd name="connsiteY2" fmla="*/ 6579564 h 6858000"/>
              <a:gd name="connsiteX3" fmla="*/ 4898746 w 5271861"/>
              <a:gd name="connsiteY3" fmla="*/ 6407328 h 6858000"/>
              <a:gd name="connsiteX4" fmla="*/ 3485857 w 5271861"/>
              <a:gd name="connsiteY4" fmla="*/ 6407328 h 6858000"/>
              <a:gd name="connsiteX5" fmla="*/ 3485857 w 5271861"/>
              <a:gd name="connsiteY5" fmla="*/ 6579564 h 6858000"/>
              <a:gd name="connsiteX6" fmla="*/ 3674348 w 5271861"/>
              <a:gd name="connsiteY6" fmla="*/ 6579564 h 6858000"/>
              <a:gd name="connsiteX7" fmla="*/ 3856758 w 5271861"/>
              <a:gd name="connsiteY7" fmla="*/ 6407328 h 6858000"/>
              <a:gd name="connsiteX8" fmla="*/ 2443870 w 5271861"/>
              <a:gd name="connsiteY8" fmla="*/ 6407328 h 6858000"/>
              <a:gd name="connsiteX9" fmla="*/ 2443870 w 5271861"/>
              <a:gd name="connsiteY9" fmla="*/ 6579564 h 6858000"/>
              <a:gd name="connsiteX10" fmla="*/ 2635134 w 5271861"/>
              <a:gd name="connsiteY10" fmla="*/ 6579564 h 6858000"/>
              <a:gd name="connsiteX11" fmla="*/ 2820227 w 5271861"/>
              <a:gd name="connsiteY11" fmla="*/ 6407328 h 6858000"/>
              <a:gd name="connsiteX12" fmla="*/ 1407336 w 5271861"/>
              <a:gd name="connsiteY12" fmla="*/ 6407328 h 6858000"/>
              <a:gd name="connsiteX13" fmla="*/ 1407336 w 5271861"/>
              <a:gd name="connsiteY13" fmla="*/ 6579564 h 6858000"/>
              <a:gd name="connsiteX14" fmla="*/ 1595827 w 5271861"/>
              <a:gd name="connsiteY14" fmla="*/ 6579564 h 6858000"/>
              <a:gd name="connsiteX15" fmla="*/ 1778237 w 5271861"/>
              <a:gd name="connsiteY15" fmla="*/ 6407328 h 6858000"/>
              <a:gd name="connsiteX16" fmla="*/ 365348 w 5271861"/>
              <a:gd name="connsiteY16" fmla="*/ 6407328 h 6858000"/>
              <a:gd name="connsiteX17" fmla="*/ 365348 w 5271861"/>
              <a:gd name="connsiteY17" fmla="*/ 6579564 h 6858000"/>
              <a:gd name="connsiteX18" fmla="*/ 553839 w 5271861"/>
              <a:gd name="connsiteY18" fmla="*/ 6579564 h 6858000"/>
              <a:gd name="connsiteX19" fmla="*/ 736249 w 5271861"/>
              <a:gd name="connsiteY19" fmla="*/ 6407328 h 6858000"/>
              <a:gd name="connsiteX20" fmla="*/ 4527845 w 5271861"/>
              <a:gd name="connsiteY20" fmla="*/ 5635335 h 6858000"/>
              <a:gd name="connsiteX21" fmla="*/ 4527845 w 5271861"/>
              <a:gd name="connsiteY21" fmla="*/ 5807571 h 6858000"/>
              <a:gd name="connsiteX22" fmla="*/ 4716336 w 5271861"/>
              <a:gd name="connsiteY22" fmla="*/ 5807571 h 6858000"/>
              <a:gd name="connsiteX23" fmla="*/ 4898746 w 5271861"/>
              <a:gd name="connsiteY23" fmla="*/ 5635335 h 6858000"/>
              <a:gd name="connsiteX24" fmla="*/ 3485857 w 5271861"/>
              <a:gd name="connsiteY24" fmla="*/ 5635335 h 6858000"/>
              <a:gd name="connsiteX25" fmla="*/ 3485857 w 5271861"/>
              <a:gd name="connsiteY25" fmla="*/ 5807571 h 6858000"/>
              <a:gd name="connsiteX26" fmla="*/ 3674348 w 5271861"/>
              <a:gd name="connsiteY26" fmla="*/ 5807571 h 6858000"/>
              <a:gd name="connsiteX27" fmla="*/ 3856758 w 5271861"/>
              <a:gd name="connsiteY27" fmla="*/ 5635335 h 6858000"/>
              <a:gd name="connsiteX28" fmla="*/ 2443870 w 5271861"/>
              <a:gd name="connsiteY28" fmla="*/ 5635335 h 6858000"/>
              <a:gd name="connsiteX29" fmla="*/ 2443870 w 5271861"/>
              <a:gd name="connsiteY29" fmla="*/ 5807571 h 6858000"/>
              <a:gd name="connsiteX30" fmla="*/ 2635134 w 5271861"/>
              <a:gd name="connsiteY30" fmla="*/ 5807571 h 6858000"/>
              <a:gd name="connsiteX31" fmla="*/ 2820227 w 5271861"/>
              <a:gd name="connsiteY31" fmla="*/ 5635335 h 6858000"/>
              <a:gd name="connsiteX32" fmla="*/ 1407336 w 5271861"/>
              <a:gd name="connsiteY32" fmla="*/ 5635335 h 6858000"/>
              <a:gd name="connsiteX33" fmla="*/ 1407336 w 5271861"/>
              <a:gd name="connsiteY33" fmla="*/ 5807571 h 6858000"/>
              <a:gd name="connsiteX34" fmla="*/ 1595827 w 5271861"/>
              <a:gd name="connsiteY34" fmla="*/ 5807571 h 6858000"/>
              <a:gd name="connsiteX35" fmla="*/ 1778237 w 5271861"/>
              <a:gd name="connsiteY35" fmla="*/ 5635335 h 6858000"/>
              <a:gd name="connsiteX36" fmla="*/ 365348 w 5271861"/>
              <a:gd name="connsiteY36" fmla="*/ 5635335 h 6858000"/>
              <a:gd name="connsiteX37" fmla="*/ 365348 w 5271861"/>
              <a:gd name="connsiteY37" fmla="*/ 5807571 h 6858000"/>
              <a:gd name="connsiteX38" fmla="*/ 553839 w 5271861"/>
              <a:gd name="connsiteY38" fmla="*/ 5807571 h 6858000"/>
              <a:gd name="connsiteX39" fmla="*/ 736249 w 5271861"/>
              <a:gd name="connsiteY39" fmla="*/ 5635335 h 6858000"/>
              <a:gd name="connsiteX40" fmla="*/ 4527845 w 5271861"/>
              <a:gd name="connsiteY40" fmla="*/ 4869722 h 6858000"/>
              <a:gd name="connsiteX41" fmla="*/ 4527845 w 5271861"/>
              <a:gd name="connsiteY41" fmla="*/ 5041958 h 6858000"/>
              <a:gd name="connsiteX42" fmla="*/ 4716336 w 5271861"/>
              <a:gd name="connsiteY42" fmla="*/ 5041958 h 6858000"/>
              <a:gd name="connsiteX43" fmla="*/ 4898746 w 5271861"/>
              <a:gd name="connsiteY43" fmla="*/ 4869722 h 6858000"/>
              <a:gd name="connsiteX44" fmla="*/ 3485857 w 5271861"/>
              <a:gd name="connsiteY44" fmla="*/ 4869722 h 6858000"/>
              <a:gd name="connsiteX45" fmla="*/ 3485857 w 5271861"/>
              <a:gd name="connsiteY45" fmla="*/ 5041958 h 6858000"/>
              <a:gd name="connsiteX46" fmla="*/ 3674348 w 5271861"/>
              <a:gd name="connsiteY46" fmla="*/ 5041958 h 6858000"/>
              <a:gd name="connsiteX47" fmla="*/ 3856758 w 5271861"/>
              <a:gd name="connsiteY47" fmla="*/ 4869722 h 6858000"/>
              <a:gd name="connsiteX48" fmla="*/ 2443870 w 5271861"/>
              <a:gd name="connsiteY48" fmla="*/ 4869722 h 6858000"/>
              <a:gd name="connsiteX49" fmla="*/ 2443870 w 5271861"/>
              <a:gd name="connsiteY49" fmla="*/ 5041958 h 6858000"/>
              <a:gd name="connsiteX50" fmla="*/ 2635134 w 5271861"/>
              <a:gd name="connsiteY50" fmla="*/ 5041958 h 6858000"/>
              <a:gd name="connsiteX51" fmla="*/ 2820227 w 5271861"/>
              <a:gd name="connsiteY51" fmla="*/ 4869722 h 6858000"/>
              <a:gd name="connsiteX52" fmla="*/ 1407336 w 5271861"/>
              <a:gd name="connsiteY52" fmla="*/ 4869722 h 6858000"/>
              <a:gd name="connsiteX53" fmla="*/ 1407336 w 5271861"/>
              <a:gd name="connsiteY53" fmla="*/ 5041958 h 6858000"/>
              <a:gd name="connsiteX54" fmla="*/ 1595827 w 5271861"/>
              <a:gd name="connsiteY54" fmla="*/ 5041958 h 6858000"/>
              <a:gd name="connsiteX55" fmla="*/ 1778237 w 5271861"/>
              <a:gd name="connsiteY55" fmla="*/ 4869722 h 6858000"/>
              <a:gd name="connsiteX56" fmla="*/ 365348 w 5271861"/>
              <a:gd name="connsiteY56" fmla="*/ 4869722 h 6858000"/>
              <a:gd name="connsiteX57" fmla="*/ 365348 w 5271861"/>
              <a:gd name="connsiteY57" fmla="*/ 5041958 h 6858000"/>
              <a:gd name="connsiteX58" fmla="*/ 553839 w 5271861"/>
              <a:gd name="connsiteY58" fmla="*/ 5041958 h 6858000"/>
              <a:gd name="connsiteX59" fmla="*/ 736249 w 5271861"/>
              <a:gd name="connsiteY59" fmla="*/ 4869722 h 6858000"/>
              <a:gd name="connsiteX60" fmla="*/ 4527845 w 5271861"/>
              <a:gd name="connsiteY60" fmla="*/ 4097728 h 6858000"/>
              <a:gd name="connsiteX61" fmla="*/ 4527845 w 5271861"/>
              <a:gd name="connsiteY61" fmla="*/ 4269964 h 6858000"/>
              <a:gd name="connsiteX62" fmla="*/ 4716336 w 5271861"/>
              <a:gd name="connsiteY62" fmla="*/ 4269964 h 6858000"/>
              <a:gd name="connsiteX63" fmla="*/ 4898746 w 5271861"/>
              <a:gd name="connsiteY63" fmla="*/ 4097728 h 6858000"/>
              <a:gd name="connsiteX64" fmla="*/ 3485857 w 5271861"/>
              <a:gd name="connsiteY64" fmla="*/ 4097728 h 6858000"/>
              <a:gd name="connsiteX65" fmla="*/ 3485857 w 5271861"/>
              <a:gd name="connsiteY65" fmla="*/ 4269964 h 6858000"/>
              <a:gd name="connsiteX66" fmla="*/ 3674348 w 5271861"/>
              <a:gd name="connsiteY66" fmla="*/ 4269964 h 6858000"/>
              <a:gd name="connsiteX67" fmla="*/ 3856758 w 5271861"/>
              <a:gd name="connsiteY67" fmla="*/ 4097728 h 6858000"/>
              <a:gd name="connsiteX68" fmla="*/ 2443870 w 5271861"/>
              <a:gd name="connsiteY68" fmla="*/ 4097728 h 6858000"/>
              <a:gd name="connsiteX69" fmla="*/ 2443870 w 5271861"/>
              <a:gd name="connsiteY69" fmla="*/ 4269964 h 6858000"/>
              <a:gd name="connsiteX70" fmla="*/ 2635134 w 5271861"/>
              <a:gd name="connsiteY70" fmla="*/ 4269964 h 6858000"/>
              <a:gd name="connsiteX71" fmla="*/ 2820227 w 5271861"/>
              <a:gd name="connsiteY71" fmla="*/ 4097728 h 6858000"/>
              <a:gd name="connsiteX72" fmla="*/ 1407336 w 5271861"/>
              <a:gd name="connsiteY72" fmla="*/ 4097728 h 6858000"/>
              <a:gd name="connsiteX73" fmla="*/ 1407336 w 5271861"/>
              <a:gd name="connsiteY73" fmla="*/ 4269964 h 6858000"/>
              <a:gd name="connsiteX74" fmla="*/ 1595827 w 5271861"/>
              <a:gd name="connsiteY74" fmla="*/ 4269964 h 6858000"/>
              <a:gd name="connsiteX75" fmla="*/ 1778237 w 5271861"/>
              <a:gd name="connsiteY75" fmla="*/ 4097728 h 6858000"/>
              <a:gd name="connsiteX76" fmla="*/ 365348 w 5271861"/>
              <a:gd name="connsiteY76" fmla="*/ 4097728 h 6858000"/>
              <a:gd name="connsiteX77" fmla="*/ 365348 w 5271861"/>
              <a:gd name="connsiteY77" fmla="*/ 4269964 h 6858000"/>
              <a:gd name="connsiteX78" fmla="*/ 553839 w 5271861"/>
              <a:gd name="connsiteY78" fmla="*/ 4269964 h 6858000"/>
              <a:gd name="connsiteX79" fmla="*/ 736249 w 5271861"/>
              <a:gd name="connsiteY79" fmla="*/ 4097728 h 6858000"/>
              <a:gd name="connsiteX80" fmla="*/ 4527847 w 5271861"/>
              <a:gd name="connsiteY80" fmla="*/ 3332115 h 6858000"/>
              <a:gd name="connsiteX81" fmla="*/ 4527847 w 5271861"/>
              <a:gd name="connsiteY81" fmla="*/ 3497972 h 6858000"/>
              <a:gd name="connsiteX82" fmla="*/ 4716338 w 5271861"/>
              <a:gd name="connsiteY82" fmla="*/ 3497972 h 6858000"/>
              <a:gd name="connsiteX83" fmla="*/ 4898750 w 5271861"/>
              <a:gd name="connsiteY83" fmla="*/ 3332115 h 6858000"/>
              <a:gd name="connsiteX84" fmla="*/ 3485859 w 5271861"/>
              <a:gd name="connsiteY84" fmla="*/ 3332115 h 6858000"/>
              <a:gd name="connsiteX85" fmla="*/ 3485859 w 5271861"/>
              <a:gd name="connsiteY85" fmla="*/ 3497972 h 6858000"/>
              <a:gd name="connsiteX86" fmla="*/ 3674350 w 5271861"/>
              <a:gd name="connsiteY86" fmla="*/ 3497972 h 6858000"/>
              <a:gd name="connsiteX87" fmla="*/ 3856762 w 5271861"/>
              <a:gd name="connsiteY87" fmla="*/ 3332115 h 6858000"/>
              <a:gd name="connsiteX88" fmla="*/ 2443871 w 5271861"/>
              <a:gd name="connsiteY88" fmla="*/ 3332115 h 6858000"/>
              <a:gd name="connsiteX89" fmla="*/ 2443871 w 5271861"/>
              <a:gd name="connsiteY89" fmla="*/ 3497972 h 6858000"/>
              <a:gd name="connsiteX90" fmla="*/ 2635134 w 5271861"/>
              <a:gd name="connsiteY90" fmla="*/ 3497972 h 6858000"/>
              <a:gd name="connsiteX91" fmla="*/ 2820228 w 5271861"/>
              <a:gd name="connsiteY91" fmla="*/ 3332115 h 6858000"/>
              <a:gd name="connsiteX92" fmla="*/ 1407338 w 5271861"/>
              <a:gd name="connsiteY92" fmla="*/ 3332115 h 6858000"/>
              <a:gd name="connsiteX93" fmla="*/ 1407338 w 5271861"/>
              <a:gd name="connsiteY93" fmla="*/ 3497972 h 6858000"/>
              <a:gd name="connsiteX94" fmla="*/ 1595829 w 5271861"/>
              <a:gd name="connsiteY94" fmla="*/ 3497972 h 6858000"/>
              <a:gd name="connsiteX95" fmla="*/ 1778241 w 5271861"/>
              <a:gd name="connsiteY95" fmla="*/ 3332115 h 6858000"/>
              <a:gd name="connsiteX96" fmla="*/ 365350 w 5271861"/>
              <a:gd name="connsiteY96" fmla="*/ 3332115 h 6858000"/>
              <a:gd name="connsiteX97" fmla="*/ 365350 w 5271861"/>
              <a:gd name="connsiteY97" fmla="*/ 3497972 h 6858000"/>
              <a:gd name="connsiteX98" fmla="*/ 553841 w 5271861"/>
              <a:gd name="connsiteY98" fmla="*/ 3497972 h 6858000"/>
              <a:gd name="connsiteX99" fmla="*/ 736253 w 5271861"/>
              <a:gd name="connsiteY99" fmla="*/ 3332115 h 6858000"/>
              <a:gd name="connsiteX100" fmla="*/ 4527845 w 5271861"/>
              <a:gd name="connsiteY100" fmla="*/ 2560122 h 6858000"/>
              <a:gd name="connsiteX101" fmla="*/ 4527845 w 5271861"/>
              <a:gd name="connsiteY101" fmla="*/ 2732358 h 6858000"/>
              <a:gd name="connsiteX102" fmla="*/ 4716336 w 5271861"/>
              <a:gd name="connsiteY102" fmla="*/ 2732358 h 6858000"/>
              <a:gd name="connsiteX103" fmla="*/ 4898746 w 5271861"/>
              <a:gd name="connsiteY103" fmla="*/ 2560122 h 6858000"/>
              <a:gd name="connsiteX104" fmla="*/ 3485857 w 5271861"/>
              <a:gd name="connsiteY104" fmla="*/ 2560122 h 6858000"/>
              <a:gd name="connsiteX105" fmla="*/ 3485857 w 5271861"/>
              <a:gd name="connsiteY105" fmla="*/ 2732358 h 6858000"/>
              <a:gd name="connsiteX106" fmla="*/ 3674348 w 5271861"/>
              <a:gd name="connsiteY106" fmla="*/ 2732358 h 6858000"/>
              <a:gd name="connsiteX107" fmla="*/ 3856758 w 5271861"/>
              <a:gd name="connsiteY107" fmla="*/ 2560122 h 6858000"/>
              <a:gd name="connsiteX108" fmla="*/ 2443870 w 5271861"/>
              <a:gd name="connsiteY108" fmla="*/ 2560122 h 6858000"/>
              <a:gd name="connsiteX109" fmla="*/ 2443870 w 5271861"/>
              <a:gd name="connsiteY109" fmla="*/ 2732358 h 6858000"/>
              <a:gd name="connsiteX110" fmla="*/ 2635134 w 5271861"/>
              <a:gd name="connsiteY110" fmla="*/ 2732358 h 6858000"/>
              <a:gd name="connsiteX111" fmla="*/ 2820227 w 5271861"/>
              <a:gd name="connsiteY111" fmla="*/ 2560122 h 6858000"/>
              <a:gd name="connsiteX112" fmla="*/ 1407336 w 5271861"/>
              <a:gd name="connsiteY112" fmla="*/ 2560122 h 6858000"/>
              <a:gd name="connsiteX113" fmla="*/ 1407336 w 5271861"/>
              <a:gd name="connsiteY113" fmla="*/ 2732358 h 6858000"/>
              <a:gd name="connsiteX114" fmla="*/ 1595827 w 5271861"/>
              <a:gd name="connsiteY114" fmla="*/ 2732358 h 6858000"/>
              <a:gd name="connsiteX115" fmla="*/ 1778237 w 5271861"/>
              <a:gd name="connsiteY115" fmla="*/ 2560122 h 6858000"/>
              <a:gd name="connsiteX116" fmla="*/ 365348 w 5271861"/>
              <a:gd name="connsiteY116" fmla="*/ 2560122 h 6858000"/>
              <a:gd name="connsiteX117" fmla="*/ 365348 w 5271861"/>
              <a:gd name="connsiteY117" fmla="*/ 2732357 h 6858000"/>
              <a:gd name="connsiteX118" fmla="*/ 553839 w 5271861"/>
              <a:gd name="connsiteY118" fmla="*/ 2732357 h 6858000"/>
              <a:gd name="connsiteX119" fmla="*/ 736249 w 5271861"/>
              <a:gd name="connsiteY119" fmla="*/ 2560122 h 6858000"/>
              <a:gd name="connsiteX120" fmla="*/ 4527845 w 5271861"/>
              <a:gd name="connsiteY120" fmla="*/ 1788129 h 6858000"/>
              <a:gd name="connsiteX121" fmla="*/ 4527845 w 5271861"/>
              <a:gd name="connsiteY121" fmla="*/ 1960365 h 6858000"/>
              <a:gd name="connsiteX122" fmla="*/ 4716336 w 5271861"/>
              <a:gd name="connsiteY122" fmla="*/ 1960365 h 6858000"/>
              <a:gd name="connsiteX123" fmla="*/ 4898746 w 5271861"/>
              <a:gd name="connsiteY123" fmla="*/ 1788129 h 6858000"/>
              <a:gd name="connsiteX124" fmla="*/ 3485857 w 5271861"/>
              <a:gd name="connsiteY124" fmla="*/ 1788129 h 6858000"/>
              <a:gd name="connsiteX125" fmla="*/ 3485857 w 5271861"/>
              <a:gd name="connsiteY125" fmla="*/ 1960365 h 6858000"/>
              <a:gd name="connsiteX126" fmla="*/ 3674348 w 5271861"/>
              <a:gd name="connsiteY126" fmla="*/ 1960365 h 6858000"/>
              <a:gd name="connsiteX127" fmla="*/ 3856758 w 5271861"/>
              <a:gd name="connsiteY127" fmla="*/ 1788129 h 6858000"/>
              <a:gd name="connsiteX128" fmla="*/ 2443870 w 5271861"/>
              <a:gd name="connsiteY128" fmla="*/ 1788129 h 6858000"/>
              <a:gd name="connsiteX129" fmla="*/ 2443870 w 5271861"/>
              <a:gd name="connsiteY129" fmla="*/ 1960365 h 6858000"/>
              <a:gd name="connsiteX130" fmla="*/ 2635134 w 5271861"/>
              <a:gd name="connsiteY130" fmla="*/ 1960365 h 6858000"/>
              <a:gd name="connsiteX131" fmla="*/ 2820227 w 5271861"/>
              <a:gd name="connsiteY131" fmla="*/ 1788129 h 6858000"/>
              <a:gd name="connsiteX132" fmla="*/ 1407336 w 5271861"/>
              <a:gd name="connsiteY132" fmla="*/ 1788129 h 6858000"/>
              <a:gd name="connsiteX133" fmla="*/ 1407336 w 5271861"/>
              <a:gd name="connsiteY133" fmla="*/ 1960365 h 6858000"/>
              <a:gd name="connsiteX134" fmla="*/ 1595827 w 5271861"/>
              <a:gd name="connsiteY134" fmla="*/ 1960365 h 6858000"/>
              <a:gd name="connsiteX135" fmla="*/ 1778237 w 5271861"/>
              <a:gd name="connsiteY135" fmla="*/ 1788129 h 6858000"/>
              <a:gd name="connsiteX136" fmla="*/ 365348 w 5271861"/>
              <a:gd name="connsiteY136" fmla="*/ 1788128 h 6858000"/>
              <a:gd name="connsiteX137" fmla="*/ 365348 w 5271861"/>
              <a:gd name="connsiteY137" fmla="*/ 1960364 h 6858000"/>
              <a:gd name="connsiteX138" fmla="*/ 553839 w 5271861"/>
              <a:gd name="connsiteY138" fmla="*/ 1960364 h 6858000"/>
              <a:gd name="connsiteX139" fmla="*/ 736249 w 5271861"/>
              <a:gd name="connsiteY139" fmla="*/ 1788128 h 6858000"/>
              <a:gd name="connsiteX140" fmla="*/ 4527845 w 5271861"/>
              <a:gd name="connsiteY140" fmla="*/ 1022516 h 6858000"/>
              <a:gd name="connsiteX141" fmla="*/ 4527845 w 5271861"/>
              <a:gd name="connsiteY141" fmla="*/ 1194753 h 6858000"/>
              <a:gd name="connsiteX142" fmla="*/ 4716336 w 5271861"/>
              <a:gd name="connsiteY142" fmla="*/ 1194753 h 6858000"/>
              <a:gd name="connsiteX143" fmla="*/ 4898746 w 5271861"/>
              <a:gd name="connsiteY143" fmla="*/ 1022516 h 6858000"/>
              <a:gd name="connsiteX144" fmla="*/ 3485857 w 5271861"/>
              <a:gd name="connsiteY144" fmla="*/ 1022516 h 6858000"/>
              <a:gd name="connsiteX145" fmla="*/ 3485857 w 5271861"/>
              <a:gd name="connsiteY145" fmla="*/ 1194753 h 6858000"/>
              <a:gd name="connsiteX146" fmla="*/ 3674348 w 5271861"/>
              <a:gd name="connsiteY146" fmla="*/ 1194753 h 6858000"/>
              <a:gd name="connsiteX147" fmla="*/ 3856758 w 5271861"/>
              <a:gd name="connsiteY147" fmla="*/ 1022516 h 6858000"/>
              <a:gd name="connsiteX148" fmla="*/ 2443870 w 5271861"/>
              <a:gd name="connsiteY148" fmla="*/ 1022516 h 6858000"/>
              <a:gd name="connsiteX149" fmla="*/ 2443870 w 5271861"/>
              <a:gd name="connsiteY149" fmla="*/ 1194753 h 6858000"/>
              <a:gd name="connsiteX150" fmla="*/ 2635134 w 5271861"/>
              <a:gd name="connsiteY150" fmla="*/ 1194753 h 6858000"/>
              <a:gd name="connsiteX151" fmla="*/ 2820227 w 5271861"/>
              <a:gd name="connsiteY151" fmla="*/ 1022516 h 6858000"/>
              <a:gd name="connsiteX152" fmla="*/ 1407336 w 5271861"/>
              <a:gd name="connsiteY152" fmla="*/ 1022516 h 6858000"/>
              <a:gd name="connsiteX153" fmla="*/ 1407336 w 5271861"/>
              <a:gd name="connsiteY153" fmla="*/ 1194753 h 6858000"/>
              <a:gd name="connsiteX154" fmla="*/ 1595827 w 5271861"/>
              <a:gd name="connsiteY154" fmla="*/ 1194753 h 6858000"/>
              <a:gd name="connsiteX155" fmla="*/ 1778237 w 5271861"/>
              <a:gd name="connsiteY155" fmla="*/ 1022516 h 6858000"/>
              <a:gd name="connsiteX156" fmla="*/ 365348 w 5271861"/>
              <a:gd name="connsiteY156" fmla="*/ 1022515 h 6858000"/>
              <a:gd name="connsiteX157" fmla="*/ 365348 w 5271861"/>
              <a:gd name="connsiteY157" fmla="*/ 1194751 h 6858000"/>
              <a:gd name="connsiteX158" fmla="*/ 553839 w 5271861"/>
              <a:gd name="connsiteY158" fmla="*/ 1194751 h 6858000"/>
              <a:gd name="connsiteX159" fmla="*/ 736249 w 5271861"/>
              <a:gd name="connsiteY159" fmla="*/ 1022515 h 6858000"/>
              <a:gd name="connsiteX160" fmla="*/ 4527845 w 5271861"/>
              <a:gd name="connsiteY160" fmla="*/ 250524 h 6858000"/>
              <a:gd name="connsiteX161" fmla="*/ 4527845 w 5271861"/>
              <a:gd name="connsiteY161" fmla="*/ 422759 h 6858000"/>
              <a:gd name="connsiteX162" fmla="*/ 4716336 w 5271861"/>
              <a:gd name="connsiteY162" fmla="*/ 422759 h 6858000"/>
              <a:gd name="connsiteX163" fmla="*/ 4898746 w 5271861"/>
              <a:gd name="connsiteY163" fmla="*/ 250524 h 6858000"/>
              <a:gd name="connsiteX164" fmla="*/ 3485857 w 5271861"/>
              <a:gd name="connsiteY164" fmla="*/ 250524 h 6858000"/>
              <a:gd name="connsiteX165" fmla="*/ 3485857 w 5271861"/>
              <a:gd name="connsiteY165" fmla="*/ 422759 h 6858000"/>
              <a:gd name="connsiteX166" fmla="*/ 3674348 w 5271861"/>
              <a:gd name="connsiteY166" fmla="*/ 422759 h 6858000"/>
              <a:gd name="connsiteX167" fmla="*/ 3856758 w 5271861"/>
              <a:gd name="connsiteY167" fmla="*/ 250524 h 6858000"/>
              <a:gd name="connsiteX168" fmla="*/ 2443870 w 5271861"/>
              <a:gd name="connsiteY168" fmla="*/ 250524 h 6858000"/>
              <a:gd name="connsiteX169" fmla="*/ 2443870 w 5271861"/>
              <a:gd name="connsiteY169" fmla="*/ 422759 h 6858000"/>
              <a:gd name="connsiteX170" fmla="*/ 2635134 w 5271861"/>
              <a:gd name="connsiteY170" fmla="*/ 422759 h 6858000"/>
              <a:gd name="connsiteX171" fmla="*/ 2820227 w 5271861"/>
              <a:gd name="connsiteY171" fmla="*/ 250524 h 6858000"/>
              <a:gd name="connsiteX172" fmla="*/ 1407336 w 5271861"/>
              <a:gd name="connsiteY172" fmla="*/ 250524 h 6858000"/>
              <a:gd name="connsiteX173" fmla="*/ 1407336 w 5271861"/>
              <a:gd name="connsiteY173" fmla="*/ 422759 h 6858000"/>
              <a:gd name="connsiteX174" fmla="*/ 1595827 w 5271861"/>
              <a:gd name="connsiteY174" fmla="*/ 422759 h 6858000"/>
              <a:gd name="connsiteX175" fmla="*/ 1778237 w 5271861"/>
              <a:gd name="connsiteY175" fmla="*/ 250524 h 6858000"/>
              <a:gd name="connsiteX176" fmla="*/ 365348 w 5271861"/>
              <a:gd name="connsiteY176" fmla="*/ 250522 h 6858000"/>
              <a:gd name="connsiteX177" fmla="*/ 365348 w 5271861"/>
              <a:gd name="connsiteY177" fmla="*/ 422758 h 6858000"/>
              <a:gd name="connsiteX178" fmla="*/ 553839 w 5271861"/>
              <a:gd name="connsiteY178" fmla="*/ 422758 h 6858000"/>
              <a:gd name="connsiteX179" fmla="*/ 736249 w 5271861"/>
              <a:gd name="connsiteY179" fmla="*/ 250522 h 6858000"/>
              <a:gd name="connsiteX180" fmla="*/ 0 w 5271861"/>
              <a:gd name="connsiteY180" fmla="*/ 0 h 6858000"/>
              <a:gd name="connsiteX181" fmla="*/ 4923065 w 5271861"/>
              <a:gd name="connsiteY181" fmla="*/ 0 h 6858000"/>
              <a:gd name="connsiteX182" fmla="*/ 5092917 w 5271861"/>
              <a:gd name="connsiteY182" fmla="*/ 0 h 6858000"/>
              <a:gd name="connsiteX183" fmla="*/ 5271861 w 5271861"/>
              <a:gd name="connsiteY183" fmla="*/ 0 h 6858000"/>
              <a:gd name="connsiteX184" fmla="*/ 5271861 w 5271861"/>
              <a:gd name="connsiteY184" fmla="*/ 6858000 h 6858000"/>
              <a:gd name="connsiteX185" fmla="*/ 5092917 w 5271861"/>
              <a:gd name="connsiteY185" fmla="*/ 6858000 h 6858000"/>
              <a:gd name="connsiteX186" fmla="*/ 4923065 w 5271861"/>
              <a:gd name="connsiteY186" fmla="*/ 6858000 h 6858000"/>
              <a:gd name="connsiteX187" fmla="*/ 0 w 5271861"/>
              <a:gd name="connsiteY18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Lst>
            <a:rect l="l" t="t" r="r" b="b"/>
            <a:pathLst>
              <a:path w="5271861" h="6858000">
                <a:moveTo>
                  <a:pt x="4527845" y="6407328"/>
                </a:moveTo>
                <a:lnTo>
                  <a:pt x="4527845" y="6579564"/>
                </a:lnTo>
                <a:lnTo>
                  <a:pt x="4716336" y="6579564"/>
                </a:lnTo>
                <a:lnTo>
                  <a:pt x="4898746" y="6407328"/>
                </a:lnTo>
                <a:close/>
                <a:moveTo>
                  <a:pt x="3485857" y="6407328"/>
                </a:moveTo>
                <a:lnTo>
                  <a:pt x="3485857" y="6579564"/>
                </a:lnTo>
                <a:lnTo>
                  <a:pt x="3674348" y="6579564"/>
                </a:lnTo>
                <a:lnTo>
                  <a:pt x="3856758" y="6407328"/>
                </a:lnTo>
                <a:close/>
                <a:moveTo>
                  <a:pt x="2443870" y="6407328"/>
                </a:moveTo>
                <a:lnTo>
                  <a:pt x="2443870" y="6579564"/>
                </a:lnTo>
                <a:lnTo>
                  <a:pt x="2635134" y="6579564"/>
                </a:lnTo>
                <a:lnTo>
                  <a:pt x="2820227" y="6407328"/>
                </a:lnTo>
                <a:close/>
                <a:moveTo>
                  <a:pt x="1407336" y="6407328"/>
                </a:moveTo>
                <a:lnTo>
                  <a:pt x="1407336" y="6579564"/>
                </a:lnTo>
                <a:lnTo>
                  <a:pt x="1595827" y="6579564"/>
                </a:lnTo>
                <a:lnTo>
                  <a:pt x="1778237" y="6407328"/>
                </a:lnTo>
                <a:close/>
                <a:moveTo>
                  <a:pt x="365348" y="6407328"/>
                </a:moveTo>
                <a:lnTo>
                  <a:pt x="365348" y="6579564"/>
                </a:lnTo>
                <a:lnTo>
                  <a:pt x="553839" y="6579564"/>
                </a:lnTo>
                <a:lnTo>
                  <a:pt x="736249" y="6407328"/>
                </a:lnTo>
                <a:close/>
                <a:moveTo>
                  <a:pt x="4527845" y="5635335"/>
                </a:moveTo>
                <a:lnTo>
                  <a:pt x="4527845" y="5807571"/>
                </a:lnTo>
                <a:lnTo>
                  <a:pt x="4716336" y="5807571"/>
                </a:lnTo>
                <a:lnTo>
                  <a:pt x="4898746" y="5635335"/>
                </a:lnTo>
                <a:close/>
                <a:moveTo>
                  <a:pt x="3485857" y="5635335"/>
                </a:moveTo>
                <a:lnTo>
                  <a:pt x="3485857" y="5807571"/>
                </a:lnTo>
                <a:lnTo>
                  <a:pt x="3674348" y="5807571"/>
                </a:lnTo>
                <a:lnTo>
                  <a:pt x="3856758" y="5635335"/>
                </a:lnTo>
                <a:close/>
                <a:moveTo>
                  <a:pt x="2443870" y="5635335"/>
                </a:moveTo>
                <a:lnTo>
                  <a:pt x="2443870" y="5807571"/>
                </a:lnTo>
                <a:lnTo>
                  <a:pt x="2635134" y="5807571"/>
                </a:lnTo>
                <a:lnTo>
                  <a:pt x="2820227" y="5635335"/>
                </a:lnTo>
                <a:close/>
                <a:moveTo>
                  <a:pt x="1407336" y="5635335"/>
                </a:moveTo>
                <a:lnTo>
                  <a:pt x="1407336" y="5807571"/>
                </a:lnTo>
                <a:lnTo>
                  <a:pt x="1595827" y="5807571"/>
                </a:lnTo>
                <a:lnTo>
                  <a:pt x="1778237" y="5635335"/>
                </a:lnTo>
                <a:close/>
                <a:moveTo>
                  <a:pt x="365348" y="5635335"/>
                </a:moveTo>
                <a:lnTo>
                  <a:pt x="365348" y="5807571"/>
                </a:lnTo>
                <a:lnTo>
                  <a:pt x="553839" y="5807571"/>
                </a:lnTo>
                <a:lnTo>
                  <a:pt x="736249" y="5635335"/>
                </a:lnTo>
                <a:close/>
                <a:moveTo>
                  <a:pt x="4527845" y="4869722"/>
                </a:moveTo>
                <a:lnTo>
                  <a:pt x="4527845" y="5041958"/>
                </a:lnTo>
                <a:lnTo>
                  <a:pt x="4716336" y="5041958"/>
                </a:lnTo>
                <a:lnTo>
                  <a:pt x="4898746" y="4869722"/>
                </a:lnTo>
                <a:close/>
                <a:moveTo>
                  <a:pt x="3485857" y="4869722"/>
                </a:moveTo>
                <a:lnTo>
                  <a:pt x="3485857" y="5041958"/>
                </a:lnTo>
                <a:lnTo>
                  <a:pt x="3674348" y="5041958"/>
                </a:lnTo>
                <a:lnTo>
                  <a:pt x="3856758" y="4869722"/>
                </a:lnTo>
                <a:close/>
                <a:moveTo>
                  <a:pt x="2443870" y="4869722"/>
                </a:moveTo>
                <a:lnTo>
                  <a:pt x="2443870" y="5041958"/>
                </a:lnTo>
                <a:lnTo>
                  <a:pt x="2635134" y="5041958"/>
                </a:lnTo>
                <a:lnTo>
                  <a:pt x="2820227" y="4869722"/>
                </a:lnTo>
                <a:close/>
                <a:moveTo>
                  <a:pt x="1407336" y="4869722"/>
                </a:moveTo>
                <a:lnTo>
                  <a:pt x="1407336" y="5041958"/>
                </a:lnTo>
                <a:lnTo>
                  <a:pt x="1595827" y="5041958"/>
                </a:lnTo>
                <a:lnTo>
                  <a:pt x="1778237" y="4869722"/>
                </a:lnTo>
                <a:close/>
                <a:moveTo>
                  <a:pt x="365348" y="4869722"/>
                </a:moveTo>
                <a:lnTo>
                  <a:pt x="365348" y="5041958"/>
                </a:lnTo>
                <a:lnTo>
                  <a:pt x="553839" y="5041958"/>
                </a:lnTo>
                <a:lnTo>
                  <a:pt x="736249" y="4869722"/>
                </a:lnTo>
                <a:close/>
                <a:moveTo>
                  <a:pt x="4527845" y="4097728"/>
                </a:moveTo>
                <a:lnTo>
                  <a:pt x="4527845" y="4269964"/>
                </a:lnTo>
                <a:lnTo>
                  <a:pt x="4716336" y="4269964"/>
                </a:lnTo>
                <a:lnTo>
                  <a:pt x="4898746" y="4097728"/>
                </a:lnTo>
                <a:close/>
                <a:moveTo>
                  <a:pt x="3485857" y="4097728"/>
                </a:moveTo>
                <a:lnTo>
                  <a:pt x="3485857" y="4269964"/>
                </a:lnTo>
                <a:lnTo>
                  <a:pt x="3674348" y="4269964"/>
                </a:lnTo>
                <a:lnTo>
                  <a:pt x="3856758" y="4097728"/>
                </a:lnTo>
                <a:close/>
                <a:moveTo>
                  <a:pt x="2443870" y="4097728"/>
                </a:moveTo>
                <a:lnTo>
                  <a:pt x="2443870" y="4269964"/>
                </a:lnTo>
                <a:lnTo>
                  <a:pt x="2635134" y="4269964"/>
                </a:lnTo>
                <a:lnTo>
                  <a:pt x="2820227" y="4097728"/>
                </a:lnTo>
                <a:close/>
                <a:moveTo>
                  <a:pt x="1407336" y="4097728"/>
                </a:moveTo>
                <a:lnTo>
                  <a:pt x="1407336" y="4269964"/>
                </a:lnTo>
                <a:lnTo>
                  <a:pt x="1595827" y="4269964"/>
                </a:lnTo>
                <a:lnTo>
                  <a:pt x="1778237" y="4097728"/>
                </a:lnTo>
                <a:close/>
                <a:moveTo>
                  <a:pt x="365348" y="4097728"/>
                </a:moveTo>
                <a:lnTo>
                  <a:pt x="365348" y="4269964"/>
                </a:lnTo>
                <a:lnTo>
                  <a:pt x="553839" y="4269964"/>
                </a:lnTo>
                <a:lnTo>
                  <a:pt x="736249" y="4097728"/>
                </a:lnTo>
                <a:close/>
                <a:moveTo>
                  <a:pt x="4527847" y="3332115"/>
                </a:moveTo>
                <a:lnTo>
                  <a:pt x="4527847" y="3497972"/>
                </a:lnTo>
                <a:lnTo>
                  <a:pt x="4716338" y="3497972"/>
                </a:lnTo>
                <a:lnTo>
                  <a:pt x="4898750" y="3332115"/>
                </a:lnTo>
                <a:close/>
                <a:moveTo>
                  <a:pt x="3485859" y="3332115"/>
                </a:moveTo>
                <a:lnTo>
                  <a:pt x="3485859" y="3497972"/>
                </a:lnTo>
                <a:lnTo>
                  <a:pt x="3674350" y="3497972"/>
                </a:lnTo>
                <a:lnTo>
                  <a:pt x="3856762" y="3332115"/>
                </a:lnTo>
                <a:close/>
                <a:moveTo>
                  <a:pt x="2443871" y="3332115"/>
                </a:moveTo>
                <a:lnTo>
                  <a:pt x="2443871" y="3497972"/>
                </a:lnTo>
                <a:lnTo>
                  <a:pt x="2635134" y="3497972"/>
                </a:lnTo>
                <a:lnTo>
                  <a:pt x="2820228" y="3332115"/>
                </a:lnTo>
                <a:close/>
                <a:moveTo>
                  <a:pt x="1407338" y="3332115"/>
                </a:moveTo>
                <a:lnTo>
                  <a:pt x="1407338" y="3497972"/>
                </a:lnTo>
                <a:lnTo>
                  <a:pt x="1595829" y="3497972"/>
                </a:lnTo>
                <a:lnTo>
                  <a:pt x="1778241" y="3332115"/>
                </a:lnTo>
                <a:close/>
                <a:moveTo>
                  <a:pt x="365350" y="3332115"/>
                </a:moveTo>
                <a:lnTo>
                  <a:pt x="365350" y="3497972"/>
                </a:lnTo>
                <a:lnTo>
                  <a:pt x="553841" y="3497972"/>
                </a:lnTo>
                <a:lnTo>
                  <a:pt x="736253" y="3332115"/>
                </a:lnTo>
                <a:close/>
                <a:moveTo>
                  <a:pt x="4527845" y="2560122"/>
                </a:moveTo>
                <a:lnTo>
                  <a:pt x="4527845" y="2732358"/>
                </a:lnTo>
                <a:lnTo>
                  <a:pt x="4716336" y="2732358"/>
                </a:lnTo>
                <a:lnTo>
                  <a:pt x="4898746" y="2560122"/>
                </a:lnTo>
                <a:close/>
                <a:moveTo>
                  <a:pt x="3485857" y="2560122"/>
                </a:moveTo>
                <a:lnTo>
                  <a:pt x="3485857" y="2732358"/>
                </a:lnTo>
                <a:lnTo>
                  <a:pt x="3674348" y="2732358"/>
                </a:lnTo>
                <a:lnTo>
                  <a:pt x="3856758" y="2560122"/>
                </a:lnTo>
                <a:close/>
                <a:moveTo>
                  <a:pt x="2443870" y="2560122"/>
                </a:moveTo>
                <a:lnTo>
                  <a:pt x="2443870" y="2732358"/>
                </a:lnTo>
                <a:lnTo>
                  <a:pt x="2635134" y="2732358"/>
                </a:lnTo>
                <a:lnTo>
                  <a:pt x="2820227" y="2560122"/>
                </a:lnTo>
                <a:close/>
                <a:moveTo>
                  <a:pt x="1407336" y="2560122"/>
                </a:moveTo>
                <a:lnTo>
                  <a:pt x="1407336" y="2732358"/>
                </a:lnTo>
                <a:lnTo>
                  <a:pt x="1595827" y="2732358"/>
                </a:lnTo>
                <a:lnTo>
                  <a:pt x="1778237" y="2560122"/>
                </a:lnTo>
                <a:close/>
                <a:moveTo>
                  <a:pt x="365348" y="2560122"/>
                </a:moveTo>
                <a:lnTo>
                  <a:pt x="365348" y="2732357"/>
                </a:lnTo>
                <a:lnTo>
                  <a:pt x="553839" y="2732357"/>
                </a:lnTo>
                <a:lnTo>
                  <a:pt x="736249" y="2560122"/>
                </a:lnTo>
                <a:close/>
                <a:moveTo>
                  <a:pt x="4527845" y="1788129"/>
                </a:moveTo>
                <a:lnTo>
                  <a:pt x="4527845" y="1960365"/>
                </a:lnTo>
                <a:lnTo>
                  <a:pt x="4716336" y="1960365"/>
                </a:lnTo>
                <a:lnTo>
                  <a:pt x="4898746" y="1788129"/>
                </a:lnTo>
                <a:close/>
                <a:moveTo>
                  <a:pt x="3485857" y="1788129"/>
                </a:moveTo>
                <a:lnTo>
                  <a:pt x="3485857" y="1960365"/>
                </a:lnTo>
                <a:lnTo>
                  <a:pt x="3674348" y="1960365"/>
                </a:lnTo>
                <a:lnTo>
                  <a:pt x="3856758" y="1788129"/>
                </a:lnTo>
                <a:close/>
                <a:moveTo>
                  <a:pt x="2443870" y="1788129"/>
                </a:moveTo>
                <a:lnTo>
                  <a:pt x="2443870" y="1960365"/>
                </a:lnTo>
                <a:lnTo>
                  <a:pt x="2635134" y="1960365"/>
                </a:lnTo>
                <a:lnTo>
                  <a:pt x="2820227" y="1788129"/>
                </a:lnTo>
                <a:close/>
                <a:moveTo>
                  <a:pt x="1407336" y="1788129"/>
                </a:moveTo>
                <a:lnTo>
                  <a:pt x="1407336" y="1960365"/>
                </a:lnTo>
                <a:lnTo>
                  <a:pt x="1595827" y="1960365"/>
                </a:lnTo>
                <a:lnTo>
                  <a:pt x="1778237" y="1788129"/>
                </a:lnTo>
                <a:close/>
                <a:moveTo>
                  <a:pt x="365348" y="1788128"/>
                </a:moveTo>
                <a:lnTo>
                  <a:pt x="365348" y="1960364"/>
                </a:lnTo>
                <a:lnTo>
                  <a:pt x="553839" y="1960364"/>
                </a:lnTo>
                <a:lnTo>
                  <a:pt x="736249" y="1788128"/>
                </a:lnTo>
                <a:close/>
                <a:moveTo>
                  <a:pt x="4527845" y="1022516"/>
                </a:moveTo>
                <a:lnTo>
                  <a:pt x="4527845" y="1194753"/>
                </a:lnTo>
                <a:lnTo>
                  <a:pt x="4716336" y="1194753"/>
                </a:lnTo>
                <a:lnTo>
                  <a:pt x="4898746" y="1022516"/>
                </a:lnTo>
                <a:close/>
                <a:moveTo>
                  <a:pt x="3485857" y="1022516"/>
                </a:moveTo>
                <a:lnTo>
                  <a:pt x="3485857" y="1194753"/>
                </a:lnTo>
                <a:lnTo>
                  <a:pt x="3674348" y="1194753"/>
                </a:lnTo>
                <a:lnTo>
                  <a:pt x="3856758" y="1022516"/>
                </a:lnTo>
                <a:close/>
                <a:moveTo>
                  <a:pt x="2443870" y="1022516"/>
                </a:moveTo>
                <a:lnTo>
                  <a:pt x="2443870" y="1194753"/>
                </a:lnTo>
                <a:lnTo>
                  <a:pt x="2635134" y="1194753"/>
                </a:lnTo>
                <a:lnTo>
                  <a:pt x="2820227" y="1022516"/>
                </a:lnTo>
                <a:close/>
                <a:moveTo>
                  <a:pt x="1407336" y="1022516"/>
                </a:moveTo>
                <a:lnTo>
                  <a:pt x="1407336" y="1194753"/>
                </a:lnTo>
                <a:lnTo>
                  <a:pt x="1595827" y="1194753"/>
                </a:lnTo>
                <a:lnTo>
                  <a:pt x="1778237" y="1022516"/>
                </a:lnTo>
                <a:close/>
                <a:moveTo>
                  <a:pt x="365348" y="1022515"/>
                </a:moveTo>
                <a:lnTo>
                  <a:pt x="365348" y="1194751"/>
                </a:lnTo>
                <a:lnTo>
                  <a:pt x="553839" y="1194751"/>
                </a:lnTo>
                <a:lnTo>
                  <a:pt x="736249" y="1022515"/>
                </a:lnTo>
                <a:close/>
                <a:moveTo>
                  <a:pt x="4527845" y="250524"/>
                </a:moveTo>
                <a:lnTo>
                  <a:pt x="4527845" y="422759"/>
                </a:lnTo>
                <a:lnTo>
                  <a:pt x="4716336" y="422759"/>
                </a:lnTo>
                <a:lnTo>
                  <a:pt x="4898746" y="250524"/>
                </a:lnTo>
                <a:close/>
                <a:moveTo>
                  <a:pt x="3485857" y="250524"/>
                </a:moveTo>
                <a:lnTo>
                  <a:pt x="3485857" y="422759"/>
                </a:lnTo>
                <a:lnTo>
                  <a:pt x="3674348" y="422759"/>
                </a:lnTo>
                <a:lnTo>
                  <a:pt x="3856758" y="250524"/>
                </a:lnTo>
                <a:close/>
                <a:moveTo>
                  <a:pt x="2443870" y="250524"/>
                </a:moveTo>
                <a:lnTo>
                  <a:pt x="2443870" y="422759"/>
                </a:lnTo>
                <a:lnTo>
                  <a:pt x="2635134" y="422759"/>
                </a:lnTo>
                <a:lnTo>
                  <a:pt x="2820227" y="250524"/>
                </a:lnTo>
                <a:close/>
                <a:moveTo>
                  <a:pt x="1407336" y="250524"/>
                </a:moveTo>
                <a:lnTo>
                  <a:pt x="1407336" y="422759"/>
                </a:lnTo>
                <a:lnTo>
                  <a:pt x="1595827" y="422759"/>
                </a:lnTo>
                <a:lnTo>
                  <a:pt x="1778237" y="250524"/>
                </a:lnTo>
                <a:close/>
                <a:moveTo>
                  <a:pt x="365348" y="250522"/>
                </a:moveTo>
                <a:lnTo>
                  <a:pt x="365348" y="422758"/>
                </a:lnTo>
                <a:lnTo>
                  <a:pt x="553839" y="422758"/>
                </a:lnTo>
                <a:lnTo>
                  <a:pt x="736249" y="250522"/>
                </a:lnTo>
                <a:close/>
                <a:moveTo>
                  <a:pt x="0" y="0"/>
                </a:moveTo>
                <a:lnTo>
                  <a:pt x="4923065" y="0"/>
                </a:lnTo>
                <a:lnTo>
                  <a:pt x="5092917" y="0"/>
                </a:lnTo>
                <a:lnTo>
                  <a:pt x="5271861" y="0"/>
                </a:lnTo>
                <a:lnTo>
                  <a:pt x="5271861" y="6858000"/>
                </a:lnTo>
                <a:lnTo>
                  <a:pt x="5092917" y="6858000"/>
                </a:lnTo>
                <a:lnTo>
                  <a:pt x="4923065" y="6858000"/>
                </a:lnTo>
                <a:lnTo>
                  <a:pt x="0" y="6858000"/>
                </a:lnTo>
                <a:close/>
              </a:path>
            </a:pathLst>
          </a:custGeom>
          <a:solidFill>
            <a:srgbClr val="89D1FF"/>
          </a:solidFill>
          <a:ln w="28575" algn="ctr">
            <a:noFill/>
            <a:miter lim="800000"/>
            <a:headEnd/>
            <a:tailEnd/>
          </a:ln>
        </p:spPr>
        <p:txBody>
          <a:bodyPr wrap="square" lIns="90000" tIns="72000" rIns="90000" bIns="72000" rtlCol="0" anchor="ctr">
            <a:noAutofit/>
          </a:bodyP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DE" sz="1400" b="0" i="0" u="none" strike="noStrike" kern="0" cap="none" spc="0" normalizeH="0" baseline="0" noProof="0" err="1">
              <a:ln>
                <a:noFill/>
              </a:ln>
              <a:effectLst/>
              <a:uLnTx/>
              <a:uFillTx/>
              <a:latin typeface="+mn-lt"/>
              <a:ea typeface="72 Brand" pitchFamily="34" charset="-128"/>
              <a:cs typeface="72 Brand" pitchFamily="34" charset="-128"/>
            </a:endParaRPr>
          </a:p>
        </p:txBody>
      </p:sp>
    </p:spTree>
    <p:extLst>
      <p:ext uri="{BB962C8B-B14F-4D97-AF65-F5344CB8AC3E}">
        <p14:creationId xmlns:p14="http://schemas.microsoft.com/office/powerpoint/2010/main" val="3944710680"/>
      </p:ext>
    </p:extLst>
  </p:cSld>
  <p:clrMapOvr>
    <a:masterClrMapping/>
  </p:clrMapOvr>
  <p:extLst>
    <p:ext uri="{DCECCB84-F9BA-43D5-87BE-67443E8EF086}">
      <p15:sldGuideLst xmlns:p15="http://schemas.microsoft.com/office/powerpoint/2012/main">
        <p15:guide id="2" orient="horz" pos="1701">
          <p15:clr>
            <a:srgbClr val="FBAE40"/>
          </p15:clr>
        </p15:guide>
        <p15:guide id="3" orient="horz" pos="2688">
          <p15:clr>
            <a:srgbClr val="FBAE40"/>
          </p15:clr>
        </p15:guide>
        <p15:guide id="4" orient="horz" pos="2341">
          <p15:clr>
            <a:srgbClr val="FBAE40"/>
          </p15:clr>
        </p15:guide>
        <p15:guide id="5" orient="horz" pos="2999">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A">
    <p:spTree>
      <p:nvGrpSpPr>
        <p:cNvPr id="1" name=""/>
        <p:cNvGrpSpPr/>
        <p:nvPr/>
      </p:nvGrpSpPr>
      <p:grpSpPr>
        <a:xfrm>
          <a:off x="0" y="0"/>
          <a:ext cx="0" cy="0"/>
          <a:chOff x="0" y="0"/>
          <a:chExt cx="0" cy="0"/>
        </a:xfrm>
      </p:grpSpPr>
      <p:sp>
        <p:nvSpPr>
          <p:cNvPr id="3" name="Agenda title"/>
          <p:cNvSpPr>
            <a:spLocks noGrp="1"/>
          </p:cNvSpPr>
          <p:nvPr>
            <p:ph type="title" hasCustomPrompt="1"/>
          </p:nvPr>
        </p:nvSpPr>
        <p:spPr>
          <a:xfrm>
            <a:off x="504000" y="505381"/>
            <a:ext cx="11186476" cy="369332"/>
          </a:xfrm>
        </p:spPr>
        <p:txBody>
          <a:bodyPr/>
          <a:lstStyle>
            <a:lvl1pPr>
              <a:defRPr b="0" i="0">
                <a:latin typeface="72 Brand Medium" panose="020B0504030603020204" pitchFamily="34" charset="0"/>
              </a:defRPr>
            </a:lvl1pPr>
          </a:lstStyle>
          <a:p>
            <a:r>
              <a:rPr lang="en-US"/>
              <a:t>Agenda</a:t>
            </a:r>
          </a:p>
        </p:txBody>
      </p:sp>
      <p:sp>
        <p:nvSpPr>
          <p:cNvPr id="5" name="Text placeholder">
            <a:extLst>
              <a:ext uri="{FF2B5EF4-FFF2-40B4-BE49-F238E27FC236}">
                <a16:creationId xmlns:a16="http://schemas.microsoft.com/office/drawing/2014/main" id="{8E82BE2B-69B2-5121-2AA4-8473C53F0CF1}"/>
              </a:ext>
            </a:extLst>
          </p:cNvPr>
          <p:cNvSpPr>
            <a:spLocks noGrp="1"/>
          </p:cNvSpPr>
          <p:nvPr>
            <p:ph type="body" sz="quarter" idx="11" hasCustomPrompt="1"/>
          </p:nvPr>
        </p:nvSpPr>
        <p:spPr>
          <a:xfrm>
            <a:off x="504000" y="1548000"/>
            <a:ext cx="11186477" cy="4804619"/>
          </a:xfrm>
        </p:spPr>
        <p:txBody>
          <a:bodyPr/>
          <a:lstStyle>
            <a:lvl1pPr marL="0" indent="0">
              <a:buFont typeface="Arial" panose="020B0604020202020204" pitchFamily="34" charset="0"/>
              <a:buChar char="​"/>
              <a:defRPr lang="en-US" sz="1400" b="0" i="0" kern="1200" dirty="0" smtClean="0">
                <a:solidFill>
                  <a:schemeClr val="tx1"/>
                </a:solidFill>
                <a:latin typeface="+mn-lt"/>
                <a:ea typeface="+mn-ea"/>
                <a:cs typeface="+mn-cs"/>
              </a:defRPr>
            </a:lvl1pPr>
            <a:lvl2pPr marL="252000">
              <a:defRPr lang="en-US" sz="1400" b="0" i="0" kern="1200" dirty="0" smtClean="0">
                <a:solidFill>
                  <a:schemeClr val="tx1"/>
                </a:solidFill>
                <a:latin typeface="+mn-lt"/>
                <a:ea typeface="+mn-ea"/>
                <a:cs typeface="+mn-cs"/>
              </a:defRPr>
            </a:lvl2pPr>
            <a:lvl3pPr marL="285750" indent="-285750">
              <a:defRPr/>
            </a:lvl3pPr>
            <a:lvl4pPr marL="252000" indent="-252000">
              <a:defRPr/>
            </a:lvl4pPr>
            <a:lvl5pPr marL="285750" indent="-285750">
              <a:defRPr/>
            </a:lvl5pPr>
            <a:lvl6pPr marL="252000" indent="-252000">
              <a:defRPr/>
            </a:lvl6pPr>
            <a:lvl7pPr marL="171450" indent="-171450">
              <a:defRPr/>
            </a:lvl7pPr>
            <a:lvl8pPr marL="252000" indent="-252000">
              <a:defRPr/>
            </a:lvl8pPr>
            <a:lvl9pPr marL="857250" indent="-857250">
              <a:defRPr/>
            </a:lvl9pPr>
          </a:lstStyle>
          <a:p>
            <a:pPr lvl="0"/>
            <a:r>
              <a:rPr lang="en-US"/>
              <a:t>Agenda Item/Divider Headline</a:t>
            </a:r>
          </a:p>
        </p:txBody>
      </p:sp>
    </p:spTree>
    <p:extLst>
      <p:ext uri="{BB962C8B-B14F-4D97-AF65-F5344CB8AC3E}">
        <p14:creationId xmlns:p14="http://schemas.microsoft.com/office/powerpoint/2010/main" val="1859360619"/>
      </p:ext>
    </p:extLst>
  </p:cSld>
  <p:clrMapOvr>
    <a:masterClrMapping/>
  </p:clrMapOvr>
  <p:extLst>
    <p:ext uri="{DCECCB84-F9BA-43D5-87BE-67443E8EF086}">
      <p15:sldGuideLst xmlns:p15="http://schemas.microsoft.com/office/powerpoint/2012/main">
        <p15:guide id="2" orient="horz" pos="970" userDrawn="1">
          <p15:clr>
            <a:srgbClr val="FBAE40"/>
          </p15:clr>
        </p15:guide>
        <p15:guide id="4" orient="horz" pos="316" userDrawn="1">
          <p15:clr>
            <a:srgbClr val="FBAE40"/>
          </p15:clr>
        </p15:guide>
        <p15:guide id="5" orient="horz" pos="551" userDrawn="1">
          <p15:clr>
            <a:srgbClr val="FBAE40"/>
          </p15:clr>
        </p15:guide>
        <p15:guide id="6" orient="horz" pos="3997"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genda B">
    <p:spTree>
      <p:nvGrpSpPr>
        <p:cNvPr id="1" name=""/>
        <p:cNvGrpSpPr/>
        <p:nvPr/>
      </p:nvGrpSpPr>
      <p:grpSpPr>
        <a:xfrm>
          <a:off x="0" y="0"/>
          <a:ext cx="0" cy="0"/>
          <a:chOff x="0" y="0"/>
          <a:chExt cx="0" cy="0"/>
        </a:xfrm>
      </p:grpSpPr>
      <p:sp>
        <p:nvSpPr>
          <p:cNvPr id="3" name="Agenda title"/>
          <p:cNvSpPr>
            <a:spLocks noGrp="1"/>
          </p:cNvSpPr>
          <p:nvPr>
            <p:ph type="title" hasCustomPrompt="1"/>
          </p:nvPr>
        </p:nvSpPr>
        <p:spPr>
          <a:xfrm>
            <a:off x="504001" y="505381"/>
            <a:ext cx="7373174" cy="369332"/>
          </a:xfrm>
        </p:spPr>
        <p:txBody>
          <a:bodyPr/>
          <a:lstStyle>
            <a:lvl1pPr>
              <a:defRPr b="0" i="0">
                <a:latin typeface="72 Brand Medium" panose="020B0504030603020204" pitchFamily="34" charset="0"/>
              </a:defRPr>
            </a:lvl1pPr>
          </a:lstStyle>
          <a:p>
            <a:r>
              <a:rPr lang="en-US"/>
              <a:t>Agenda</a:t>
            </a:r>
          </a:p>
        </p:txBody>
      </p:sp>
      <p:sp>
        <p:nvSpPr>
          <p:cNvPr id="5" name="Text placeholder">
            <a:extLst>
              <a:ext uri="{FF2B5EF4-FFF2-40B4-BE49-F238E27FC236}">
                <a16:creationId xmlns:a16="http://schemas.microsoft.com/office/drawing/2014/main" id="{8E82BE2B-69B2-5121-2AA4-8473C53F0CF1}"/>
              </a:ext>
            </a:extLst>
          </p:cNvPr>
          <p:cNvSpPr>
            <a:spLocks noGrp="1"/>
          </p:cNvSpPr>
          <p:nvPr>
            <p:ph type="body" sz="quarter" idx="11" hasCustomPrompt="1"/>
          </p:nvPr>
        </p:nvSpPr>
        <p:spPr>
          <a:xfrm>
            <a:off x="504001" y="1548000"/>
            <a:ext cx="7373174" cy="4805175"/>
          </a:xfrm>
        </p:spPr>
        <p:txBody>
          <a:bodyPr/>
          <a:lstStyle>
            <a:lvl1pPr marL="0" indent="0">
              <a:buFont typeface="Arial" panose="020B0604020202020204" pitchFamily="34" charset="0"/>
              <a:buChar char="​"/>
              <a:defRPr lang="en-US" sz="1400" b="0" i="0" kern="1200" dirty="0" smtClean="0">
                <a:solidFill>
                  <a:schemeClr val="tx1"/>
                </a:solidFill>
                <a:latin typeface="+mn-lt"/>
                <a:ea typeface="+mn-ea"/>
                <a:cs typeface="+mn-cs"/>
              </a:defRPr>
            </a:lvl1pPr>
            <a:lvl2pPr marL="252000">
              <a:defRPr lang="en-US" sz="1400" b="0" i="0" kern="1200" dirty="0" smtClean="0">
                <a:solidFill>
                  <a:schemeClr val="tx1"/>
                </a:solidFill>
                <a:latin typeface="+mn-lt"/>
                <a:ea typeface="+mn-ea"/>
                <a:cs typeface="+mn-cs"/>
              </a:defRPr>
            </a:lvl2pPr>
            <a:lvl3pPr marL="285750" indent="-285750">
              <a:defRPr/>
            </a:lvl3pPr>
            <a:lvl4pPr marL="252000" indent="-252000">
              <a:defRPr/>
            </a:lvl4pPr>
            <a:lvl5pPr marL="285750" indent="-285750">
              <a:defRPr/>
            </a:lvl5pPr>
            <a:lvl6pPr marL="252000" indent="-252000">
              <a:defRPr/>
            </a:lvl6pPr>
            <a:lvl7pPr marL="171450" indent="-171450">
              <a:defRPr/>
            </a:lvl7pPr>
            <a:lvl8pPr marL="252000" indent="-252000">
              <a:defRPr/>
            </a:lvl8pPr>
            <a:lvl9pPr marL="857250" indent="-857250">
              <a:defRPr/>
            </a:lvl9pPr>
          </a:lstStyle>
          <a:p>
            <a:pPr lvl="0"/>
            <a:r>
              <a:rPr lang="en-US"/>
              <a:t>Agenda Item/Divider Headline</a:t>
            </a:r>
          </a:p>
        </p:txBody>
      </p:sp>
      <p:sp>
        <p:nvSpPr>
          <p:cNvPr id="4" name="Rectangle 3">
            <a:extLst>
              <a:ext uri="{FF2B5EF4-FFF2-40B4-BE49-F238E27FC236}">
                <a16:creationId xmlns:a16="http://schemas.microsoft.com/office/drawing/2014/main" id="{DE0D0982-D686-0C55-3C20-38CF602654D3}"/>
              </a:ext>
            </a:extLst>
          </p:cNvPr>
          <p:cNvSpPr/>
          <p:nvPr/>
        </p:nvSpPr>
        <p:spPr>
          <a:xfrm>
            <a:off x="8128001" y="0"/>
            <a:ext cx="4067174" cy="6858000"/>
          </a:xfrm>
          <a:prstGeom prst="rect">
            <a:avLst/>
          </a:prstGeom>
          <a:solidFill>
            <a:srgbClr val="002A86"/>
          </a:solidFill>
          <a:ln w="12700">
            <a:noFill/>
            <a:headEnd type="none" w="med" len="med"/>
            <a:tailEnd type="none" w="med" len="med"/>
          </a:ln>
          <a:effectLst>
            <a:outerShdw blurRad="50800" dir="2700000" algn="tl"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none" lIns="182737" tIns="146190" rIns="182737" bIns="146190" numCol="1" spcCol="0" rtlCol="0" fromWordArt="0" anchor="ctr" anchorCtr="0" forceAA="0" compatLnSpc="1">
            <a:prstTxWarp prst="textNoShape">
              <a:avLst/>
            </a:prstTxWarp>
            <a:noAutofit/>
          </a:bodyPr>
          <a:lstStyle/>
          <a:p>
            <a:pPr algn="ctr" defTabSz="931773" fontAlgn="base">
              <a:spcBef>
                <a:spcPct val="0"/>
              </a:spcBef>
              <a:spcAft>
                <a:spcPct val="0"/>
              </a:spcAft>
            </a:pPr>
            <a:endParaRPr lang="en-US" sz="1400" kern="0">
              <a:gradFill>
                <a:gsLst>
                  <a:gs pos="0">
                    <a:srgbClr val="002A86"/>
                  </a:gs>
                  <a:gs pos="100000">
                    <a:srgbClr val="002A86"/>
                  </a:gs>
                </a:gsLst>
                <a:lin ang="2700000" scaled="1"/>
              </a:gradFill>
              <a:latin typeface="72 Brand Medium" panose="020B0504030603020204" pitchFamily="34" charset="0"/>
            </a:endParaRPr>
          </a:p>
        </p:txBody>
      </p:sp>
      <p:grpSp>
        <p:nvGrpSpPr>
          <p:cNvPr id="36" name="Group 35">
            <a:extLst>
              <a:ext uri="{FF2B5EF4-FFF2-40B4-BE49-F238E27FC236}">
                <a16:creationId xmlns:a16="http://schemas.microsoft.com/office/drawing/2014/main" id="{35AD2A09-250F-1ADC-43C7-571E869ACEFC}"/>
              </a:ext>
            </a:extLst>
          </p:cNvPr>
          <p:cNvGrpSpPr/>
          <p:nvPr userDrawn="1"/>
        </p:nvGrpSpPr>
        <p:grpSpPr>
          <a:xfrm>
            <a:off x="8831263" y="-1"/>
            <a:ext cx="2895816" cy="6858001"/>
            <a:chOff x="8712092" y="-1"/>
            <a:chExt cx="2895816" cy="6858001"/>
          </a:xfrm>
        </p:grpSpPr>
        <p:sp>
          <p:nvSpPr>
            <p:cNvPr id="7" name="Freeform 139">
              <a:extLst>
                <a:ext uri="{FF2B5EF4-FFF2-40B4-BE49-F238E27FC236}">
                  <a16:creationId xmlns:a16="http://schemas.microsoft.com/office/drawing/2014/main" id="{D7B725F3-3056-4C67-EF57-4A180708DEBC}"/>
                </a:ext>
              </a:extLst>
            </p:cNvPr>
            <p:cNvSpPr/>
            <p:nvPr/>
          </p:nvSpPr>
          <p:spPr>
            <a:xfrm>
              <a:off x="8712092" y="1728123"/>
              <a:ext cx="2895816" cy="1447692"/>
            </a:xfrm>
            <a:custGeom>
              <a:avLst/>
              <a:gdLst>
                <a:gd name="connsiteX0" fmla="*/ 3258914 w 3582451"/>
                <a:gd name="connsiteY0" fmla="*/ 133987 h 1790958"/>
                <a:gd name="connsiteX1" fmla="*/ 1735702 w 3582451"/>
                <a:gd name="connsiteY1" fmla="*/ 1656971 h 1790958"/>
                <a:gd name="connsiteX2" fmla="*/ 134007 w 3582451"/>
                <a:gd name="connsiteY2" fmla="*/ 1656971 h 1790958"/>
                <a:gd name="connsiteX3" fmla="*/ 134007 w 3582451"/>
                <a:gd name="connsiteY3" fmla="*/ 133987 h 1790958"/>
                <a:gd name="connsiteX4" fmla="*/ 3258914 w 3582451"/>
                <a:gd name="connsiteY4" fmla="*/ 133987 h 1790958"/>
                <a:gd name="connsiteX5" fmla="*/ 3582451 w 3582451"/>
                <a:gd name="connsiteY5" fmla="*/ 0 h 1790958"/>
                <a:gd name="connsiteX6" fmla="*/ 0 w 3582451"/>
                <a:gd name="connsiteY6" fmla="*/ 0 h 1790958"/>
                <a:gd name="connsiteX7" fmla="*/ 0 w 3582451"/>
                <a:gd name="connsiteY7" fmla="*/ 1790958 h 1790958"/>
                <a:gd name="connsiteX8" fmla="*/ 1791226 w 3582451"/>
                <a:gd name="connsiteY8" fmla="*/ 1790958 h 1790958"/>
                <a:gd name="connsiteX9" fmla="*/ 3582451 w 3582451"/>
                <a:gd name="connsiteY9" fmla="*/ 0 h 1790958"/>
                <a:gd name="connsiteX10" fmla="*/ 3582451 w 3582451"/>
                <a:gd name="connsiteY10" fmla="*/ 0 h 1790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82451" h="1790958">
                  <a:moveTo>
                    <a:pt x="3258914" y="133987"/>
                  </a:moveTo>
                  <a:lnTo>
                    <a:pt x="1735702" y="1656971"/>
                  </a:lnTo>
                  <a:lnTo>
                    <a:pt x="134007" y="1656971"/>
                  </a:lnTo>
                  <a:lnTo>
                    <a:pt x="134007" y="133987"/>
                  </a:lnTo>
                  <a:lnTo>
                    <a:pt x="3258914" y="133987"/>
                  </a:lnTo>
                  <a:moveTo>
                    <a:pt x="3582451" y="0"/>
                  </a:moveTo>
                  <a:lnTo>
                    <a:pt x="0" y="0"/>
                  </a:lnTo>
                  <a:lnTo>
                    <a:pt x="0" y="1790958"/>
                  </a:lnTo>
                  <a:lnTo>
                    <a:pt x="1791226" y="1790958"/>
                  </a:lnTo>
                  <a:lnTo>
                    <a:pt x="3582451" y="0"/>
                  </a:lnTo>
                  <a:lnTo>
                    <a:pt x="3582451" y="0"/>
                  </a:lnTo>
                  <a:close/>
                </a:path>
              </a:pathLst>
            </a:custGeom>
            <a:solidFill>
              <a:srgbClr val="1B90FF"/>
            </a:solidFill>
            <a:ln w="4467" cap="flat">
              <a:noFill/>
              <a:prstDash val="solid"/>
              <a:miter/>
            </a:ln>
          </p:spPr>
          <p:txBody>
            <a:bodyPr rtlCol="0" anchor="ctr"/>
            <a:lstStyle/>
            <a:p>
              <a:pPr defTabSz="1088654"/>
              <a:endParaRPr lang="en-US" sz="2100">
                <a:solidFill>
                  <a:srgbClr val="000000"/>
                </a:solidFill>
                <a:latin typeface="72 Brand" panose="020B0504030603020204" pitchFamily="34" charset="0"/>
              </a:endParaRPr>
            </a:p>
          </p:txBody>
        </p:sp>
        <p:sp>
          <p:nvSpPr>
            <p:cNvPr id="8" name="Freeform 139">
              <a:extLst>
                <a:ext uri="{FF2B5EF4-FFF2-40B4-BE49-F238E27FC236}">
                  <a16:creationId xmlns:a16="http://schemas.microsoft.com/office/drawing/2014/main" id="{9D919D45-FC03-6DF6-A534-7F09777CF3DA}"/>
                </a:ext>
              </a:extLst>
            </p:cNvPr>
            <p:cNvSpPr/>
            <p:nvPr/>
          </p:nvSpPr>
          <p:spPr>
            <a:xfrm>
              <a:off x="8712092" y="3682186"/>
              <a:ext cx="2895816" cy="1447692"/>
            </a:xfrm>
            <a:custGeom>
              <a:avLst/>
              <a:gdLst>
                <a:gd name="connsiteX0" fmla="*/ 3258914 w 3582451"/>
                <a:gd name="connsiteY0" fmla="*/ 133987 h 1790958"/>
                <a:gd name="connsiteX1" fmla="*/ 1735702 w 3582451"/>
                <a:gd name="connsiteY1" fmla="*/ 1656971 h 1790958"/>
                <a:gd name="connsiteX2" fmla="*/ 134007 w 3582451"/>
                <a:gd name="connsiteY2" fmla="*/ 1656971 h 1790958"/>
                <a:gd name="connsiteX3" fmla="*/ 134007 w 3582451"/>
                <a:gd name="connsiteY3" fmla="*/ 133987 h 1790958"/>
                <a:gd name="connsiteX4" fmla="*/ 3258914 w 3582451"/>
                <a:gd name="connsiteY4" fmla="*/ 133987 h 1790958"/>
                <a:gd name="connsiteX5" fmla="*/ 3582451 w 3582451"/>
                <a:gd name="connsiteY5" fmla="*/ 0 h 1790958"/>
                <a:gd name="connsiteX6" fmla="*/ 0 w 3582451"/>
                <a:gd name="connsiteY6" fmla="*/ 0 h 1790958"/>
                <a:gd name="connsiteX7" fmla="*/ 0 w 3582451"/>
                <a:gd name="connsiteY7" fmla="*/ 1790958 h 1790958"/>
                <a:gd name="connsiteX8" fmla="*/ 1791226 w 3582451"/>
                <a:gd name="connsiteY8" fmla="*/ 1790958 h 1790958"/>
                <a:gd name="connsiteX9" fmla="*/ 3582451 w 3582451"/>
                <a:gd name="connsiteY9" fmla="*/ 0 h 1790958"/>
                <a:gd name="connsiteX10" fmla="*/ 3582451 w 3582451"/>
                <a:gd name="connsiteY10" fmla="*/ 0 h 1790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82451" h="1790958">
                  <a:moveTo>
                    <a:pt x="3258914" y="133987"/>
                  </a:moveTo>
                  <a:lnTo>
                    <a:pt x="1735702" y="1656971"/>
                  </a:lnTo>
                  <a:lnTo>
                    <a:pt x="134007" y="1656971"/>
                  </a:lnTo>
                  <a:lnTo>
                    <a:pt x="134007" y="133987"/>
                  </a:lnTo>
                  <a:lnTo>
                    <a:pt x="3258914" y="133987"/>
                  </a:lnTo>
                  <a:moveTo>
                    <a:pt x="3582451" y="0"/>
                  </a:moveTo>
                  <a:lnTo>
                    <a:pt x="0" y="0"/>
                  </a:lnTo>
                  <a:lnTo>
                    <a:pt x="0" y="1790958"/>
                  </a:lnTo>
                  <a:lnTo>
                    <a:pt x="1791226" y="1790958"/>
                  </a:lnTo>
                  <a:lnTo>
                    <a:pt x="3582451" y="0"/>
                  </a:lnTo>
                  <a:lnTo>
                    <a:pt x="3582451" y="0"/>
                  </a:lnTo>
                  <a:close/>
                </a:path>
              </a:pathLst>
            </a:custGeom>
            <a:solidFill>
              <a:srgbClr val="1B90FF"/>
            </a:solidFill>
            <a:ln w="4467" cap="flat">
              <a:noFill/>
              <a:prstDash val="solid"/>
              <a:miter/>
            </a:ln>
          </p:spPr>
          <p:txBody>
            <a:bodyPr rtlCol="0" anchor="ctr"/>
            <a:lstStyle/>
            <a:p>
              <a:pPr defTabSz="1088654"/>
              <a:endParaRPr lang="en-US" sz="2100">
                <a:solidFill>
                  <a:srgbClr val="000000"/>
                </a:solidFill>
                <a:latin typeface="72 Brand" panose="020B0504030603020204" pitchFamily="34" charset="0"/>
              </a:endParaRPr>
            </a:p>
          </p:txBody>
        </p:sp>
        <p:sp>
          <p:nvSpPr>
            <p:cNvPr id="11" name="Free-form: Shape 10">
              <a:extLst>
                <a:ext uri="{FF2B5EF4-FFF2-40B4-BE49-F238E27FC236}">
                  <a16:creationId xmlns:a16="http://schemas.microsoft.com/office/drawing/2014/main" id="{0A876687-243B-0F88-E4A6-6D6D20F0B90B}"/>
                </a:ext>
              </a:extLst>
            </p:cNvPr>
            <p:cNvSpPr/>
            <p:nvPr userDrawn="1"/>
          </p:nvSpPr>
          <p:spPr bwMode="gray">
            <a:xfrm>
              <a:off x="8712092" y="-1"/>
              <a:ext cx="2669842" cy="1221752"/>
            </a:xfrm>
            <a:custGeom>
              <a:avLst/>
              <a:gdLst>
                <a:gd name="connsiteX0" fmla="*/ 0 w 2669842"/>
                <a:gd name="connsiteY0" fmla="*/ 0 h 1221752"/>
                <a:gd name="connsiteX1" fmla="*/ 108322 w 2669842"/>
                <a:gd name="connsiteY1" fmla="*/ 0 h 1221752"/>
                <a:gd name="connsiteX2" fmla="*/ 108322 w 2669842"/>
                <a:gd name="connsiteY2" fmla="*/ 1113446 h 1221752"/>
                <a:gd name="connsiteX3" fmla="*/ 1403026 w 2669842"/>
                <a:gd name="connsiteY3" fmla="*/ 1113446 h 1221752"/>
                <a:gd name="connsiteX4" fmla="*/ 2516638 w 2669842"/>
                <a:gd name="connsiteY4" fmla="*/ 0 h 1221752"/>
                <a:gd name="connsiteX5" fmla="*/ 2669842 w 2669842"/>
                <a:gd name="connsiteY5" fmla="*/ 0 h 1221752"/>
                <a:gd name="connsiteX6" fmla="*/ 1447908 w 2669842"/>
                <a:gd name="connsiteY6" fmla="*/ 1221752 h 1221752"/>
                <a:gd name="connsiteX7" fmla="*/ 0 w 2669842"/>
                <a:gd name="connsiteY7" fmla="*/ 1221752 h 1221752"/>
                <a:gd name="connsiteX8" fmla="*/ 0 w 2669842"/>
                <a:gd name="connsiteY8" fmla="*/ 0 h 12217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69842" h="1221752">
                  <a:moveTo>
                    <a:pt x="0" y="0"/>
                  </a:moveTo>
                  <a:lnTo>
                    <a:pt x="108322" y="0"/>
                  </a:lnTo>
                  <a:lnTo>
                    <a:pt x="108322" y="1113446"/>
                  </a:lnTo>
                  <a:lnTo>
                    <a:pt x="1403026" y="1113446"/>
                  </a:lnTo>
                  <a:lnTo>
                    <a:pt x="2516638" y="0"/>
                  </a:lnTo>
                  <a:lnTo>
                    <a:pt x="2669842" y="0"/>
                  </a:lnTo>
                  <a:lnTo>
                    <a:pt x="1447908" y="1221752"/>
                  </a:lnTo>
                  <a:lnTo>
                    <a:pt x="0" y="1221752"/>
                  </a:lnTo>
                  <a:lnTo>
                    <a:pt x="0" y="0"/>
                  </a:lnTo>
                  <a:close/>
                </a:path>
              </a:pathLst>
            </a:custGeom>
            <a:solidFill>
              <a:srgbClr val="1B90FF"/>
            </a:solidFill>
            <a:ln w="4467" cap="flat">
              <a:noFill/>
              <a:prstDash val="solid"/>
              <a:miter/>
            </a:ln>
          </p:spPr>
          <p:txBody>
            <a:bodyPr rtlCol="0" anchor="ctr"/>
            <a:lstStyle/>
            <a:p>
              <a:pPr lvl="0" defTabSz="1088654"/>
              <a:endParaRPr lang="en-DE" noProof="0" err="1">
                <a:solidFill>
                  <a:srgbClr val="000000"/>
                </a:solidFill>
                <a:latin typeface="72 Brand" panose="020B0504030603020204" pitchFamily="34" charset="0"/>
              </a:endParaRPr>
            </a:p>
          </p:txBody>
        </p:sp>
        <p:sp>
          <p:nvSpPr>
            <p:cNvPr id="33" name="Free-form: Shape 32">
              <a:extLst>
                <a:ext uri="{FF2B5EF4-FFF2-40B4-BE49-F238E27FC236}">
                  <a16:creationId xmlns:a16="http://schemas.microsoft.com/office/drawing/2014/main" id="{6A6C2A84-BDA9-F161-B462-F84F02753B0F}"/>
                </a:ext>
              </a:extLst>
            </p:cNvPr>
            <p:cNvSpPr/>
            <p:nvPr userDrawn="1"/>
          </p:nvSpPr>
          <p:spPr bwMode="gray">
            <a:xfrm>
              <a:off x="8712092" y="5636249"/>
              <a:ext cx="2895816" cy="1221751"/>
            </a:xfrm>
            <a:custGeom>
              <a:avLst/>
              <a:gdLst>
                <a:gd name="connsiteX0" fmla="*/ 0 w 2895816"/>
                <a:gd name="connsiteY0" fmla="*/ 0 h 1221751"/>
                <a:gd name="connsiteX1" fmla="*/ 2895816 w 2895816"/>
                <a:gd name="connsiteY1" fmla="*/ 0 h 1221751"/>
                <a:gd name="connsiteX2" fmla="*/ 1673884 w 2895816"/>
                <a:gd name="connsiteY2" fmla="*/ 1221751 h 1221751"/>
                <a:gd name="connsiteX3" fmla="*/ 1520680 w 2895816"/>
                <a:gd name="connsiteY3" fmla="*/ 1221751 h 1221751"/>
                <a:gd name="connsiteX4" fmla="*/ 2634290 w 2895816"/>
                <a:gd name="connsiteY4" fmla="*/ 108306 h 1221751"/>
                <a:gd name="connsiteX5" fmla="*/ 108323 w 2895816"/>
                <a:gd name="connsiteY5" fmla="*/ 108306 h 1221751"/>
                <a:gd name="connsiteX6" fmla="*/ 108323 w 2895816"/>
                <a:gd name="connsiteY6" fmla="*/ 1221751 h 1221751"/>
                <a:gd name="connsiteX7" fmla="*/ 0 w 2895816"/>
                <a:gd name="connsiteY7" fmla="*/ 1221751 h 1221751"/>
                <a:gd name="connsiteX8" fmla="*/ 0 w 2895816"/>
                <a:gd name="connsiteY8" fmla="*/ 0 h 12217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895816" h="1221751">
                  <a:moveTo>
                    <a:pt x="0" y="0"/>
                  </a:moveTo>
                  <a:lnTo>
                    <a:pt x="2895816" y="0"/>
                  </a:lnTo>
                  <a:lnTo>
                    <a:pt x="1673884" y="1221751"/>
                  </a:lnTo>
                  <a:lnTo>
                    <a:pt x="1520680" y="1221751"/>
                  </a:lnTo>
                  <a:lnTo>
                    <a:pt x="2634290" y="108306"/>
                  </a:lnTo>
                  <a:lnTo>
                    <a:pt x="108323" y="108306"/>
                  </a:lnTo>
                  <a:lnTo>
                    <a:pt x="108323" y="1221751"/>
                  </a:lnTo>
                  <a:lnTo>
                    <a:pt x="0" y="1221751"/>
                  </a:lnTo>
                  <a:lnTo>
                    <a:pt x="0" y="0"/>
                  </a:lnTo>
                  <a:close/>
                </a:path>
              </a:pathLst>
            </a:custGeom>
            <a:solidFill>
              <a:srgbClr val="1B90FF"/>
            </a:solidFill>
            <a:ln w="4467" cap="flat">
              <a:noFill/>
              <a:prstDash val="solid"/>
              <a:miter/>
            </a:ln>
          </p:spPr>
          <p:txBody>
            <a:bodyPr rtlCol="0" anchor="ctr"/>
            <a:lstStyle/>
            <a:p>
              <a:pPr lvl="0" defTabSz="1088654"/>
              <a:endParaRPr lang="en-DE" noProof="0" err="1">
                <a:solidFill>
                  <a:srgbClr val="000000"/>
                </a:solidFill>
                <a:latin typeface="72 Brand" panose="020B0504030603020204" pitchFamily="34" charset="0"/>
              </a:endParaRPr>
            </a:p>
          </p:txBody>
        </p:sp>
      </p:grpSp>
    </p:spTree>
    <p:extLst>
      <p:ext uri="{BB962C8B-B14F-4D97-AF65-F5344CB8AC3E}">
        <p14:creationId xmlns:p14="http://schemas.microsoft.com/office/powerpoint/2010/main" val="2145801048"/>
      </p:ext>
    </p:extLst>
  </p:cSld>
  <p:clrMapOvr>
    <a:masterClrMapping/>
  </p:clrMapOvr>
  <p:extLst>
    <p:ext uri="{DCECCB84-F9BA-43D5-87BE-67443E8EF086}">
      <p15:sldGuideLst xmlns:p15="http://schemas.microsoft.com/office/powerpoint/2012/main">
        <p15:guide id="2" orient="horz" pos="970">
          <p15:clr>
            <a:srgbClr val="FBAE40"/>
          </p15:clr>
        </p15:guide>
        <p15:guide id="4" orient="horz" pos="316">
          <p15:clr>
            <a:srgbClr val="FBAE40"/>
          </p15:clr>
        </p15:guide>
        <p15:guide id="5" orient="horz" pos="551">
          <p15:clr>
            <a:srgbClr val="FBAE40"/>
          </p15:clr>
        </p15:guide>
        <p15:guide id="6" orient="horz" pos="3997">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vider Page A">
    <p:spTree>
      <p:nvGrpSpPr>
        <p:cNvPr id="1" name=""/>
        <p:cNvGrpSpPr/>
        <p:nvPr/>
      </p:nvGrpSpPr>
      <p:grpSpPr>
        <a:xfrm>
          <a:off x="0" y="0"/>
          <a:ext cx="0" cy="0"/>
          <a:chOff x="0" y="0"/>
          <a:chExt cx="0" cy="0"/>
        </a:xfrm>
      </p:grpSpPr>
      <p:sp>
        <p:nvSpPr>
          <p:cNvPr id="2" name="Divider text"/>
          <p:cNvSpPr>
            <a:spLocks noGrp="1"/>
          </p:cNvSpPr>
          <p:nvPr>
            <p:ph type="ctrTitle" hasCustomPrompt="1"/>
          </p:nvPr>
        </p:nvSpPr>
        <p:spPr bwMode="black">
          <a:xfrm>
            <a:off x="504000" y="3090446"/>
            <a:ext cx="11185200" cy="677108"/>
          </a:xfrm>
        </p:spPr>
        <p:txBody>
          <a:bodyPr anchor="ctr" anchorCtr="0">
            <a:noAutofit/>
          </a:bodyPr>
          <a:lstStyle>
            <a:lvl1pPr>
              <a:defRPr sz="4400" b="0" i="0">
                <a:solidFill>
                  <a:schemeClr val="tx1"/>
                </a:solidFill>
                <a:latin typeface="72 Brand Medium" panose="020B0504030603020204" pitchFamily="34" charset="0"/>
              </a:defRPr>
            </a:lvl1pPr>
          </a:lstStyle>
          <a:p>
            <a:r>
              <a:rPr lang="en-US"/>
              <a:t>Divider page</a:t>
            </a:r>
            <a:endParaRPr lang="de-DE"/>
          </a:p>
        </p:txBody>
      </p:sp>
    </p:spTree>
    <p:extLst>
      <p:ext uri="{BB962C8B-B14F-4D97-AF65-F5344CB8AC3E}">
        <p14:creationId xmlns:p14="http://schemas.microsoft.com/office/powerpoint/2010/main" val="4109527874"/>
      </p:ext>
    </p:extLst>
  </p:cSld>
  <p:clrMapOvr>
    <a:masterClrMapping/>
  </p:clrMapOvr>
  <p:hf sldNum="0" hdr="0" ftr="0" dt="0"/>
  <p:extLst>
    <p:ext uri="{DCECCB84-F9BA-43D5-87BE-67443E8EF086}">
      <p15:sldGuideLst xmlns:p15="http://schemas.microsoft.com/office/powerpoint/2012/main">
        <p15:guide id="2" orient="horz" pos="2160" userDrawn="1">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ider Page B">
    <p:bg>
      <p:bgPr>
        <a:solidFill>
          <a:srgbClr val="1B90FF"/>
        </a:solidFill>
        <a:effectLst/>
      </p:bgPr>
    </p:bg>
    <p:spTree>
      <p:nvGrpSpPr>
        <p:cNvPr id="1" name=""/>
        <p:cNvGrpSpPr/>
        <p:nvPr/>
      </p:nvGrpSpPr>
      <p:grpSpPr>
        <a:xfrm>
          <a:off x="0" y="0"/>
          <a:ext cx="0" cy="0"/>
          <a:chOff x="0" y="0"/>
          <a:chExt cx="0" cy="0"/>
        </a:xfrm>
      </p:grpSpPr>
      <p:sp>
        <p:nvSpPr>
          <p:cNvPr id="3" name="Text Placeholder 8">
            <a:extLst>
              <a:ext uri="{FF2B5EF4-FFF2-40B4-BE49-F238E27FC236}">
                <a16:creationId xmlns:a16="http://schemas.microsoft.com/office/drawing/2014/main" id="{FF6F4229-C80F-03D8-379E-5395A9D91051}"/>
              </a:ext>
            </a:extLst>
          </p:cNvPr>
          <p:cNvSpPr>
            <a:spLocks noGrp="1"/>
          </p:cNvSpPr>
          <p:nvPr>
            <p:ph type="body" sz="quarter" idx="10" hasCustomPrompt="1"/>
          </p:nvPr>
        </p:nvSpPr>
        <p:spPr>
          <a:xfrm>
            <a:off x="503239" y="2305050"/>
            <a:ext cx="4745037" cy="685800"/>
          </a:xfrm>
        </p:spPr>
        <p:txBody>
          <a:bodyPr>
            <a:noAutofit/>
          </a:bodyPr>
          <a:lstStyle>
            <a:lvl1pPr marL="0" indent="0">
              <a:buNone/>
              <a:defRPr sz="3200">
                <a:solidFill>
                  <a:schemeClr val="bg1"/>
                </a:solidFill>
              </a:defRPr>
            </a:lvl1pPr>
          </a:lstStyle>
          <a:p>
            <a:pPr lvl="0"/>
            <a:r>
              <a:rPr lang="en-US"/>
              <a:t>Insert subtitle</a:t>
            </a:r>
          </a:p>
        </p:txBody>
      </p:sp>
      <p:sp>
        <p:nvSpPr>
          <p:cNvPr id="4" name="Divider text">
            <a:extLst>
              <a:ext uri="{FF2B5EF4-FFF2-40B4-BE49-F238E27FC236}">
                <a16:creationId xmlns:a16="http://schemas.microsoft.com/office/drawing/2014/main" id="{6F90880B-34A2-54BD-E54C-D9BEA8FA6891}"/>
              </a:ext>
            </a:extLst>
          </p:cNvPr>
          <p:cNvSpPr>
            <a:spLocks noGrp="1"/>
          </p:cNvSpPr>
          <p:nvPr>
            <p:ph type="ctrTitle" hasCustomPrompt="1"/>
          </p:nvPr>
        </p:nvSpPr>
        <p:spPr bwMode="black">
          <a:xfrm>
            <a:off x="504000" y="1375046"/>
            <a:ext cx="11185200" cy="677108"/>
          </a:xfrm>
        </p:spPr>
        <p:txBody>
          <a:bodyPr wrap="square" anchor="t" anchorCtr="0">
            <a:noAutofit/>
          </a:bodyPr>
          <a:lstStyle>
            <a:lvl1pPr marL="0" algn="l" defTabSz="1088558" rtl="0" eaLnBrk="1" latinLnBrk="0" hangingPunct="1">
              <a:spcBef>
                <a:spcPct val="0"/>
              </a:spcBef>
              <a:buNone/>
              <a:defRPr lang="de-DE" sz="4400" b="0" i="0" kern="1200" baseline="0" dirty="0">
                <a:solidFill>
                  <a:schemeClr val="bg1"/>
                </a:solidFill>
                <a:latin typeface="+mj-lt"/>
                <a:ea typeface="+mj-ea"/>
                <a:cs typeface="72" panose="020B0503030000000003" pitchFamily="34" charset="0"/>
              </a:defRPr>
            </a:lvl1pPr>
          </a:lstStyle>
          <a:p>
            <a:r>
              <a:rPr lang="en-US"/>
              <a:t>Divider page</a:t>
            </a:r>
            <a:endParaRPr lang="de-DE"/>
          </a:p>
        </p:txBody>
      </p:sp>
      <p:pic>
        <p:nvPicPr>
          <p:cNvPr id="5" name="Picture 4">
            <a:extLst>
              <a:ext uri="{FF2B5EF4-FFF2-40B4-BE49-F238E27FC236}">
                <a16:creationId xmlns:a16="http://schemas.microsoft.com/office/drawing/2014/main" id="{C2976558-3EEE-080B-A240-E7C3F5ABB868}"/>
              </a:ext>
            </a:extLst>
          </p:cNvPr>
          <p:cNvPicPr>
            <a:picLocks noChangeAspect="1"/>
          </p:cNvPicPr>
          <p:nvPr userDrawn="1"/>
        </p:nvPicPr>
        <p:blipFill>
          <a:blip r:embed="rId2"/>
          <a:stretch>
            <a:fillRect/>
          </a:stretch>
        </p:blipFill>
        <p:spPr>
          <a:xfrm>
            <a:off x="5600141" y="2409572"/>
            <a:ext cx="6090209" cy="3031200"/>
          </a:xfrm>
          <a:prstGeom prst="rect">
            <a:avLst/>
          </a:prstGeom>
        </p:spPr>
      </p:pic>
    </p:spTree>
    <p:extLst>
      <p:ext uri="{BB962C8B-B14F-4D97-AF65-F5344CB8AC3E}">
        <p14:creationId xmlns:p14="http://schemas.microsoft.com/office/powerpoint/2010/main" val="4162748088"/>
      </p:ext>
    </p:extLst>
  </p:cSld>
  <p:clrMapOvr>
    <a:masterClrMapping/>
  </p:clrMapOvr>
  <p:hf sldNum="0" hdr="0" ftr="0" dt="0"/>
  <p:extLst>
    <p:ext uri="{DCECCB84-F9BA-43D5-87BE-67443E8EF086}">
      <p15:sldGuideLst xmlns:p15="http://schemas.microsoft.com/office/powerpoint/2012/main">
        <p15:guide id="2" orient="horz" pos="845" userDrawn="1">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vider Page C">
    <p:spTree>
      <p:nvGrpSpPr>
        <p:cNvPr id="1" name=""/>
        <p:cNvGrpSpPr/>
        <p:nvPr/>
      </p:nvGrpSpPr>
      <p:grpSpPr>
        <a:xfrm>
          <a:off x="0" y="0"/>
          <a:ext cx="0" cy="0"/>
          <a:chOff x="0" y="0"/>
          <a:chExt cx="0" cy="0"/>
        </a:xfrm>
      </p:grpSpPr>
      <p:sp>
        <p:nvSpPr>
          <p:cNvPr id="4" name="Divider image placeholder"/>
          <p:cNvSpPr>
            <a:spLocks noGrp="1"/>
          </p:cNvSpPr>
          <p:nvPr>
            <p:ph type="pic" sz="quarter" idx="12" hasCustomPrompt="1"/>
          </p:nvPr>
        </p:nvSpPr>
        <p:spPr bwMode="gray">
          <a:xfrm>
            <a:off x="1" y="3427200"/>
            <a:ext cx="12195175" cy="3430800"/>
          </a:xfrm>
          <a:noFill/>
        </p:spPr>
        <p:txBody>
          <a:bodyPr tIns="324000"/>
          <a:lstStyle>
            <a:lvl1pPr marL="0" marR="0" indent="0" algn="ctr" defTabSz="1088558" rtl="0" eaLnBrk="1" fontAlgn="auto" latinLnBrk="0" hangingPunct="1">
              <a:lnSpc>
                <a:spcPct val="100000"/>
              </a:lnSpc>
              <a:spcBef>
                <a:spcPts val="1200"/>
              </a:spcBef>
              <a:spcAft>
                <a:spcPts val="0"/>
              </a:spcAft>
              <a:buClr>
                <a:schemeClr val="accent1"/>
              </a:buClr>
              <a:buSzPct val="80000"/>
              <a:buFontTx/>
              <a:buNone/>
              <a:tabLst/>
              <a:defRPr sz="1600">
                <a:solidFill>
                  <a:schemeClr val="tx1"/>
                </a:solidFill>
              </a:defRPr>
            </a:lvl1pPr>
          </a:lstStyle>
          <a:p>
            <a:pPr marL="0" marR="0" lvl="0" indent="0" algn="ctr" defTabSz="1088558" rtl="0" eaLnBrk="1" fontAlgn="auto" latinLnBrk="0" hangingPunct="1">
              <a:lnSpc>
                <a:spcPct val="100000"/>
              </a:lnSpc>
              <a:spcBef>
                <a:spcPts val="1200"/>
              </a:spcBef>
              <a:spcAft>
                <a:spcPts val="0"/>
              </a:spcAft>
              <a:buClr>
                <a:schemeClr val="accent1"/>
              </a:buClr>
              <a:buSzPct val="80000"/>
              <a:buFontTx/>
              <a:buNone/>
              <a:tabLst/>
              <a:defRPr/>
            </a:pPr>
            <a:r>
              <a:rPr lang="en-US"/>
              <a:t>Placeholder for image and illustration</a:t>
            </a:r>
          </a:p>
        </p:txBody>
      </p:sp>
      <p:sp>
        <p:nvSpPr>
          <p:cNvPr id="2" name="Divider text"/>
          <p:cNvSpPr>
            <a:spLocks noGrp="1"/>
          </p:cNvSpPr>
          <p:nvPr>
            <p:ph type="ctrTitle" hasCustomPrompt="1"/>
          </p:nvPr>
        </p:nvSpPr>
        <p:spPr bwMode="black">
          <a:xfrm>
            <a:off x="504000" y="1375046"/>
            <a:ext cx="11185200" cy="677108"/>
          </a:xfrm>
        </p:spPr>
        <p:txBody>
          <a:bodyPr anchor="t" anchorCtr="0">
            <a:noAutofit/>
          </a:bodyPr>
          <a:lstStyle>
            <a:lvl1pPr>
              <a:defRPr sz="4400" b="0" i="0">
                <a:solidFill>
                  <a:schemeClr val="tx1"/>
                </a:solidFill>
                <a:latin typeface="72 Brand Medium" panose="020B0504030603020204" pitchFamily="34" charset="0"/>
              </a:defRPr>
            </a:lvl1pPr>
          </a:lstStyle>
          <a:p>
            <a:r>
              <a:rPr lang="en-US"/>
              <a:t>Divider page</a:t>
            </a:r>
            <a:endParaRPr lang="de-DE"/>
          </a:p>
        </p:txBody>
      </p:sp>
    </p:spTree>
    <p:extLst>
      <p:ext uri="{BB962C8B-B14F-4D97-AF65-F5344CB8AC3E}">
        <p14:creationId xmlns:p14="http://schemas.microsoft.com/office/powerpoint/2010/main" val="1008985274"/>
      </p:ext>
    </p:extLst>
  </p:cSld>
  <p:clrMapOvr>
    <a:masterClrMapping/>
  </p:clrMapOvr>
  <p:hf sldNum="0" hdr="0" ftr="0" dt="0"/>
  <p:extLst>
    <p:ext uri="{DCECCB84-F9BA-43D5-87BE-67443E8EF086}">
      <p15:sldGuideLst xmlns:p15="http://schemas.microsoft.com/office/powerpoint/2012/main">
        <p15:guide id="1" orient="horz" pos="2160" userDrawn="1">
          <p15:clr>
            <a:srgbClr val="FBAE40"/>
          </p15:clr>
        </p15:guide>
        <p15:guide id="4" orient="horz" pos="865" userDrawn="1">
          <p15:clr>
            <a:srgbClr val="FBAE40"/>
          </p15:clr>
        </p15:guide>
        <p15:guide id="5" orient="horz" pos="1294" userDrawn="1">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 Page D">
    <p:spTree>
      <p:nvGrpSpPr>
        <p:cNvPr id="1" name=""/>
        <p:cNvGrpSpPr/>
        <p:nvPr/>
      </p:nvGrpSpPr>
      <p:grpSpPr>
        <a:xfrm>
          <a:off x="0" y="0"/>
          <a:ext cx="0" cy="0"/>
          <a:chOff x="0" y="0"/>
          <a:chExt cx="0" cy="0"/>
        </a:xfrm>
      </p:grpSpPr>
      <p:sp>
        <p:nvSpPr>
          <p:cNvPr id="3" name="Anvil" descr="preencoded.png">
            <a:extLst>
              <a:ext uri="{FF2B5EF4-FFF2-40B4-BE49-F238E27FC236}">
                <a16:creationId xmlns:a16="http://schemas.microsoft.com/office/drawing/2014/main" id="{3DD38521-14BF-F5D9-2930-AE3A04ABFA30}"/>
              </a:ext>
            </a:extLst>
          </p:cNvPr>
          <p:cNvSpPr>
            <a:spLocks noChangeAspect="1"/>
          </p:cNvSpPr>
          <p:nvPr userDrawn="1"/>
        </p:nvSpPr>
        <p:spPr>
          <a:xfrm>
            <a:off x="2726189" y="1767938"/>
            <a:ext cx="6739622" cy="3322123"/>
          </a:xfrm>
          <a:custGeom>
            <a:avLst/>
            <a:gdLst>
              <a:gd name="connsiteX0" fmla="*/ 0 w 8851917"/>
              <a:gd name="connsiteY0" fmla="*/ 0 h 4363327"/>
              <a:gd name="connsiteX1" fmla="*/ 0 w 8851917"/>
              <a:gd name="connsiteY1" fmla="*/ 4363327 h 4363327"/>
              <a:gd name="connsiteX2" fmla="*/ 4498517 w 8851917"/>
              <a:gd name="connsiteY2" fmla="*/ 4363327 h 4363327"/>
              <a:gd name="connsiteX3" fmla="*/ 8851917 w 8851917"/>
              <a:gd name="connsiteY3" fmla="*/ 0 h 4363327"/>
              <a:gd name="connsiteX4" fmla="*/ 0 w 8851917"/>
              <a:gd name="connsiteY4" fmla="*/ 0 h 4363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1917" h="4363327">
                <a:moveTo>
                  <a:pt x="0" y="0"/>
                </a:moveTo>
                <a:lnTo>
                  <a:pt x="0" y="4363327"/>
                </a:lnTo>
                <a:lnTo>
                  <a:pt x="4498517" y="4363327"/>
                </a:lnTo>
                <a:lnTo>
                  <a:pt x="8851917" y="0"/>
                </a:lnTo>
                <a:lnTo>
                  <a:pt x="0" y="0"/>
                </a:lnTo>
                <a:close/>
              </a:path>
            </a:pathLst>
          </a:custGeom>
          <a:solidFill>
            <a:srgbClr val="D1EFFF"/>
          </a:solidFill>
          <a:ln w="25400" algn="ctr">
            <a:noFill/>
            <a:miter lim="800000"/>
            <a:headEnd/>
            <a:tailEnd/>
          </a:ln>
          <a:effectLst/>
        </p:spPr>
        <p:txBody>
          <a:bodyPr wrap="none" rtlCol="0" anchor="ctr"/>
          <a:lstStyle/>
          <a:p>
            <a:pPr algn="ctr" defTabSz="1088875">
              <a:defRPr/>
            </a:pPr>
            <a:r>
              <a:rPr lang="en-US">
                <a:noFill/>
                <a:latin typeface="72 Brand" panose="020B0504030603020204" pitchFamily="34" charset="0"/>
              </a:rPr>
              <a:t>1</a:t>
            </a:r>
          </a:p>
        </p:txBody>
      </p:sp>
      <p:sp>
        <p:nvSpPr>
          <p:cNvPr id="2" name="Divider text"/>
          <p:cNvSpPr>
            <a:spLocks noGrp="1"/>
          </p:cNvSpPr>
          <p:nvPr>
            <p:ph type="ctrTitle" hasCustomPrompt="1"/>
          </p:nvPr>
        </p:nvSpPr>
        <p:spPr bwMode="black">
          <a:xfrm>
            <a:off x="503238" y="3090446"/>
            <a:ext cx="11187112" cy="677108"/>
          </a:xfrm>
        </p:spPr>
        <p:txBody>
          <a:bodyPr anchor="ctr" anchorCtr="0">
            <a:noAutofit/>
          </a:bodyPr>
          <a:lstStyle>
            <a:lvl1pPr>
              <a:defRPr sz="4400" b="0" i="0">
                <a:solidFill>
                  <a:schemeClr val="tx1"/>
                </a:solidFill>
                <a:latin typeface="72 Brand Medium" panose="020B0504030603020204" pitchFamily="34" charset="0"/>
              </a:defRPr>
            </a:lvl1pPr>
          </a:lstStyle>
          <a:p>
            <a:r>
              <a:rPr lang="en-US"/>
              <a:t>Divider page</a:t>
            </a:r>
            <a:endParaRPr lang="de-DE"/>
          </a:p>
        </p:txBody>
      </p:sp>
    </p:spTree>
    <p:extLst>
      <p:ext uri="{BB962C8B-B14F-4D97-AF65-F5344CB8AC3E}">
        <p14:creationId xmlns:p14="http://schemas.microsoft.com/office/powerpoint/2010/main" val="3221216048"/>
      </p:ext>
    </p:extLst>
  </p:cSld>
  <p:clrMapOvr>
    <a:masterClrMapping/>
  </p:clrMapOvr>
  <p:hf sldNum="0" hdr="0" ftr="0" dt="0"/>
  <p:extLst>
    <p:ext uri="{DCECCB84-F9BA-43D5-87BE-67443E8EF086}">
      <p15:sldGuideLst xmlns:p15="http://schemas.microsoft.com/office/powerpoint/2012/main">
        <p15:guide id="2" orient="horz" pos="216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Title"/>
          <p:cNvSpPr>
            <a:spLocks noGrp="1"/>
          </p:cNvSpPr>
          <p:nvPr>
            <p:ph type="title" hasCustomPrompt="1"/>
          </p:nvPr>
        </p:nvSpPr>
        <p:spPr/>
        <p:txBody>
          <a:bodyPr/>
          <a:lstStyle>
            <a:lvl1pPr>
              <a:defRPr b="0" i="0">
                <a:latin typeface="72 Brand Medium" panose="020B0504030603020204" pitchFamily="34" charset="0"/>
              </a:defRPr>
            </a:lvl1pPr>
          </a:lstStyle>
          <a:p>
            <a:r>
              <a:rPr lang="en-US" noProof="0"/>
              <a:t>Insert page title (sentence case)</a:t>
            </a:r>
            <a:endParaRPr lang="en-US"/>
          </a:p>
        </p:txBody>
      </p:sp>
    </p:spTree>
    <p:extLst>
      <p:ext uri="{BB962C8B-B14F-4D97-AF65-F5344CB8AC3E}">
        <p14:creationId xmlns:p14="http://schemas.microsoft.com/office/powerpoint/2010/main" val="3158288816"/>
      </p:ext>
    </p:extLst>
  </p:cSld>
  <p:clrMapOvr>
    <a:masterClrMapping/>
  </p:clrMapOvr>
  <p:extLst>
    <p:ext uri="{DCECCB84-F9BA-43D5-87BE-67443E8EF086}">
      <p15:sldGuideLst xmlns:p15="http://schemas.microsoft.com/office/powerpoint/2012/main">
        <p15:guide id="2" orient="horz" pos="317">
          <p15:clr>
            <a:srgbClr val="FBAE40"/>
          </p15:clr>
        </p15:guide>
        <p15:guide id="4" orient="horz" pos="551">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and Text">
    <p:spTree>
      <p:nvGrpSpPr>
        <p:cNvPr id="1" name=""/>
        <p:cNvGrpSpPr/>
        <p:nvPr/>
      </p:nvGrpSpPr>
      <p:grpSpPr>
        <a:xfrm>
          <a:off x="0" y="0"/>
          <a:ext cx="0" cy="0"/>
          <a:chOff x="0" y="0"/>
          <a:chExt cx="0" cy="0"/>
        </a:xfrm>
      </p:grpSpPr>
      <p:sp>
        <p:nvSpPr>
          <p:cNvPr id="4" name="Text placeholder"/>
          <p:cNvSpPr>
            <a:spLocks noGrp="1"/>
          </p:cNvSpPr>
          <p:nvPr>
            <p:ph type="body" sz="quarter" idx="10" hasCustomPrompt="1"/>
          </p:nvPr>
        </p:nvSpPr>
        <p:spPr>
          <a:xfrm>
            <a:off x="504000" y="1548000"/>
            <a:ext cx="11186477" cy="4805175"/>
          </a:xfrm>
        </p:spPr>
        <p:txBody>
          <a:bodyPr/>
          <a:lstStyle>
            <a:lvl1pPr>
              <a:defRPr/>
            </a:lvl1pPr>
          </a:lstStyle>
          <a:p>
            <a:pPr lvl="0"/>
            <a:r>
              <a:rPr lang="en-GB"/>
              <a:t>Start typing to add text without a bullet point. To add a bullet point, place the cursor at the start of this line and press tab.</a:t>
            </a:r>
            <a:endParaRPr lang="en-US" noProof="0"/>
          </a:p>
          <a:p>
            <a:pPr lvl="1"/>
            <a:r>
              <a:rPr lang="en-US"/>
              <a:t>Second level</a:t>
            </a:r>
          </a:p>
          <a:p>
            <a:pPr lvl="2"/>
            <a:r>
              <a:rPr lang="en-US"/>
              <a:t>Third level</a:t>
            </a:r>
          </a:p>
          <a:p>
            <a:pPr lvl="3"/>
            <a:r>
              <a:rPr lang="en-US"/>
              <a:t>Fourth level</a:t>
            </a:r>
          </a:p>
          <a:p>
            <a:pPr lvl="4"/>
            <a:r>
              <a:rPr lang="en-US"/>
              <a:t>Fifth level</a:t>
            </a:r>
          </a:p>
        </p:txBody>
      </p:sp>
      <p:sp>
        <p:nvSpPr>
          <p:cNvPr id="3" name="Title"/>
          <p:cNvSpPr>
            <a:spLocks noGrp="1"/>
          </p:cNvSpPr>
          <p:nvPr>
            <p:ph type="title" hasCustomPrompt="1"/>
          </p:nvPr>
        </p:nvSpPr>
        <p:spPr>
          <a:xfrm>
            <a:off x="504000" y="504000"/>
            <a:ext cx="11186476" cy="369332"/>
          </a:xfrm>
        </p:spPr>
        <p:txBody>
          <a:bodyPr/>
          <a:lstStyle>
            <a:lvl1pPr>
              <a:defRPr b="0"/>
            </a:lvl1pPr>
          </a:lstStyle>
          <a:p>
            <a:r>
              <a:rPr lang="en-US" noProof="0"/>
              <a:t>Insert page title (sentence case)</a:t>
            </a:r>
            <a:endParaRPr lang="en-US"/>
          </a:p>
        </p:txBody>
      </p:sp>
    </p:spTree>
    <p:extLst>
      <p:ext uri="{BB962C8B-B14F-4D97-AF65-F5344CB8AC3E}">
        <p14:creationId xmlns:p14="http://schemas.microsoft.com/office/powerpoint/2010/main" val="2129332223"/>
      </p:ext>
    </p:extLst>
  </p:cSld>
  <p:clrMapOvr>
    <a:masterClrMapping/>
  </p:clrMapOvr>
  <p:extLst>
    <p:ext uri="{DCECCB84-F9BA-43D5-87BE-67443E8EF086}">
      <p15:sldGuideLst xmlns:p15="http://schemas.microsoft.com/office/powerpoint/2012/main">
        <p15:guide id="4" orient="horz" pos="318" userDrawn="1">
          <p15:clr>
            <a:srgbClr val="FBAE40"/>
          </p15:clr>
        </p15:guide>
        <p15:guide id="5" orient="horz" pos="552" userDrawn="1">
          <p15:clr>
            <a:srgbClr val="FBAE40"/>
          </p15:clr>
        </p15:guide>
        <p15:guide id="6" orient="horz" pos="958" userDrawn="1">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and Text: 2 Columns">
    <p:spTree>
      <p:nvGrpSpPr>
        <p:cNvPr id="1" name=""/>
        <p:cNvGrpSpPr/>
        <p:nvPr/>
      </p:nvGrpSpPr>
      <p:grpSpPr>
        <a:xfrm>
          <a:off x="0" y="0"/>
          <a:ext cx="0" cy="0"/>
          <a:chOff x="0" y="0"/>
          <a:chExt cx="0" cy="0"/>
        </a:xfrm>
      </p:grpSpPr>
      <p:sp>
        <p:nvSpPr>
          <p:cNvPr id="5" name="Text placeholder - column 2"/>
          <p:cNvSpPr>
            <a:spLocks noGrp="1"/>
          </p:cNvSpPr>
          <p:nvPr>
            <p:ph type="body" sz="quarter" idx="11" hasCustomPrompt="1"/>
          </p:nvPr>
        </p:nvSpPr>
        <p:spPr>
          <a:xfrm>
            <a:off x="6225477" y="1548000"/>
            <a:ext cx="5465000" cy="4805175"/>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4" name="Text placeholder - column 1"/>
          <p:cNvSpPr>
            <a:spLocks noGrp="1"/>
          </p:cNvSpPr>
          <p:nvPr>
            <p:ph type="body" sz="quarter" idx="10" hasCustomPrompt="1"/>
          </p:nvPr>
        </p:nvSpPr>
        <p:spPr>
          <a:xfrm>
            <a:off x="504000" y="1548000"/>
            <a:ext cx="5465000" cy="4805175"/>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3"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2630481451"/>
      </p:ext>
    </p:extLst>
  </p:cSld>
  <p:clrMapOvr>
    <a:masterClrMapping/>
  </p:clrMapOvr>
  <p:extLst>
    <p:ext uri="{DCECCB84-F9BA-43D5-87BE-67443E8EF086}">
      <p15:sldGuideLst xmlns:p15="http://schemas.microsoft.com/office/powerpoint/2012/main">
        <p15:guide id="6" orient="horz" pos="317" userDrawn="1">
          <p15:clr>
            <a:srgbClr val="FBAE40"/>
          </p15:clr>
        </p15:guide>
        <p15:guide id="7" orient="horz" pos="551" userDrawn="1">
          <p15:clr>
            <a:srgbClr val="FBAE40"/>
          </p15:clr>
        </p15:guide>
        <p15:guide id="8" orient="horz" pos="972" userDrawn="1">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Text: 3 Columns">
    <p:spTree>
      <p:nvGrpSpPr>
        <p:cNvPr id="1" name=""/>
        <p:cNvGrpSpPr/>
        <p:nvPr/>
      </p:nvGrpSpPr>
      <p:grpSpPr>
        <a:xfrm>
          <a:off x="0" y="0"/>
          <a:ext cx="0" cy="0"/>
          <a:chOff x="0" y="0"/>
          <a:chExt cx="0" cy="0"/>
        </a:xfrm>
      </p:grpSpPr>
      <p:sp>
        <p:nvSpPr>
          <p:cNvPr id="7" name="Text Placeholder - column 3"/>
          <p:cNvSpPr>
            <a:spLocks noGrp="1"/>
          </p:cNvSpPr>
          <p:nvPr>
            <p:ph type="body" sz="quarter" idx="13" hasCustomPrompt="1"/>
          </p:nvPr>
        </p:nvSpPr>
        <p:spPr>
          <a:xfrm>
            <a:off x="8126477" y="1548000"/>
            <a:ext cx="3564000" cy="4806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6" name="Text Placeholder - column 2"/>
          <p:cNvSpPr>
            <a:spLocks noGrp="1"/>
          </p:cNvSpPr>
          <p:nvPr>
            <p:ph type="body" sz="quarter" idx="12" hasCustomPrompt="1"/>
          </p:nvPr>
        </p:nvSpPr>
        <p:spPr>
          <a:xfrm>
            <a:off x="4315238" y="1548000"/>
            <a:ext cx="3564000" cy="4806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4" name="Text Placeholder - column 1"/>
          <p:cNvSpPr>
            <a:spLocks noGrp="1"/>
          </p:cNvSpPr>
          <p:nvPr>
            <p:ph type="body" sz="quarter" idx="10" hasCustomPrompt="1"/>
          </p:nvPr>
        </p:nvSpPr>
        <p:spPr>
          <a:xfrm>
            <a:off x="504000" y="1548000"/>
            <a:ext cx="3564000" cy="4806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2"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866416376"/>
      </p:ext>
    </p:extLst>
  </p:cSld>
  <p:clrMapOvr>
    <a:masterClrMapping/>
  </p:clrMapOvr>
  <p:extLst>
    <p:ext uri="{DCECCB84-F9BA-43D5-87BE-67443E8EF086}">
      <p15:sldGuideLst xmlns:p15="http://schemas.microsoft.com/office/powerpoint/2012/main">
        <p15:guide id="2" orient="horz" pos="317" userDrawn="1">
          <p15:clr>
            <a:srgbClr val="FBAE40"/>
          </p15:clr>
        </p15:guide>
        <p15:guide id="8" orient="horz" pos="551" userDrawn="1">
          <p15:clr>
            <a:srgbClr val="FBAE40"/>
          </p15:clr>
        </p15:guide>
        <p15:guide id="9" orient="horz" pos="974" userDrawn="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 Columns - Text and Images">
    <p:spTree>
      <p:nvGrpSpPr>
        <p:cNvPr id="1" name=""/>
        <p:cNvGrpSpPr/>
        <p:nvPr/>
      </p:nvGrpSpPr>
      <p:grpSpPr>
        <a:xfrm>
          <a:off x="0" y="0"/>
          <a:ext cx="0" cy="0"/>
          <a:chOff x="0" y="0"/>
          <a:chExt cx="0" cy="0"/>
        </a:xfrm>
      </p:grpSpPr>
      <p:sp>
        <p:nvSpPr>
          <p:cNvPr id="17" name="Text placeholder 2"/>
          <p:cNvSpPr>
            <a:spLocks noGrp="1"/>
          </p:cNvSpPr>
          <p:nvPr>
            <p:ph type="body" sz="quarter" idx="13" hasCustomPrompt="1"/>
          </p:nvPr>
        </p:nvSpPr>
        <p:spPr>
          <a:xfrm>
            <a:off x="6221413" y="4770000"/>
            <a:ext cx="5469064" cy="1583175"/>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8" name="Picture Placeholder 2"/>
          <p:cNvSpPr>
            <a:spLocks noGrp="1"/>
          </p:cNvSpPr>
          <p:nvPr>
            <p:ph type="pic" sz="quarter" idx="14" hasCustomPrompt="1"/>
          </p:nvPr>
        </p:nvSpPr>
        <p:spPr bwMode="gray">
          <a:xfrm>
            <a:off x="6225477" y="1548000"/>
            <a:ext cx="5465000" cy="2792593"/>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3" name="Text placeholder 1"/>
          <p:cNvSpPr>
            <a:spLocks noGrp="1"/>
          </p:cNvSpPr>
          <p:nvPr>
            <p:ph type="body" sz="quarter" idx="10" hasCustomPrompt="1"/>
          </p:nvPr>
        </p:nvSpPr>
        <p:spPr>
          <a:xfrm>
            <a:off x="504000" y="4770000"/>
            <a:ext cx="5465000" cy="1583175"/>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5" name="Picture Placeholder 1"/>
          <p:cNvSpPr>
            <a:spLocks noGrp="1"/>
          </p:cNvSpPr>
          <p:nvPr>
            <p:ph type="pic" sz="quarter" idx="12" hasCustomPrompt="1"/>
          </p:nvPr>
        </p:nvSpPr>
        <p:spPr bwMode="gray">
          <a:xfrm>
            <a:off x="504000" y="1548000"/>
            <a:ext cx="5465000" cy="2792593"/>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2"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2504941297"/>
      </p:ext>
    </p:extLst>
  </p:cSld>
  <p:clrMapOvr>
    <a:masterClrMapping/>
  </p:clrMapOvr>
  <p:extLst>
    <p:ext uri="{DCECCB84-F9BA-43D5-87BE-67443E8EF086}">
      <p15:sldGuideLst xmlns:p15="http://schemas.microsoft.com/office/powerpoint/2012/main">
        <p15:guide id="2" orient="horz" pos="317" userDrawn="1">
          <p15:clr>
            <a:srgbClr val="FBAE40"/>
          </p15:clr>
        </p15:guide>
        <p15:guide id="3" orient="horz" pos="551" userDrawn="1">
          <p15:clr>
            <a:srgbClr val="FBAE40"/>
          </p15:clr>
        </p15:guide>
        <p15:guide id="4" orient="horz" pos="974" userDrawn="1">
          <p15:clr>
            <a:srgbClr val="FBAE40"/>
          </p15:clr>
        </p15:guide>
        <p15:guide id="5" orient="horz" pos="2750" userDrawn="1">
          <p15:clr>
            <a:srgbClr val="FBAE40"/>
          </p15:clr>
        </p15:guide>
        <p15:guide id="6" orient="horz" pos="3004" userDrawn="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 Columns - Text and Images">
    <p:spTree>
      <p:nvGrpSpPr>
        <p:cNvPr id="1" name=""/>
        <p:cNvGrpSpPr/>
        <p:nvPr/>
      </p:nvGrpSpPr>
      <p:grpSpPr>
        <a:xfrm>
          <a:off x="0" y="0"/>
          <a:ext cx="0" cy="0"/>
          <a:chOff x="0" y="0"/>
          <a:chExt cx="0" cy="0"/>
        </a:xfrm>
      </p:grpSpPr>
      <p:sp>
        <p:nvSpPr>
          <p:cNvPr id="17" name="Text placeholder 3"/>
          <p:cNvSpPr>
            <a:spLocks noGrp="1"/>
          </p:cNvSpPr>
          <p:nvPr>
            <p:ph type="body" sz="quarter" idx="13" hasCustomPrompt="1"/>
          </p:nvPr>
        </p:nvSpPr>
        <p:spPr>
          <a:xfrm>
            <a:off x="8128000" y="4354921"/>
            <a:ext cx="3562477" cy="1998253"/>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8" name="Picture placeholder 3"/>
          <p:cNvSpPr>
            <a:spLocks noGrp="1"/>
          </p:cNvSpPr>
          <p:nvPr>
            <p:ph type="pic" sz="quarter" idx="14" hasCustomPrompt="1"/>
          </p:nvPr>
        </p:nvSpPr>
        <p:spPr bwMode="gray">
          <a:xfrm>
            <a:off x="8128000" y="1548000"/>
            <a:ext cx="3562477" cy="2294662"/>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9" name="Text placeholder 2"/>
          <p:cNvSpPr>
            <a:spLocks noGrp="1"/>
          </p:cNvSpPr>
          <p:nvPr>
            <p:ph type="body" sz="quarter" idx="15" hasCustomPrompt="1"/>
          </p:nvPr>
        </p:nvSpPr>
        <p:spPr>
          <a:xfrm>
            <a:off x="4314824" y="4354921"/>
            <a:ext cx="3560763" cy="1998253"/>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0" name="Picture placeholder 2"/>
          <p:cNvSpPr>
            <a:spLocks noGrp="1"/>
          </p:cNvSpPr>
          <p:nvPr>
            <p:ph type="pic" sz="quarter" idx="16" hasCustomPrompt="1"/>
          </p:nvPr>
        </p:nvSpPr>
        <p:spPr bwMode="gray">
          <a:xfrm>
            <a:off x="4314826" y="1548000"/>
            <a:ext cx="3560762" cy="2294662"/>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3" name="Text placeholder 1"/>
          <p:cNvSpPr>
            <a:spLocks noGrp="1"/>
          </p:cNvSpPr>
          <p:nvPr>
            <p:ph type="body" sz="quarter" idx="10" hasCustomPrompt="1"/>
          </p:nvPr>
        </p:nvSpPr>
        <p:spPr>
          <a:xfrm>
            <a:off x="504000" y="4354921"/>
            <a:ext cx="3560000" cy="1998253"/>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5" name="Picture placeholder 1"/>
          <p:cNvSpPr>
            <a:spLocks noGrp="1"/>
          </p:cNvSpPr>
          <p:nvPr>
            <p:ph type="pic" sz="quarter" idx="12" hasCustomPrompt="1"/>
          </p:nvPr>
        </p:nvSpPr>
        <p:spPr bwMode="gray">
          <a:xfrm>
            <a:off x="504000" y="1548000"/>
            <a:ext cx="3560000" cy="2294662"/>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2"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727667599"/>
      </p:ext>
    </p:extLst>
  </p:cSld>
  <p:clrMapOvr>
    <a:masterClrMapping/>
  </p:clrMapOvr>
  <p:extLst>
    <p:ext uri="{DCECCB84-F9BA-43D5-87BE-67443E8EF086}">
      <p15:sldGuideLst xmlns:p15="http://schemas.microsoft.com/office/powerpoint/2012/main">
        <p15:guide id="2" orient="horz" pos="317" userDrawn="1">
          <p15:clr>
            <a:srgbClr val="FBAE40"/>
          </p15:clr>
        </p15:guide>
        <p15:guide id="8" orient="horz" pos="551" userDrawn="1">
          <p15:clr>
            <a:srgbClr val="FBAE40"/>
          </p15:clr>
        </p15:guide>
        <p15:guide id="9" orient="horz" pos="970" userDrawn="1">
          <p15:clr>
            <a:srgbClr val="FBAE40"/>
          </p15:clr>
        </p15:guide>
        <p15:guide id="10" orient="horz" pos="2428" userDrawn="1">
          <p15:clr>
            <a:srgbClr val="FBAE40"/>
          </p15:clr>
        </p15:guide>
        <p15:guide id="11" orient="horz" pos="2743" userDrawn="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4 Columns - Text and Images">
    <p:spTree>
      <p:nvGrpSpPr>
        <p:cNvPr id="1" name=""/>
        <p:cNvGrpSpPr/>
        <p:nvPr/>
      </p:nvGrpSpPr>
      <p:grpSpPr>
        <a:xfrm>
          <a:off x="0" y="0"/>
          <a:ext cx="0" cy="0"/>
          <a:chOff x="0" y="0"/>
          <a:chExt cx="0" cy="0"/>
        </a:xfrm>
      </p:grpSpPr>
      <p:sp>
        <p:nvSpPr>
          <p:cNvPr id="17" name="Text placeholder - column 2"/>
          <p:cNvSpPr>
            <a:spLocks noGrp="1"/>
          </p:cNvSpPr>
          <p:nvPr>
            <p:ph type="body" sz="quarter" idx="13" hasCustomPrompt="1"/>
          </p:nvPr>
        </p:nvSpPr>
        <p:spPr>
          <a:xfrm>
            <a:off x="9099598" y="3877200"/>
            <a:ext cx="2590879" cy="2475975"/>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8" name="Picture Placeholder 4"/>
          <p:cNvSpPr>
            <a:spLocks noGrp="1"/>
          </p:cNvSpPr>
          <p:nvPr>
            <p:ph type="pic" sz="quarter" idx="14" hasCustomPrompt="1"/>
          </p:nvPr>
        </p:nvSpPr>
        <p:spPr bwMode="gray">
          <a:xfrm>
            <a:off x="9080501" y="1548000"/>
            <a:ext cx="2609976" cy="1871663"/>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13" name="Text placeholder - column 2"/>
          <p:cNvSpPr>
            <a:spLocks noGrp="1"/>
          </p:cNvSpPr>
          <p:nvPr>
            <p:ph type="body" sz="quarter" idx="17" hasCustomPrompt="1"/>
          </p:nvPr>
        </p:nvSpPr>
        <p:spPr>
          <a:xfrm>
            <a:off x="6234398" y="3877200"/>
            <a:ext cx="2590879" cy="2475975"/>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4" name="Picture Placeholder 4"/>
          <p:cNvSpPr>
            <a:spLocks noGrp="1"/>
          </p:cNvSpPr>
          <p:nvPr>
            <p:ph type="pic" sz="quarter" idx="18" hasCustomPrompt="1"/>
          </p:nvPr>
        </p:nvSpPr>
        <p:spPr bwMode="gray">
          <a:xfrm>
            <a:off x="6221413" y="1548000"/>
            <a:ext cx="2606675" cy="1871663"/>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9" name="Text placeholder - column 2"/>
          <p:cNvSpPr>
            <a:spLocks noGrp="1"/>
          </p:cNvSpPr>
          <p:nvPr>
            <p:ph type="body" sz="quarter" idx="15" hasCustomPrompt="1"/>
          </p:nvPr>
        </p:nvSpPr>
        <p:spPr>
          <a:xfrm>
            <a:off x="3369199" y="3877200"/>
            <a:ext cx="2590879" cy="2475975"/>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10" name="Picture Placeholder 4"/>
          <p:cNvSpPr>
            <a:spLocks noGrp="1"/>
          </p:cNvSpPr>
          <p:nvPr>
            <p:ph type="pic" sz="quarter" idx="16" hasCustomPrompt="1"/>
          </p:nvPr>
        </p:nvSpPr>
        <p:spPr bwMode="gray">
          <a:xfrm>
            <a:off x="3362325" y="1548000"/>
            <a:ext cx="2606675" cy="1871663"/>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3" name="Text placeholder - column 2"/>
          <p:cNvSpPr>
            <a:spLocks noGrp="1"/>
          </p:cNvSpPr>
          <p:nvPr>
            <p:ph type="body" sz="quarter" idx="10" hasCustomPrompt="1"/>
          </p:nvPr>
        </p:nvSpPr>
        <p:spPr>
          <a:xfrm>
            <a:off x="503999" y="3877200"/>
            <a:ext cx="2590879" cy="2475975"/>
          </a:xfrm>
        </p:spPr>
        <p:txBody>
          <a:bodyPr/>
          <a:lstStyle>
            <a:lvl1pPr>
              <a:spcBef>
                <a:spcPts val="600"/>
              </a:spcBef>
              <a:defRPr sz="1800"/>
            </a:lvl1pPr>
            <a:lvl2pPr>
              <a:defRPr sz="1600"/>
            </a:lvl2pPr>
            <a:lvl3pPr>
              <a:defRPr sz="1400"/>
            </a:lvl3pPr>
          </a:lstStyle>
          <a:p>
            <a:pPr lvl="0"/>
            <a:r>
              <a:rPr lang="en-US" noProof="0"/>
              <a:t>First level</a:t>
            </a:r>
          </a:p>
          <a:p>
            <a:pPr lvl="1"/>
            <a:r>
              <a:rPr lang="en-US"/>
              <a:t>Second level</a:t>
            </a:r>
          </a:p>
          <a:p>
            <a:pPr lvl="2"/>
            <a:r>
              <a:rPr lang="en-US"/>
              <a:t>Third level</a:t>
            </a:r>
          </a:p>
        </p:txBody>
      </p:sp>
      <p:sp>
        <p:nvSpPr>
          <p:cNvPr id="5" name="Picture Placeholder 4"/>
          <p:cNvSpPr>
            <a:spLocks noGrp="1"/>
          </p:cNvSpPr>
          <p:nvPr>
            <p:ph type="pic" sz="quarter" idx="12" hasCustomPrompt="1"/>
          </p:nvPr>
        </p:nvSpPr>
        <p:spPr bwMode="gray">
          <a:xfrm>
            <a:off x="503999" y="1548000"/>
            <a:ext cx="2605913" cy="1871663"/>
          </a:xfrm>
          <a:noFill/>
        </p:spPr>
        <p:txBody>
          <a:bodyPr vert="horz" lIns="0" tIns="180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 or pictogram</a:t>
            </a:r>
            <a:endParaRPr lang="de-DE"/>
          </a:p>
        </p:txBody>
      </p:sp>
      <p:sp>
        <p:nvSpPr>
          <p:cNvPr id="2"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2680594478"/>
      </p:ext>
    </p:extLst>
  </p:cSld>
  <p:clrMapOvr>
    <a:masterClrMapping/>
  </p:clrMapOvr>
  <p:extLst>
    <p:ext uri="{DCECCB84-F9BA-43D5-87BE-67443E8EF086}">
      <p15:sldGuideLst xmlns:p15="http://schemas.microsoft.com/office/powerpoint/2012/main">
        <p15:guide id="2" orient="horz" pos="317" userDrawn="1">
          <p15:clr>
            <a:srgbClr val="FBAE40"/>
          </p15:clr>
        </p15:guide>
        <p15:guide id="3" orient="horz" pos="551" userDrawn="1">
          <p15:clr>
            <a:srgbClr val="FBAE40"/>
          </p15:clr>
        </p15:guide>
        <p15:guide id="4" orient="horz" pos="974" userDrawn="1">
          <p15:clr>
            <a:srgbClr val="FBAE40"/>
          </p15:clr>
        </p15:guide>
        <p15:guide id="5" orient="horz" pos="2160" userDrawn="1">
          <p15:clr>
            <a:srgbClr val="FBAE40"/>
          </p15:clr>
        </p15:guide>
        <p15:guide id="6" orient="horz" pos="2442" userDrawn="1">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and Text with Image 1/3">
    <p:spTree>
      <p:nvGrpSpPr>
        <p:cNvPr id="1" name=""/>
        <p:cNvGrpSpPr/>
        <p:nvPr/>
      </p:nvGrpSpPr>
      <p:grpSpPr>
        <a:xfrm>
          <a:off x="0" y="0"/>
          <a:ext cx="0" cy="0"/>
          <a:chOff x="0" y="0"/>
          <a:chExt cx="0" cy="0"/>
        </a:xfrm>
      </p:grpSpPr>
      <p:sp>
        <p:nvSpPr>
          <p:cNvPr id="5" name="Picture Placeholder 1/3 right"/>
          <p:cNvSpPr>
            <a:spLocks noGrp="1"/>
          </p:cNvSpPr>
          <p:nvPr>
            <p:ph type="pic" sz="quarter" idx="10" hasCustomPrompt="1"/>
          </p:nvPr>
        </p:nvSpPr>
        <p:spPr bwMode="gray">
          <a:xfrm>
            <a:off x="8127175" y="0"/>
            <a:ext cx="4068000" cy="6858000"/>
          </a:xfrm>
          <a:no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a:t>
            </a:r>
            <a:endParaRPr lang="de-DE"/>
          </a:p>
        </p:txBody>
      </p:sp>
      <p:sp>
        <p:nvSpPr>
          <p:cNvPr id="7" name="Text Placeholder"/>
          <p:cNvSpPr>
            <a:spLocks noGrp="1"/>
          </p:cNvSpPr>
          <p:nvPr>
            <p:ph type="body" sz="quarter" idx="11" hasCustomPrompt="1"/>
          </p:nvPr>
        </p:nvSpPr>
        <p:spPr bwMode="black">
          <a:xfrm>
            <a:off x="503998" y="1548000"/>
            <a:ext cx="7371589" cy="4805175"/>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endParaRPr lang="de-DE"/>
          </a:p>
        </p:txBody>
      </p:sp>
      <p:sp>
        <p:nvSpPr>
          <p:cNvPr id="3" name="Title"/>
          <p:cNvSpPr>
            <a:spLocks noGrp="1"/>
          </p:cNvSpPr>
          <p:nvPr>
            <p:ph type="title" hasCustomPrompt="1"/>
          </p:nvPr>
        </p:nvSpPr>
        <p:spPr>
          <a:xfrm>
            <a:off x="504000" y="504000"/>
            <a:ext cx="7371589"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3425020262"/>
      </p:ext>
    </p:extLst>
  </p:cSld>
  <p:clrMapOvr>
    <a:masterClrMapping/>
  </p:clrMapOvr>
  <p:extLst>
    <p:ext uri="{DCECCB84-F9BA-43D5-87BE-67443E8EF086}">
      <p15:sldGuideLst xmlns:p15="http://schemas.microsoft.com/office/powerpoint/2012/main">
        <p15:guide id="4" pos="5111" userDrawn="1">
          <p15:clr>
            <a:srgbClr val="FBAE40"/>
          </p15:clr>
        </p15:guide>
        <p15:guide id="5" orient="horz" pos="317" userDrawn="1">
          <p15:clr>
            <a:srgbClr val="FBAE40"/>
          </p15:clr>
        </p15:guide>
        <p15:guide id="6" orient="horz" pos="551" userDrawn="1">
          <p15:clr>
            <a:srgbClr val="FBAE40"/>
          </p15:clr>
        </p15:guide>
        <p15:guide id="7" orient="horz" pos="972" userDrawn="1">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Full Bleed Image ">
    <p:spTree>
      <p:nvGrpSpPr>
        <p:cNvPr id="1" name=""/>
        <p:cNvGrpSpPr/>
        <p:nvPr/>
      </p:nvGrpSpPr>
      <p:grpSpPr>
        <a:xfrm>
          <a:off x="0" y="0"/>
          <a:ext cx="0" cy="0"/>
          <a:chOff x="0" y="0"/>
          <a:chExt cx="0" cy="0"/>
        </a:xfrm>
      </p:grpSpPr>
      <p:sp>
        <p:nvSpPr>
          <p:cNvPr id="5" name="Picture Placeholder"/>
          <p:cNvSpPr>
            <a:spLocks noGrp="1"/>
          </p:cNvSpPr>
          <p:nvPr>
            <p:ph type="pic" sz="quarter" idx="10" hasCustomPrompt="1"/>
          </p:nvPr>
        </p:nvSpPr>
        <p:spPr bwMode="gray">
          <a:xfrm>
            <a:off x="1" y="0"/>
            <a:ext cx="12195175" cy="6858000"/>
          </a:xfrm>
          <a:no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a:t>
            </a:r>
            <a:endParaRPr lang="de-DE"/>
          </a:p>
        </p:txBody>
      </p:sp>
    </p:spTree>
    <p:extLst>
      <p:ext uri="{BB962C8B-B14F-4D97-AF65-F5344CB8AC3E}">
        <p14:creationId xmlns:p14="http://schemas.microsoft.com/office/powerpoint/2010/main" val="413979114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ext and Screenshot">
    <p:spTree>
      <p:nvGrpSpPr>
        <p:cNvPr id="1" name=""/>
        <p:cNvGrpSpPr/>
        <p:nvPr/>
      </p:nvGrpSpPr>
      <p:grpSpPr>
        <a:xfrm>
          <a:off x="0" y="0"/>
          <a:ext cx="0" cy="0"/>
          <a:chOff x="0" y="0"/>
          <a:chExt cx="0" cy="0"/>
        </a:xfrm>
      </p:grpSpPr>
      <p:sp>
        <p:nvSpPr>
          <p:cNvPr id="5" name="Picture Placeholder"/>
          <p:cNvSpPr>
            <a:spLocks noGrp="1"/>
          </p:cNvSpPr>
          <p:nvPr>
            <p:ph type="pic" sz="quarter" idx="13" hasCustomPrompt="1"/>
          </p:nvPr>
        </p:nvSpPr>
        <p:spPr bwMode="gray">
          <a:xfrm>
            <a:off x="6221413" y="1557338"/>
            <a:ext cx="5469064" cy="4795837"/>
          </a:xfrm>
          <a:noFill/>
        </p:spPr>
        <p:txBody>
          <a:bodyPr vert="horz" lIns="0" tIns="1512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screenshot</a:t>
            </a:r>
            <a:endParaRPr lang="de-DE"/>
          </a:p>
        </p:txBody>
      </p:sp>
      <p:sp>
        <p:nvSpPr>
          <p:cNvPr id="4" name="Text Placeholder"/>
          <p:cNvSpPr>
            <a:spLocks noGrp="1"/>
          </p:cNvSpPr>
          <p:nvPr>
            <p:ph type="body" sz="quarter" idx="10" hasCustomPrompt="1"/>
          </p:nvPr>
        </p:nvSpPr>
        <p:spPr>
          <a:xfrm>
            <a:off x="504000" y="1548000"/>
            <a:ext cx="5465000" cy="4806000"/>
          </a:xfrm>
        </p:spPr>
        <p:txBody>
          <a:bodyPr/>
          <a:lstStyle>
            <a:lvl1pPr>
              <a:defRPr/>
            </a:lvl1pPr>
          </a:lstStyle>
          <a:p>
            <a:pPr lvl="0"/>
            <a:r>
              <a:rPr lang="en-US" noProof="0"/>
              <a:t>First level</a:t>
            </a:r>
          </a:p>
          <a:p>
            <a:pPr lvl="1"/>
            <a:r>
              <a:rPr lang="en-US"/>
              <a:t>Second level</a:t>
            </a:r>
          </a:p>
          <a:p>
            <a:pPr lvl="2"/>
            <a:r>
              <a:rPr lang="en-US"/>
              <a:t>Third level</a:t>
            </a:r>
          </a:p>
          <a:p>
            <a:pPr lvl="3"/>
            <a:r>
              <a:rPr lang="en-US"/>
              <a:t>Fourth level</a:t>
            </a:r>
          </a:p>
          <a:p>
            <a:pPr lvl="4"/>
            <a:r>
              <a:rPr lang="en-US"/>
              <a:t>Fifth level</a:t>
            </a:r>
          </a:p>
        </p:txBody>
      </p:sp>
      <p:sp>
        <p:nvSpPr>
          <p:cNvPr id="3"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Tree>
    <p:extLst>
      <p:ext uri="{BB962C8B-B14F-4D97-AF65-F5344CB8AC3E}">
        <p14:creationId xmlns:p14="http://schemas.microsoft.com/office/powerpoint/2010/main" val="1287227243"/>
      </p:ext>
    </p:extLst>
  </p:cSld>
  <p:clrMapOvr>
    <a:masterClrMapping/>
  </p:clrMapOvr>
  <p:extLst>
    <p:ext uri="{DCECCB84-F9BA-43D5-87BE-67443E8EF086}">
      <p15:sldGuideLst xmlns:p15="http://schemas.microsoft.com/office/powerpoint/2012/main">
        <p15:guide id="2" orient="horz" pos="972" userDrawn="1">
          <p15:clr>
            <a:srgbClr val="FBAE40"/>
          </p15:clr>
        </p15:guide>
        <p15:guide id="6" orient="horz" pos="317" userDrawn="1">
          <p15:clr>
            <a:srgbClr val="FBAE40"/>
          </p15:clr>
        </p15:guide>
        <p15:guide id="7" orient="horz" pos="551" userDrawn="1">
          <p15:clr>
            <a:srgbClr val="FBAE4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7" name="Content Placeholder"/>
          <p:cNvSpPr>
            <a:spLocks noGrp="1"/>
          </p:cNvSpPr>
          <p:nvPr>
            <p:ph idx="1" hasCustomPrompt="1"/>
          </p:nvPr>
        </p:nvSpPr>
        <p:spPr bwMode="gray">
          <a:xfrm>
            <a:off x="504000" y="1548000"/>
            <a:ext cx="11185200" cy="4805175"/>
          </a:xfrm>
          <a:noFill/>
        </p:spPr>
        <p:txBody>
          <a:bodyPr tIns="1368000"/>
          <a:lstStyle>
            <a:lvl1pPr algn="ctr">
              <a:defRPr sz="1400" b="0"/>
            </a:lvl1pPr>
          </a:lstStyle>
          <a:p>
            <a:pPr lvl="0"/>
            <a:r>
              <a:rPr lang="en-US"/>
              <a:t>Click to add content</a:t>
            </a:r>
          </a:p>
        </p:txBody>
      </p:sp>
      <p:sp>
        <p:nvSpPr>
          <p:cNvPr id="2" name="Title"/>
          <p:cNvSpPr>
            <a:spLocks noGrp="1"/>
          </p:cNvSpPr>
          <p:nvPr>
            <p:ph type="title" hasCustomPrompt="1"/>
          </p:nvPr>
        </p:nvSpPr>
        <p:spPr/>
        <p:txBody>
          <a:bodyPr/>
          <a:lstStyle/>
          <a:p>
            <a:r>
              <a:rPr lang="en-US" noProof="0"/>
              <a:t>Insert page title (sentence case)</a:t>
            </a:r>
            <a:endParaRPr lang="en-US"/>
          </a:p>
        </p:txBody>
      </p:sp>
    </p:spTree>
    <p:extLst>
      <p:ext uri="{BB962C8B-B14F-4D97-AF65-F5344CB8AC3E}">
        <p14:creationId xmlns:p14="http://schemas.microsoft.com/office/powerpoint/2010/main" val="4186098743"/>
      </p:ext>
    </p:extLst>
  </p:cSld>
  <p:clrMapOvr>
    <a:masterClrMapping/>
  </p:clrMapOvr>
  <p:extLst>
    <p:ext uri="{DCECCB84-F9BA-43D5-87BE-67443E8EF086}">
      <p15:sldGuideLst xmlns:p15="http://schemas.microsoft.com/office/powerpoint/2012/main">
        <p15:guide id="2" orient="horz" pos="317" userDrawn="1">
          <p15:clr>
            <a:srgbClr val="FBAE40"/>
          </p15:clr>
        </p15:guide>
        <p15:guide id="3" orient="horz" pos="551" userDrawn="1">
          <p15:clr>
            <a:srgbClr val="FBAE40"/>
          </p15:clr>
        </p15:guide>
        <p15:guide id="4" orient="horz" pos="972" userDrawn="1">
          <p15:clr>
            <a:srgbClr val="FBAE4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Quote">
    <p:bg>
      <p:bgPr>
        <a:solidFill>
          <a:srgbClr val="D1EFFF"/>
        </a:solidFill>
        <a:effectLst/>
      </p:bgPr>
    </p:bg>
    <p:spTree>
      <p:nvGrpSpPr>
        <p:cNvPr id="1" name=""/>
        <p:cNvGrpSpPr/>
        <p:nvPr/>
      </p:nvGrpSpPr>
      <p:grpSpPr>
        <a:xfrm>
          <a:off x="0" y="0"/>
          <a:ext cx="0" cy="0"/>
          <a:chOff x="0" y="0"/>
          <a:chExt cx="0" cy="0"/>
        </a:xfrm>
      </p:grpSpPr>
      <p:sp>
        <p:nvSpPr>
          <p:cNvPr id="10" name="Anvil" descr="preencoded.png">
            <a:extLst>
              <a:ext uri="{FF2B5EF4-FFF2-40B4-BE49-F238E27FC236}">
                <a16:creationId xmlns:a16="http://schemas.microsoft.com/office/drawing/2014/main" id="{C4FED2BE-6259-64CE-562B-46975C5747E1}"/>
              </a:ext>
            </a:extLst>
          </p:cNvPr>
          <p:cNvSpPr/>
          <p:nvPr userDrawn="1"/>
        </p:nvSpPr>
        <p:spPr>
          <a:xfrm>
            <a:off x="2409825" y="1543050"/>
            <a:ext cx="8061100" cy="3973513"/>
          </a:xfrm>
          <a:custGeom>
            <a:avLst/>
            <a:gdLst>
              <a:gd name="connsiteX0" fmla="*/ 0 w 8851917"/>
              <a:gd name="connsiteY0" fmla="*/ 0 h 4363327"/>
              <a:gd name="connsiteX1" fmla="*/ 0 w 8851917"/>
              <a:gd name="connsiteY1" fmla="*/ 4363327 h 4363327"/>
              <a:gd name="connsiteX2" fmla="*/ 4498517 w 8851917"/>
              <a:gd name="connsiteY2" fmla="*/ 4363327 h 4363327"/>
              <a:gd name="connsiteX3" fmla="*/ 8851917 w 8851917"/>
              <a:gd name="connsiteY3" fmla="*/ 0 h 4363327"/>
              <a:gd name="connsiteX4" fmla="*/ 0 w 8851917"/>
              <a:gd name="connsiteY4" fmla="*/ 0 h 4363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51917" h="4363327">
                <a:moveTo>
                  <a:pt x="0" y="0"/>
                </a:moveTo>
                <a:lnTo>
                  <a:pt x="0" y="4363327"/>
                </a:lnTo>
                <a:lnTo>
                  <a:pt x="4498517" y="4363327"/>
                </a:lnTo>
                <a:lnTo>
                  <a:pt x="8851917" y="0"/>
                </a:lnTo>
                <a:lnTo>
                  <a:pt x="0" y="0"/>
                </a:lnTo>
                <a:close/>
              </a:path>
            </a:pathLst>
          </a:custGeom>
          <a:solidFill>
            <a:srgbClr val="89D1FF"/>
          </a:solidFill>
          <a:ln w="15238" cap="flat">
            <a:noFill/>
            <a:prstDash val="solid"/>
            <a:miter/>
          </a:ln>
        </p:spPr>
        <p:txBody>
          <a:bodyPr rtlCol="0" anchor="ctr"/>
          <a:lstStyle/>
          <a:p>
            <a:endParaRPr lang="en-US" b="0" i="0">
              <a:latin typeface="72 Brand" panose="020B0504030603020204" pitchFamily="34" charset="0"/>
            </a:endParaRPr>
          </a:p>
        </p:txBody>
      </p:sp>
      <p:sp>
        <p:nvSpPr>
          <p:cNvPr id="6" name="Title">
            <a:extLst>
              <a:ext uri="{FF2B5EF4-FFF2-40B4-BE49-F238E27FC236}">
                <a16:creationId xmlns:a16="http://schemas.microsoft.com/office/drawing/2014/main" id="{729E6C33-847C-5792-E2BD-5963C662ECED}"/>
              </a:ext>
            </a:extLst>
          </p:cNvPr>
          <p:cNvSpPr>
            <a:spLocks noGrp="1"/>
          </p:cNvSpPr>
          <p:nvPr>
            <p:ph type="title" hasCustomPrompt="1"/>
          </p:nvPr>
        </p:nvSpPr>
        <p:spPr>
          <a:xfrm>
            <a:off x="1455738" y="3256398"/>
            <a:ext cx="9282112" cy="646112"/>
          </a:xfrm>
        </p:spPr>
        <p:txBody>
          <a:bodyPr anchor="ctr" anchorCtr="0">
            <a:noAutofit/>
          </a:bodyPr>
          <a:lstStyle>
            <a:lvl1pPr>
              <a:lnSpc>
                <a:spcPct val="100000"/>
              </a:lnSpc>
              <a:defRPr sz="3600" b="0" i="0">
                <a:solidFill>
                  <a:schemeClr val="tx1"/>
                </a:solidFill>
                <a:latin typeface="72 Brand Medium" panose="020B0504030603020204" pitchFamily="34" charset="0"/>
              </a:defRPr>
            </a:lvl1pPr>
          </a:lstStyle>
          <a:p>
            <a:pPr fontAlgn="base">
              <a:spcBef>
                <a:spcPct val="50000"/>
              </a:spcBef>
              <a:spcAft>
                <a:spcPct val="0"/>
              </a:spcAft>
              <a:buClr>
                <a:srgbClr val="F0AB00"/>
              </a:buClr>
              <a:buSzPct val="80000"/>
            </a:pPr>
            <a:r>
              <a:rPr lang="en-US"/>
              <a:t>“Add Quote”</a:t>
            </a:r>
            <a:endParaRPr lang="de-DE" sz="3600" kern="0" err="1">
              <a:ea typeface="72 Brand" pitchFamily="34" charset="-128"/>
              <a:cs typeface="72 Brand" pitchFamily="34" charset="-128"/>
            </a:endParaRPr>
          </a:p>
        </p:txBody>
      </p:sp>
      <p:sp>
        <p:nvSpPr>
          <p:cNvPr id="9" name="Text Placeholder 8">
            <a:extLst>
              <a:ext uri="{FF2B5EF4-FFF2-40B4-BE49-F238E27FC236}">
                <a16:creationId xmlns:a16="http://schemas.microsoft.com/office/drawing/2014/main" id="{6F45BB20-CC77-71AE-A785-DCD42C2AECFC}"/>
              </a:ext>
            </a:extLst>
          </p:cNvPr>
          <p:cNvSpPr>
            <a:spLocks noGrp="1"/>
          </p:cNvSpPr>
          <p:nvPr>
            <p:ph type="body" sz="quarter" idx="12" hasCustomPrompt="1"/>
          </p:nvPr>
        </p:nvSpPr>
        <p:spPr>
          <a:xfrm>
            <a:off x="2409825" y="5832475"/>
            <a:ext cx="8328025" cy="520700"/>
          </a:xfrm>
        </p:spPr>
        <p:txBody>
          <a:bodyPr/>
          <a:lstStyle>
            <a:lvl1pPr>
              <a:defRPr sz="1400"/>
            </a:lvl1pPr>
          </a:lstStyle>
          <a:p>
            <a:pPr lvl="0"/>
            <a:r>
              <a:rPr lang="en-GB"/>
              <a:t>Speaker,</a:t>
            </a:r>
          </a:p>
          <a:p>
            <a:pPr lvl="0"/>
            <a:r>
              <a:rPr lang="en-GB"/>
              <a:t>Company, Role</a:t>
            </a:r>
            <a:endParaRPr lang="en-DE"/>
          </a:p>
        </p:txBody>
      </p:sp>
      <p:sp>
        <p:nvSpPr>
          <p:cNvPr id="13" name="Text Placeholder 12">
            <a:extLst>
              <a:ext uri="{FF2B5EF4-FFF2-40B4-BE49-F238E27FC236}">
                <a16:creationId xmlns:a16="http://schemas.microsoft.com/office/drawing/2014/main" id="{E96E6B39-45BC-B141-4D4B-63CD006D461E}"/>
              </a:ext>
            </a:extLst>
          </p:cNvPr>
          <p:cNvSpPr>
            <a:spLocks noGrp="1"/>
          </p:cNvSpPr>
          <p:nvPr>
            <p:ph type="body" sz="quarter" idx="13" hasCustomPrompt="1"/>
          </p:nvPr>
        </p:nvSpPr>
        <p:spPr>
          <a:xfrm>
            <a:off x="503238" y="503238"/>
            <a:ext cx="11183937" cy="370800"/>
          </a:xfrm>
        </p:spPr>
        <p:txBody>
          <a:bodyPr/>
          <a:lstStyle>
            <a:lvl1pPr>
              <a:defRPr sz="2400">
                <a:latin typeface="72 Brand Medium" panose="020B0604030603020204" pitchFamily="34" charset="0"/>
              </a:defRPr>
            </a:lvl1pPr>
          </a:lstStyle>
          <a:p>
            <a:pPr lvl="0"/>
            <a:r>
              <a:rPr lang="en-GB"/>
              <a:t>Insert page title (sentence case)</a:t>
            </a:r>
          </a:p>
        </p:txBody>
      </p:sp>
      <p:sp>
        <p:nvSpPr>
          <p:cNvPr id="14" name="Slide number">
            <a:extLst>
              <a:ext uri="{FF2B5EF4-FFF2-40B4-BE49-F238E27FC236}">
                <a16:creationId xmlns:a16="http://schemas.microsoft.com/office/drawing/2014/main" id="{5F0AAD8A-B1FC-600E-7D99-98736F5CDDB9}"/>
              </a:ext>
            </a:extLst>
          </p:cNvPr>
          <p:cNvSpPr txBox="1"/>
          <p:nvPr userDrawn="1"/>
        </p:nvSpPr>
        <p:spPr bwMode="black">
          <a:xfrm>
            <a:off x="11546207" y="6536751"/>
            <a:ext cx="144270"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b="0" i="0" noProof="0" smtClean="0">
                <a:latin typeface="+mn-lt"/>
              </a:rPr>
              <a:pPr marL="0" lvl="0" indent="0" algn="r">
                <a:buNone/>
              </a:pPr>
              <a:t>‹#›</a:t>
            </a:fld>
            <a:endParaRPr lang="en-US" sz="900" b="0" i="0" noProof="0">
              <a:latin typeface="+mn-lt"/>
            </a:endParaRPr>
          </a:p>
        </p:txBody>
      </p:sp>
    </p:spTree>
    <p:extLst>
      <p:ext uri="{BB962C8B-B14F-4D97-AF65-F5344CB8AC3E}">
        <p14:creationId xmlns:p14="http://schemas.microsoft.com/office/powerpoint/2010/main" val="2768701216"/>
      </p:ext>
    </p:extLst>
  </p:cSld>
  <p:clrMapOvr>
    <a:masterClrMapping/>
  </p:clrMapOvr>
  <p:extLst>
    <p:ext uri="{DCECCB84-F9BA-43D5-87BE-67443E8EF086}">
      <p15:sldGuideLst xmlns:p15="http://schemas.microsoft.com/office/powerpoint/2012/main">
        <p15:guide id="4" orient="horz" pos="2341">
          <p15:clr>
            <a:srgbClr val="FBAE40"/>
          </p15:clr>
        </p15:guide>
        <p15:guide id="7" orient="horz" pos="3475" userDrawn="1">
          <p15:clr>
            <a:srgbClr val="FBAE40"/>
          </p15:clr>
        </p15:guide>
        <p15:guide id="8" orient="horz" pos="323" userDrawn="1">
          <p15:clr>
            <a:srgbClr val="FBAE40"/>
          </p15:clr>
        </p15:guide>
        <p15:guide id="9" orient="horz" pos="550" userDrawn="1">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Q &amp; A">
    <p:bg>
      <p:bgPr>
        <a:solidFill>
          <a:srgbClr val="D1EFFF"/>
        </a:solidFill>
        <a:effectLst/>
      </p:bgPr>
    </p:bg>
    <p:spTree>
      <p:nvGrpSpPr>
        <p:cNvPr id="1" name=""/>
        <p:cNvGrpSpPr/>
        <p:nvPr/>
      </p:nvGrpSpPr>
      <p:grpSpPr>
        <a:xfrm>
          <a:off x="0" y="0"/>
          <a:ext cx="0" cy="0"/>
          <a:chOff x="0" y="0"/>
          <a:chExt cx="0" cy="0"/>
        </a:xfrm>
      </p:grpSpPr>
      <p:sp>
        <p:nvSpPr>
          <p:cNvPr id="6" name="Title">
            <a:extLst>
              <a:ext uri="{FF2B5EF4-FFF2-40B4-BE49-F238E27FC236}">
                <a16:creationId xmlns:a16="http://schemas.microsoft.com/office/drawing/2014/main" id="{729E6C33-847C-5792-E2BD-5963C662ECED}"/>
              </a:ext>
            </a:extLst>
          </p:cNvPr>
          <p:cNvSpPr>
            <a:spLocks noGrp="1"/>
          </p:cNvSpPr>
          <p:nvPr>
            <p:ph type="title" hasCustomPrompt="1"/>
          </p:nvPr>
        </p:nvSpPr>
        <p:spPr>
          <a:xfrm>
            <a:off x="503238" y="2781300"/>
            <a:ext cx="4765675" cy="646112"/>
          </a:xfrm>
        </p:spPr>
        <p:txBody>
          <a:bodyPr anchor="ctr" anchorCtr="0">
            <a:noAutofit/>
          </a:bodyPr>
          <a:lstStyle>
            <a:lvl1pPr>
              <a:lnSpc>
                <a:spcPct val="100000"/>
              </a:lnSpc>
              <a:defRPr sz="3600" b="0" i="0">
                <a:solidFill>
                  <a:schemeClr val="tx1"/>
                </a:solidFill>
                <a:latin typeface="72 Brand Medium" panose="020B0504030603020204" pitchFamily="34" charset="0"/>
              </a:defRPr>
            </a:lvl1pPr>
          </a:lstStyle>
          <a:p>
            <a:pPr fontAlgn="base">
              <a:spcBef>
                <a:spcPct val="50000"/>
              </a:spcBef>
              <a:spcAft>
                <a:spcPct val="0"/>
              </a:spcAft>
              <a:buClr>
                <a:srgbClr val="F0AB00"/>
              </a:buClr>
              <a:buSzPct val="80000"/>
            </a:pPr>
            <a:r>
              <a:rPr lang="en-US"/>
              <a:t>What's On Your Mind?</a:t>
            </a:r>
          </a:p>
        </p:txBody>
      </p:sp>
      <p:sp>
        <p:nvSpPr>
          <p:cNvPr id="13" name="Text Placeholder 12">
            <a:extLst>
              <a:ext uri="{FF2B5EF4-FFF2-40B4-BE49-F238E27FC236}">
                <a16:creationId xmlns:a16="http://schemas.microsoft.com/office/drawing/2014/main" id="{E96E6B39-45BC-B141-4D4B-63CD006D461E}"/>
              </a:ext>
            </a:extLst>
          </p:cNvPr>
          <p:cNvSpPr>
            <a:spLocks noGrp="1"/>
          </p:cNvSpPr>
          <p:nvPr>
            <p:ph type="body" sz="quarter" idx="13" hasCustomPrompt="1"/>
          </p:nvPr>
        </p:nvSpPr>
        <p:spPr>
          <a:xfrm>
            <a:off x="503238" y="503238"/>
            <a:ext cx="11183937" cy="370800"/>
          </a:xfrm>
        </p:spPr>
        <p:txBody>
          <a:bodyPr/>
          <a:lstStyle>
            <a:lvl1pPr>
              <a:defRPr sz="2400">
                <a:solidFill>
                  <a:schemeClr val="tx1"/>
                </a:solidFill>
                <a:latin typeface="72 Brand Medium" panose="020B0604030603020204" pitchFamily="34" charset="0"/>
              </a:defRPr>
            </a:lvl1pPr>
          </a:lstStyle>
          <a:p>
            <a:pPr lvl="0"/>
            <a:r>
              <a:rPr lang="en-GB"/>
              <a:t>Insert page title (sentence case)</a:t>
            </a:r>
          </a:p>
        </p:txBody>
      </p:sp>
      <p:sp>
        <p:nvSpPr>
          <p:cNvPr id="14" name="Slide number">
            <a:extLst>
              <a:ext uri="{FF2B5EF4-FFF2-40B4-BE49-F238E27FC236}">
                <a16:creationId xmlns:a16="http://schemas.microsoft.com/office/drawing/2014/main" id="{5F0AAD8A-B1FC-600E-7D99-98736F5CDDB9}"/>
              </a:ext>
            </a:extLst>
          </p:cNvPr>
          <p:cNvSpPr txBox="1"/>
          <p:nvPr userDrawn="1"/>
        </p:nvSpPr>
        <p:spPr bwMode="black">
          <a:xfrm>
            <a:off x="11546207" y="6536751"/>
            <a:ext cx="144270"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b="0" i="0" noProof="0" smtClean="0">
                <a:latin typeface="+mn-lt"/>
              </a:rPr>
              <a:pPr marL="0" lvl="0" indent="0" algn="r">
                <a:buNone/>
              </a:pPr>
              <a:t>‹#›</a:t>
            </a:fld>
            <a:endParaRPr lang="en-US" sz="900" b="0" i="0" noProof="0">
              <a:latin typeface="+mn-lt"/>
            </a:endParaRPr>
          </a:p>
        </p:txBody>
      </p:sp>
      <p:sp>
        <p:nvSpPr>
          <p:cNvPr id="12" name="Text Placeholder 11">
            <a:extLst>
              <a:ext uri="{FF2B5EF4-FFF2-40B4-BE49-F238E27FC236}">
                <a16:creationId xmlns:a16="http://schemas.microsoft.com/office/drawing/2014/main" id="{15DED969-77E2-26AA-CB6C-CBBE1D08826B}"/>
              </a:ext>
            </a:extLst>
          </p:cNvPr>
          <p:cNvSpPr>
            <a:spLocks noGrp="1"/>
          </p:cNvSpPr>
          <p:nvPr>
            <p:ph type="body" sz="quarter" idx="14" hasCustomPrompt="1"/>
          </p:nvPr>
        </p:nvSpPr>
        <p:spPr>
          <a:xfrm>
            <a:off x="503238" y="3725638"/>
            <a:ext cx="4765675" cy="393925"/>
          </a:xfrm>
        </p:spPr>
        <p:txBody>
          <a:bodyPr/>
          <a:lstStyle>
            <a:lvl1pPr>
              <a:defRPr sz="2000">
                <a:solidFill>
                  <a:schemeClr val="tx1"/>
                </a:solidFill>
              </a:defRPr>
            </a:lvl1pPr>
            <a:lvl5pPr>
              <a:defRPr/>
            </a:lvl5pPr>
          </a:lstStyle>
          <a:p>
            <a:pPr lvl="0"/>
            <a:r>
              <a:rPr lang="en-GB"/>
              <a:t>You Ask, We Answer.</a:t>
            </a:r>
          </a:p>
        </p:txBody>
      </p:sp>
      <p:sp>
        <p:nvSpPr>
          <p:cNvPr id="15" name="Freeform 139">
            <a:extLst>
              <a:ext uri="{FF2B5EF4-FFF2-40B4-BE49-F238E27FC236}">
                <a16:creationId xmlns:a16="http://schemas.microsoft.com/office/drawing/2014/main" id="{56FC0E0D-AC3F-5FC3-96B0-FC51FA509DAC}"/>
              </a:ext>
            </a:extLst>
          </p:cNvPr>
          <p:cNvSpPr>
            <a:spLocks noChangeAspect="1"/>
          </p:cNvSpPr>
          <p:nvPr userDrawn="1"/>
        </p:nvSpPr>
        <p:spPr>
          <a:xfrm>
            <a:off x="5970588" y="1931313"/>
            <a:ext cx="5660044" cy="2829600"/>
          </a:xfrm>
          <a:custGeom>
            <a:avLst/>
            <a:gdLst>
              <a:gd name="connsiteX0" fmla="*/ 3258914 w 3582451"/>
              <a:gd name="connsiteY0" fmla="*/ 133987 h 1790958"/>
              <a:gd name="connsiteX1" fmla="*/ 1735702 w 3582451"/>
              <a:gd name="connsiteY1" fmla="*/ 1656971 h 1790958"/>
              <a:gd name="connsiteX2" fmla="*/ 134007 w 3582451"/>
              <a:gd name="connsiteY2" fmla="*/ 1656971 h 1790958"/>
              <a:gd name="connsiteX3" fmla="*/ 134007 w 3582451"/>
              <a:gd name="connsiteY3" fmla="*/ 133987 h 1790958"/>
              <a:gd name="connsiteX4" fmla="*/ 3258914 w 3582451"/>
              <a:gd name="connsiteY4" fmla="*/ 133987 h 1790958"/>
              <a:gd name="connsiteX5" fmla="*/ 3582451 w 3582451"/>
              <a:gd name="connsiteY5" fmla="*/ 0 h 1790958"/>
              <a:gd name="connsiteX6" fmla="*/ 0 w 3582451"/>
              <a:gd name="connsiteY6" fmla="*/ 0 h 1790958"/>
              <a:gd name="connsiteX7" fmla="*/ 0 w 3582451"/>
              <a:gd name="connsiteY7" fmla="*/ 1790958 h 1790958"/>
              <a:gd name="connsiteX8" fmla="*/ 1791226 w 3582451"/>
              <a:gd name="connsiteY8" fmla="*/ 1790958 h 1790958"/>
              <a:gd name="connsiteX9" fmla="*/ 3582451 w 3582451"/>
              <a:gd name="connsiteY9" fmla="*/ 0 h 1790958"/>
              <a:gd name="connsiteX10" fmla="*/ 3582451 w 3582451"/>
              <a:gd name="connsiteY10" fmla="*/ 0 h 17909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582451" h="1790958">
                <a:moveTo>
                  <a:pt x="3258914" y="133987"/>
                </a:moveTo>
                <a:lnTo>
                  <a:pt x="1735702" y="1656971"/>
                </a:lnTo>
                <a:lnTo>
                  <a:pt x="134007" y="1656971"/>
                </a:lnTo>
                <a:lnTo>
                  <a:pt x="134007" y="133987"/>
                </a:lnTo>
                <a:lnTo>
                  <a:pt x="3258914" y="133987"/>
                </a:lnTo>
                <a:moveTo>
                  <a:pt x="3582451" y="0"/>
                </a:moveTo>
                <a:lnTo>
                  <a:pt x="0" y="0"/>
                </a:lnTo>
                <a:lnTo>
                  <a:pt x="0" y="1790958"/>
                </a:lnTo>
                <a:lnTo>
                  <a:pt x="1791226" y="1790958"/>
                </a:lnTo>
                <a:lnTo>
                  <a:pt x="3582451" y="0"/>
                </a:lnTo>
                <a:lnTo>
                  <a:pt x="3582451" y="0"/>
                </a:lnTo>
                <a:close/>
              </a:path>
            </a:pathLst>
          </a:custGeom>
          <a:solidFill>
            <a:srgbClr val="1B90FF"/>
          </a:solidFill>
          <a:ln w="4467" cap="flat">
            <a:noFill/>
            <a:prstDash val="solid"/>
            <a:miter/>
          </a:ln>
        </p:spPr>
        <p:txBody>
          <a:bodyPr rtlCol="0" anchor="ctr"/>
          <a:lstStyle/>
          <a:p>
            <a:pPr defTabSz="1088654"/>
            <a:endParaRPr lang="en-US" sz="2100">
              <a:solidFill>
                <a:srgbClr val="000000"/>
              </a:solidFill>
              <a:latin typeface="72 Brand" panose="020B0504030603020204" pitchFamily="34" charset="0"/>
            </a:endParaRPr>
          </a:p>
        </p:txBody>
      </p:sp>
    </p:spTree>
    <p:extLst>
      <p:ext uri="{BB962C8B-B14F-4D97-AF65-F5344CB8AC3E}">
        <p14:creationId xmlns:p14="http://schemas.microsoft.com/office/powerpoint/2010/main" val="1108744589"/>
      </p:ext>
    </p:extLst>
  </p:cSld>
  <p:clrMapOvr>
    <a:masterClrMapping/>
  </p:clrMapOvr>
  <p:extLst>
    <p:ext uri="{DCECCB84-F9BA-43D5-87BE-67443E8EF086}">
      <p15:sldGuideLst xmlns:p15="http://schemas.microsoft.com/office/powerpoint/2012/main">
        <p15:guide id="4" orient="horz" pos="2341">
          <p15:clr>
            <a:srgbClr val="FBAE40"/>
          </p15:clr>
        </p15:guide>
        <p15:guide id="7" orient="horz" pos="1752" userDrawn="1">
          <p15:clr>
            <a:srgbClr val="FBAE40"/>
          </p15:clr>
        </p15:guide>
        <p15:guide id="8" orient="horz" pos="323">
          <p15:clr>
            <a:srgbClr val="FBAE40"/>
          </p15:clr>
        </p15:guide>
        <p15:guide id="9" orient="horz" pos="55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hank You A">
    <p:spTree>
      <p:nvGrpSpPr>
        <p:cNvPr id="1" name=""/>
        <p:cNvGrpSpPr/>
        <p:nvPr/>
      </p:nvGrpSpPr>
      <p:grpSpPr>
        <a:xfrm>
          <a:off x="0" y="0"/>
          <a:ext cx="0" cy="0"/>
          <a:chOff x="0" y="0"/>
          <a:chExt cx="0" cy="0"/>
        </a:xfrm>
      </p:grpSpPr>
      <p:sp>
        <p:nvSpPr>
          <p:cNvPr id="10" name="TextBox 9">
            <a:extLst>
              <a:ext uri="{FF2B5EF4-FFF2-40B4-BE49-F238E27FC236}">
                <a16:creationId xmlns:a16="http://schemas.microsoft.com/office/drawing/2014/main" id="{433C5639-DDA2-864A-9DC3-7FC80AC852D5}"/>
              </a:ext>
            </a:extLst>
          </p:cNvPr>
          <p:cNvSpPr txBox="1"/>
          <p:nvPr userDrawn="1"/>
        </p:nvSpPr>
        <p:spPr>
          <a:xfrm>
            <a:off x="503238" y="2905125"/>
            <a:ext cx="1837041" cy="246221"/>
          </a:xfrm>
          <a:prstGeom prst="rect">
            <a:avLst/>
          </a:prstGeom>
          <a:noFill/>
        </p:spPr>
        <p:txBody>
          <a:bodyPr wrap="none" lIns="0" tIns="0" rIns="0" bIns="0" rtlCol="0">
            <a:spAutoFit/>
          </a:bodyPr>
          <a:lstStyle/>
          <a:p>
            <a:pPr marL="0" marR="0" lvl="0" indent="0" algn="l" defTabSz="1088776" rtl="0" eaLnBrk="1" fontAlgn="base" latinLnBrk="0" hangingPunct="1">
              <a:lnSpc>
                <a:spcPct val="100000"/>
              </a:lnSpc>
              <a:spcBef>
                <a:spcPct val="50000"/>
              </a:spcBef>
              <a:spcAft>
                <a:spcPct val="0"/>
              </a:spcAft>
              <a:buClr>
                <a:srgbClr val="F0AB00"/>
              </a:buClr>
              <a:buSzPct val="80000"/>
              <a:buFontTx/>
              <a:buNone/>
              <a:tabLst/>
              <a:defRPr/>
            </a:pPr>
            <a:r>
              <a:rPr lang="en-US" sz="1600" b="0" i="0">
                <a:latin typeface="+mn-lt"/>
              </a:rPr>
              <a:t>Contact information:</a:t>
            </a:r>
          </a:p>
        </p:txBody>
      </p:sp>
      <p:sp>
        <p:nvSpPr>
          <p:cNvPr id="3" name="Title 2">
            <a:extLst>
              <a:ext uri="{FF2B5EF4-FFF2-40B4-BE49-F238E27FC236}">
                <a16:creationId xmlns:a16="http://schemas.microsoft.com/office/drawing/2014/main" id="{5692DE12-4084-77D2-FD2A-8E63F6FBE7C5}"/>
              </a:ext>
            </a:extLst>
          </p:cNvPr>
          <p:cNvSpPr>
            <a:spLocks noGrp="1"/>
          </p:cNvSpPr>
          <p:nvPr>
            <p:ph type="title" hasCustomPrompt="1"/>
          </p:nvPr>
        </p:nvSpPr>
        <p:spPr>
          <a:xfrm>
            <a:off x="503238" y="1543050"/>
            <a:ext cx="5465762" cy="846386"/>
          </a:xfrm>
        </p:spPr>
        <p:txBody>
          <a:bodyPr/>
          <a:lstStyle>
            <a:lvl1pPr>
              <a:defRPr sz="5500" b="0" i="0">
                <a:latin typeface="72 Brand Medium" panose="020B0504030603020204" pitchFamily="34" charset="0"/>
              </a:defRPr>
            </a:lvl1pPr>
          </a:lstStyle>
          <a:p>
            <a:r>
              <a:rPr lang="en-GB"/>
              <a:t>Thank you.</a:t>
            </a:r>
            <a:endParaRPr lang="en-US"/>
          </a:p>
        </p:txBody>
      </p:sp>
      <p:pic>
        <p:nvPicPr>
          <p:cNvPr id="5" name="Picture 4">
            <a:extLst>
              <a:ext uri="{FF2B5EF4-FFF2-40B4-BE49-F238E27FC236}">
                <a16:creationId xmlns:a16="http://schemas.microsoft.com/office/drawing/2014/main" id="{9B2C865E-BEC1-EE4C-E61C-369AEE2DFC76}"/>
              </a:ext>
            </a:extLst>
          </p:cNvPr>
          <p:cNvPicPr>
            <a:picLocks noChangeAspect="1"/>
          </p:cNvPicPr>
          <p:nvPr userDrawn="1"/>
        </p:nvPicPr>
        <p:blipFill>
          <a:blip r:embed="rId2"/>
          <a:stretch>
            <a:fillRect/>
          </a:stretch>
        </p:blipFill>
        <p:spPr>
          <a:xfrm>
            <a:off x="8183947" y="5990000"/>
            <a:ext cx="3506403" cy="360000"/>
          </a:xfrm>
          <a:prstGeom prst="rect">
            <a:avLst/>
          </a:prstGeom>
        </p:spPr>
      </p:pic>
      <p:sp>
        <p:nvSpPr>
          <p:cNvPr id="2" name="Copyright Placeholder" descr="{&quot;templafy&quot;:{&quot;id&quot;:&quot;ba9fff8e-a26f-4604-9418-39eec7243848&quot;}}">
            <a:extLst>
              <a:ext uri="{FF2B5EF4-FFF2-40B4-BE49-F238E27FC236}">
                <a16:creationId xmlns:a16="http://schemas.microsoft.com/office/drawing/2014/main" id="{565E87ED-3DFA-D2CD-24E2-199538EC4F11}"/>
              </a:ext>
            </a:extLst>
          </p:cNvPr>
          <p:cNvSpPr txBox="1">
            <a:spLocks/>
          </p:cNvSpPr>
          <p:nvPr userDrawn="1"/>
        </p:nvSpPr>
        <p:spPr>
          <a:xfrm>
            <a:off x="504000" y="6145872"/>
            <a:ext cx="6704011" cy="208122"/>
          </a:xfrm>
          <a:prstGeom prst="rect">
            <a:avLst/>
          </a:prstGeom>
          <a:noFill/>
        </p:spPr>
        <p:txBody>
          <a:bodyPr lIns="0" tIns="0" rIns="0" bIns="0" anchor="ctr" anchorCtr="0">
            <a:noAutofit/>
          </a:bodyPr>
          <a:lstStyle>
            <a:lvl1pPr marL="0" indent="0" algn="l" defTabSz="1088558" rtl="0" eaLnBrk="1" latinLnBrk="0" hangingPunct="1">
              <a:spcBef>
                <a:spcPts val="1800"/>
              </a:spcBef>
              <a:buClr>
                <a:schemeClr val="accent1"/>
              </a:buClr>
              <a:buSzPct val="80000"/>
              <a:buFontTx/>
              <a:buNone/>
              <a:defRPr sz="6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539892" indent="0" algn="l" defTabSz="1088558" rtl="0" eaLnBrk="1" latinLnBrk="0" hangingPunct="1">
              <a:spcBef>
                <a:spcPts val="100"/>
              </a:spcBef>
              <a:buClr>
                <a:schemeClr val="tx1"/>
              </a:buClr>
              <a:buSzPct val="100000"/>
              <a:buFont typeface="Symbol" panose="05050102010706020507" pitchFamily="18" charset="2"/>
              <a:buNone/>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a:buFont typeface="Arial" panose="020B0604020202020204" pitchFamily="34" charset="0"/>
              <a:buNone/>
            </a:pPr>
            <a:r>
              <a:rPr lang="en-US">
                <a:latin typeface="72 Brand" panose="020B0504030603020204" pitchFamily="34" charset="0"/>
                <a:cs typeface="Arial" panose="020B0604020202020204" pitchFamily="34" charset="0"/>
              </a:rPr>
              <a:t>© 2026</a:t>
            </a:r>
            <a:r>
              <a:rPr lang="en-GB">
                <a:latin typeface="72 Brand" panose="020B0504030603020204" pitchFamily="34" charset="0"/>
              </a:rPr>
              <a:t> SAP SE or an SAP affiliate company. All rights reserved. See Legal Notice on www.sap.com/legal-notice for use terms, disclaimers, disclosures, or restrictions related to this material.</a:t>
            </a:r>
            <a:endParaRPr lang="en-US">
              <a:latin typeface="72 Brand" panose="020B0504030603020204" pitchFamily="34" charset="0"/>
              <a:cs typeface="Arial" panose="020B0604020202020204" pitchFamily="34" charset="0"/>
            </a:endParaRPr>
          </a:p>
        </p:txBody>
      </p:sp>
    </p:spTree>
    <p:extLst>
      <p:ext uri="{BB962C8B-B14F-4D97-AF65-F5344CB8AC3E}">
        <p14:creationId xmlns:p14="http://schemas.microsoft.com/office/powerpoint/2010/main" val="781090314"/>
      </p:ext>
    </p:extLst>
  </p:cSld>
  <p:clrMapOvr>
    <a:masterClrMapping/>
  </p:clrMapOvr>
  <p:hf sldNum="0" hdr="0" ftr="0" dt="0"/>
  <p:extLst>
    <p:ext uri="{DCECCB84-F9BA-43D5-87BE-67443E8EF086}">
      <p15:sldGuideLst xmlns:p15="http://schemas.microsoft.com/office/powerpoint/2012/main">
        <p15:guide id="2" orient="horz" pos="970" userDrawn="1">
          <p15:clr>
            <a:srgbClr val="FBAE40"/>
          </p15:clr>
        </p15:guide>
        <p15:guide id="4" orient="horz" pos="1830" userDrawn="1">
          <p15:clr>
            <a:srgbClr val="FBAE4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hank you B">
    <p:bg>
      <p:bgRef idx="1001">
        <a:schemeClr val="bg1"/>
      </p:bgRef>
    </p:bg>
    <p:spTree>
      <p:nvGrpSpPr>
        <p:cNvPr id="1" name=""/>
        <p:cNvGrpSpPr/>
        <p:nvPr/>
      </p:nvGrpSpPr>
      <p:grpSpPr>
        <a:xfrm>
          <a:off x="0" y="0"/>
          <a:ext cx="0" cy="0"/>
          <a:chOff x="0" y="0"/>
          <a:chExt cx="0" cy="0"/>
        </a:xfrm>
      </p:grpSpPr>
      <p:sp>
        <p:nvSpPr>
          <p:cNvPr id="3" name="Title"/>
          <p:cNvSpPr>
            <a:spLocks noGrp="1"/>
          </p:cNvSpPr>
          <p:nvPr>
            <p:ph type="title" hasCustomPrompt="1"/>
          </p:nvPr>
        </p:nvSpPr>
        <p:spPr>
          <a:xfrm>
            <a:off x="504000" y="4024430"/>
            <a:ext cx="5466588" cy="998420"/>
          </a:xfrm>
        </p:spPr>
        <p:txBody>
          <a:bodyPr vert="horz" wrap="square" lIns="0" tIns="0" rIns="0" bIns="0" rtlCol="0">
            <a:noAutofit/>
          </a:bodyPr>
          <a:lstStyle>
            <a:lvl1pPr>
              <a:lnSpc>
                <a:spcPct val="90000"/>
              </a:lnSpc>
              <a:defRPr lang="de-DE" sz="5500" b="0" i="0" dirty="0">
                <a:latin typeface="72 Brand Medium" panose="020B0504030603020204" pitchFamily="34" charset="0"/>
                <a:ea typeface="+mn-ea"/>
                <a:cs typeface="+mn-cs"/>
              </a:defRPr>
            </a:lvl1pPr>
          </a:lstStyle>
          <a:p>
            <a:pPr lvl="0"/>
            <a:r>
              <a:rPr lang="en-US"/>
              <a:t>Thank you.</a:t>
            </a:r>
          </a:p>
        </p:txBody>
      </p:sp>
      <p:sp>
        <p:nvSpPr>
          <p:cNvPr id="7" name="Picture Placeholder 6">
            <a:extLst>
              <a:ext uri="{FF2B5EF4-FFF2-40B4-BE49-F238E27FC236}">
                <a16:creationId xmlns:a16="http://schemas.microsoft.com/office/drawing/2014/main" id="{4FA78832-C268-4EC5-BB82-7F9D7F5B51B2}"/>
              </a:ext>
            </a:extLst>
          </p:cNvPr>
          <p:cNvSpPr>
            <a:spLocks noGrp="1"/>
          </p:cNvSpPr>
          <p:nvPr>
            <p:ph type="pic" sz="quarter" idx="16" hasCustomPrompt="1"/>
          </p:nvPr>
        </p:nvSpPr>
        <p:spPr>
          <a:xfrm>
            <a:off x="0" y="-1"/>
            <a:ext cx="12195175" cy="3430800"/>
          </a:xfrm>
        </p:spPr>
        <p:txBody>
          <a:bodyPr anchor="ctr" anchorCtr="0"/>
          <a:lstStyle>
            <a:lvl1pPr marL="0" marR="0" indent="0" algn="ctr" defTabSz="1088558" rtl="0" eaLnBrk="1" fontAlgn="auto" latinLnBrk="0" hangingPunct="1">
              <a:lnSpc>
                <a:spcPct val="100000"/>
              </a:lnSpc>
              <a:spcBef>
                <a:spcPts val="1800"/>
              </a:spcBef>
              <a:spcAft>
                <a:spcPts val="0"/>
              </a:spcAft>
              <a:buClr>
                <a:schemeClr val="accent1"/>
              </a:buClr>
              <a:buSzPct val="80000"/>
              <a:buFontTx/>
              <a:buNone/>
              <a:tabLst/>
              <a:defRPr/>
            </a:lvl1pPr>
          </a:lstStyle>
          <a:p>
            <a:pPr marL="0" marR="0" lvl="0" indent="0" algn="ctr" defTabSz="1088558" rtl="0" eaLnBrk="1" fontAlgn="auto" latinLnBrk="0" hangingPunct="1">
              <a:lnSpc>
                <a:spcPct val="100000"/>
              </a:lnSpc>
              <a:spcBef>
                <a:spcPts val="1800"/>
              </a:spcBef>
              <a:spcAft>
                <a:spcPts val="0"/>
              </a:spcAft>
              <a:buClr>
                <a:schemeClr val="accent1"/>
              </a:buClr>
              <a:buSzPct val="80000"/>
              <a:buFontTx/>
              <a:buNone/>
              <a:tabLst/>
              <a:defRPr/>
            </a:pPr>
            <a:r>
              <a:rPr lang="en-US"/>
              <a:t>Click to insert picture</a:t>
            </a:r>
          </a:p>
        </p:txBody>
      </p:sp>
      <p:pic>
        <p:nvPicPr>
          <p:cNvPr id="2" name="Picture 1">
            <a:extLst>
              <a:ext uri="{FF2B5EF4-FFF2-40B4-BE49-F238E27FC236}">
                <a16:creationId xmlns:a16="http://schemas.microsoft.com/office/drawing/2014/main" id="{3F8F6905-A0D4-DA0D-B1C3-892DEA90CF6B}"/>
              </a:ext>
            </a:extLst>
          </p:cNvPr>
          <p:cNvPicPr>
            <a:picLocks noChangeAspect="1"/>
          </p:cNvPicPr>
          <p:nvPr userDrawn="1"/>
        </p:nvPicPr>
        <p:blipFill>
          <a:blip r:embed="rId2"/>
          <a:stretch>
            <a:fillRect/>
          </a:stretch>
        </p:blipFill>
        <p:spPr>
          <a:xfrm>
            <a:off x="8129588" y="5990000"/>
            <a:ext cx="3506403" cy="360000"/>
          </a:xfrm>
          <a:prstGeom prst="rect">
            <a:avLst/>
          </a:prstGeom>
        </p:spPr>
      </p:pic>
      <p:sp>
        <p:nvSpPr>
          <p:cNvPr id="5" name="Copyright Placeholder" descr="{&quot;templafy&quot;:{&quot;id&quot;:&quot;ba9fff8e-a26f-4604-9418-39eec7243848&quot;}}">
            <a:extLst>
              <a:ext uri="{FF2B5EF4-FFF2-40B4-BE49-F238E27FC236}">
                <a16:creationId xmlns:a16="http://schemas.microsoft.com/office/drawing/2014/main" id="{C0F15E99-C02F-C566-8827-500E6A9C1D4E}"/>
              </a:ext>
            </a:extLst>
          </p:cNvPr>
          <p:cNvSpPr txBox="1">
            <a:spLocks/>
          </p:cNvSpPr>
          <p:nvPr userDrawn="1"/>
        </p:nvSpPr>
        <p:spPr>
          <a:xfrm>
            <a:off x="504000" y="6145872"/>
            <a:ext cx="6704011" cy="208122"/>
          </a:xfrm>
          <a:prstGeom prst="rect">
            <a:avLst/>
          </a:prstGeom>
          <a:noFill/>
        </p:spPr>
        <p:txBody>
          <a:bodyPr lIns="0" tIns="0" rIns="0" bIns="0" anchor="ctr" anchorCtr="0">
            <a:noAutofit/>
          </a:bodyPr>
          <a:lstStyle>
            <a:lvl1pPr marL="0" indent="0" algn="l" defTabSz="1088558" rtl="0" eaLnBrk="1" latinLnBrk="0" hangingPunct="1">
              <a:spcBef>
                <a:spcPts val="1800"/>
              </a:spcBef>
              <a:buClr>
                <a:schemeClr val="accent1"/>
              </a:buClr>
              <a:buSzPct val="80000"/>
              <a:buFontTx/>
              <a:buNone/>
              <a:defRPr sz="600" b="0" kern="1200">
                <a:solidFill>
                  <a:schemeClr val="tx1"/>
                </a:solidFill>
                <a:latin typeface="+mn-lt"/>
                <a:ea typeface="+mn-ea"/>
                <a:cs typeface="+mn-cs"/>
              </a:defRPr>
            </a:lvl1pPr>
            <a:lvl2pPr marL="179964" indent="-179964" algn="l" defTabSz="1088558" rtl="0" eaLnBrk="1" latinLnBrk="0" hangingPunct="1">
              <a:spcBef>
                <a:spcPts val="600"/>
              </a:spcBef>
              <a:buClr>
                <a:schemeClr val="accent1"/>
              </a:buClr>
              <a:buSzPct val="100000"/>
              <a:buFont typeface="Wingdings" pitchFamily="2" charset="2"/>
              <a:buChar char="§"/>
              <a:defRPr sz="1800" kern="1200">
                <a:solidFill>
                  <a:schemeClr val="tx1"/>
                </a:solidFill>
                <a:latin typeface="+mn-lt"/>
                <a:ea typeface="+mn-ea"/>
                <a:cs typeface="+mn-cs"/>
              </a:defRPr>
            </a:lvl2pPr>
            <a:lvl3pPr marL="358775" indent="-179388" algn="l" defTabSz="1088558" rtl="0" eaLnBrk="1" latinLnBrk="0" hangingPunct="1">
              <a:spcBef>
                <a:spcPts val="300"/>
              </a:spcBef>
              <a:buClr>
                <a:schemeClr val="tx1"/>
              </a:buClr>
              <a:buSzPct val="100000"/>
              <a:buFont typeface="Arial" panose="020B0604020202020204" pitchFamily="34" charset="0"/>
              <a:buChar char="–"/>
              <a:defRPr lang="en-US" sz="1800" kern="1200" noProof="0" dirty="0">
                <a:solidFill>
                  <a:schemeClr val="tx1"/>
                </a:solidFill>
                <a:latin typeface="+mn-lt"/>
                <a:ea typeface="+mn-ea"/>
                <a:cs typeface="+mn-cs"/>
              </a:defRPr>
            </a:lvl3pPr>
            <a:lvl4pPr marL="539892" indent="-179964" algn="l" defTabSz="1088558" rtl="0" eaLnBrk="1" latinLnBrk="0" hangingPunct="1">
              <a:spcBef>
                <a:spcPts val="300"/>
              </a:spcBef>
              <a:buClr>
                <a:schemeClr val="tx1"/>
              </a:buClr>
              <a:buSzPct val="120000"/>
              <a:buFont typeface="Arial" pitchFamily="34" charset="0"/>
              <a:buChar char="▫"/>
              <a:defRPr sz="1600" kern="1200">
                <a:solidFill>
                  <a:schemeClr val="tx1"/>
                </a:solidFill>
                <a:latin typeface="+mn-lt"/>
                <a:ea typeface="+mn-ea"/>
                <a:cs typeface="+mn-cs"/>
              </a:defRPr>
            </a:lvl4pPr>
            <a:lvl5pPr marL="539892" indent="0" algn="l" defTabSz="1088558" rtl="0" eaLnBrk="1" latinLnBrk="0" hangingPunct="1">
              <a:spcBef>
                <a:spcPts val="100"/>
              </a:spcBef>
              <a:buClr>
                <a:schemeClr val="tx1"/>
              </a:buClr>
              <a:buSzPct val="100000"/>
              <a:buFont typeface="Symbol" panose="05050102010706020507" pitchFamily="18" charset="2"/>
              <a:buNone/>
              <a:defRPr sz="1400" kern="1200" baseline="0">
                <a:solidFill>
                  <a:schemeClr val="tx1"/>
                </a:solidFill>
                <a:latin typeface="+mn-lt"/>
                <a:ea typeface="+mn-ea"/>
                <a:cs typeface="+mn-cs"/>
              </a:defRPr>
            </a:lvl5pPr>
            <a:lvl6pPr marL="2993535"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6pPr>
            <a:lvl7pPr marL="3537814"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7pPr>
            <a:lvl8pPr marL="408209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8pPr>
            <a:lvl9pPr marL="4626373" indent="-272140" algn="l" defTabSz="1088558" rtl="0" eaLnBrk="1" latinLnBrk="0" hangingPunct="1">
              <a:spcBef>
                <a:spcPct val="20000"/>
              </a:spcBef>
              <a:buFont typeface="Arial" pitchFamily="34" charset="0"/>
              <a:buChar char="•"/>
              <a:defRPr sz="2400" kern="1200">
                <a:solidFill>
                  <a:schemeClr val="tx1"/>
                </a:solidFill>
                <a:latin typeface="+mn-lt"/>
                <a:ea typeface="+mn-ea"/>
                <a:cs typeface="+mn-cs"/>
              </a:defRPr>
            </a:lvl9pPr>
          </a:lstStyle>
          <a:p>
            <a:pPr>
              <a:buFont typeface="Arial" panose="020B0604020202020204" pitchFamily="34" charset="0"/>
              <a:buNone/>
            </a:pPr>
            <a:r>
              <a:rPr lang="en-US">
                <a:latin typeface="72 Brand" panose="020B0504030603020204" pitchFamily="34" charset="0"/>
                <a:cs typeface="Arial" panose="020B0604020202020204" pitchFamily="34" charset="0"/>
              </a:rPr>
              <a:t>© 2026</a:t>
            </a:r>
            <a:r>
              <a:rPr lang="en-GB">
                <a:latin typeface="72 Brand" panose="020B0504030603020204" pitchFamily="34" charset="0"/>
              </a:rPr>
              <a:t> SAP SE or an SAP affiliate company. All rights reserved. See Legal Notice on www.sap.com/legal-notice for use terms, disclaimers, disclosures, or restrictions related to this material.</a:t>
            </a:r>
            <a:endParaRPr lang="en-US">
              <a:latin typeface="72 Brand" panose="020B0504030603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9EC35C5B-3872-7864-2787-0C648AA99BB6}"/>
              </a:ext>
            </a:extLst>
          </p:cNvPr>
          <p:cNvSpPr/>
          <p:nvPr userDrawn="1"/>
        </p:nvSpPr>
        <p:spPr bwMode="gray">
          <a:xfrm>
            <a:off x="11296650" y="6494825"/>
            <a:ext cx="898525" cy="360000"/>
          </a:xfrm>
          <a:prstGeom prst="rect">
            <a:avLst/>
          </a:prstGeom>
          <a:solidFill>
            <a:schemeClr val="bg1"/>
          </a:solidFill>
          <a:ln w="28575"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DE" sz="1400" b="0" i="0" u="none" strike="noStrike" kern="0" cap="none" spc="0" normalizeH="0" baseline="0" noProof="0" err="1">
              <a:ln>
                <a:noFill/>
              </a:ln>
              <a:effectLst/>
              <a:uLnTx/>
              <a:uFillTx/>
              <a:latin typeface="+mn-lt"/>
              <a:ea typeface="72 Brand" pitchFamily="34" charset="-128"/>
              <a:cs typeface="72 Brand" pitchFamily="34" charset="-128"/>
            </a:endParaRPr>
          </a:p>
        </p:txBody>
      </p:sp>
    </p:spTree>
    <p:extLst>
      <p:ext uri="{BB962C8B-B14F-4D97-AF65-F5344CB8AC3E}">
        <p14:creationId xmlns:p14="http://schemas.microsoft.com/office/powerpoint/2010/main" val="153596775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3" orient="horz" pos="2162">
          <p15:clr>
            <a:srgbClr val="FBAE40"/>
          </p15:clr>
        </p15:guide>
        <p15:guide id="4" pos="326" userDrawn="1">
          <p15:clr>
            <a:srgbClr val="A4A3A4"/>
          </p15:clr>
        </p15:guide>
        <p15:guide id="5" orient="horz" pos="2534">
          <p15:clr>
            <a:srgbClr val="FBAE40"/>
          </p15:clr>
        </p15:guide>
        <p15:guide id="6" orient="horz" pos="3164">
          <p15:clr>
            <a:srgbClr val="FBAE40"/>
          </p15:clr>
        </p15:guide>
        <p15:guide id="7" orient="horz" pos="3232">
          <p15:clr>
            <a:srgbClr val="FBAE40"/>
          </p15:clr>
        </p15:guide>
        <p15:guide id="8" orient="horz" pos="3543">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3421819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User guide TIPS &amp; TRICKS">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B8A4BFCE-B81D-CBD1-C182-360E8B61B7DF}"/>
              </a:ext>
            </a:extLst>
          </p:cNvPr>
          <p:cNvPicPr>
            <a:picLocks noChangeAspect="1"/>
          </p:cNvPicPr>
          <p:nvPr userDrawn="1"/>
        </p:nvPicPr>
        <p:blipFill>
          <a:blip r:embed="rId2"/>
          <a:srcRect t="1" r="69235" b="-57172"/>
          <a:stretch/>
        </p:blipFill>
        <p:spPr>
          <a:xfrm>
            <a:off x="8283791" y="1604962"/>
            <a:ext cx="343400" cy="568302"/>
          </a:xfrm>
          <a:prstGeom prst="rect">
            <a:avLst/>
          </a:prstGeom>
        </p:spPr>
      </p:pic>
      <p:pic>
        <p:nvPicPr>
          <p:cNvPr id="26" name="Picture 25">
            <a:extLst>
              <a:ext uri="{FF2B5EF4-FFF2-40B4-BE49-F238E27FC236}">
                <a16:creationId xmlns:a16="http://schemas.microsoft.com/office/drawing/2014/main" id="{0B9183E9-C13E-58A0-4347-EB86D2AEA0FC}"/>
              </a:ext>
            </a:extLst>
          </p:cNvPr>
          <p:cNvPicPr>
            <a:picLocks noChangeAspect="1"/>
          </p:cNvPicPr>
          <p:nvPr userDrawn="1"/>
        </p:nvPicPr>
        <p:blipFill>
          <a:blip r:embed="rId2"/>
          <a:srcRect l="41606" t="3929"/>
          <a:stretch/>
        </p:blipFill>
        <p:spPr>
          <a:xfrm>
            <a:off x="8129588" y="2073216"/>
            <a:ext cx="651804" cy="347377"/>
          </a:xfrm>
          <a:prstGeom prst="rect">
            <a:avLst/>
          </a:prstGeom>
        </p:spPr>
      </p:pic>
      <p:sp>
        <p:nvSpPr>
          <p:cNvPr id="23" name="Text Box 3">
            <a:extLst>
              <a:ext uri="{FF2B5EF4-FFF2-40B4-BE49-F238E27FC236}">
                <a16:creationId xmlns:a16="http://schemas.microsoft.com/office/drawing/2014/main" id="{19798472-DC87-414E-BC4E-CFAF99EF0ED7}"/>
              </a:ext>
            </a:extLst>
          </p:cNvPr>
          <p:cNvSpPr txBox="1">
            <a:spLocks noChangeArrowheads="1"/>
          </p:cNvSpPr>
          <p:nvPr userDrawn="1"/>
        </p:nvSpPr>
        <p:spPr bwMode="auto">
          <a:xfrm>
            <a:off x="3105509" y="1142617"/>
            <a:ext cx="2177030" cy="4924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GB" sz="1200">
                <a:solidFill>
                  <a:srgbClr val="000000"/>
                </a:solidFill>
                <a:latin typeface="+mn-lt"/>
                <a:cs typeface="Arial" panose="020B0604020202020204" pitchFamily="34" charset="0"/>
              </a:rPr>
              <a:t>PICTURES</a:t>
            </a:r>
            <a:endParaRPr lang="en-GB" sz="1400">
              <a:solidFill>
                <a:srgbClr val="000000"/>
              </a:solidFill>
              <a:latin typeface="+mn-lt"/>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en-GB" sz="900" b="1" noProof="1">
                <a:solidFill>
                  <a:srgbClr val="000000"/>
                </a:solidFill>
                <a:latin typeface="+mn-lt"/>
                <a:cs typeface="Arial" panose="020B0604020202020204" pitchFamily="34" charset="0"/>
              </a:rPr>
              <a:t>Insert corporate picture from Templafy</a:t>
            </a:r>
            <a:endParaRPr lang="en-GB" altLang="da-DK" sz="900" b="0" noProof="1">
              <a:solidFill>
                <a:srgbClr val="000000"/>
              </a:solidFill>
              <a:latin typeface="+mn-lt"/>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en-GB" altLang="da-DK" sz="900" b="1" noProof="1">
                <a:solidFill>
                  <a:srgbClr val="000000"/>
                </a:solidFill>
                <a:latin typeface="+mn-lt"/>
                <a:cs typeface="Arial" panose="020B0604020202020204" pitchFamily="34" charset="0"/>
              </a:rPr>
              <a:t>1.</a:t>
            </a:r>
            <a:r>
              <a:rPr lang="en-GB" altLang="da-DK" sz="900" b="0" noProof="1">
                <a:solidFill>
                  <a:srgbClr val="000000"/>
                </a:solidFill>
                <a:latin typeface="+mn-lt"/>
                <a:cs typeface="Arial" panose="020B0604020202020204" pitchFamily="34" charset="0"/>
              </a:rPr>
              <a:t> Click the blue </a:t>
            </a:r>
            <a:r>
              <a:rPr lang="en-GB" altLang="da-DK" sz="900" b="1" baseline="0" noProof="1">
                <a:solidFill>
                  <a:srgbClr val="000000"/>
                </a:solidFill>
                <a:latin typeface="+mn-lt"/>
                <a:cs typeface="Arial" panose="020B0604020202020204" pitchFamily="34" charset="0"/>
              </a:rPr>
              <a:t>Templafy </a:t>
            </a:r>
            <a:r>
              <a:rPr lang="en-GB" altLang="da-DK" sz="900" b="0" baseline="0" noProof="1">
                <a:solidFill>
                  <a:srgbClr val="000000"/>
                </a:solidFill>
                <a:latin typeface="+mn-lt"/>
                <a:cs typeface="Arial" panose="020B0604020202020204" pitchFamily="34" charset="0"/>
              </a:rPr>
              <a:t>button to view Templafy pane on right side of the screen, if it is not already there</a:t>
            </a:r>
          </a:p>
          <a:p>
            <a:pPr marL="0" marR="0" lvl="0" indent="0" algn="l" defTabSz="914400" rtl="0" eaLnBrk="1" fontAlgn="auto" latinLnBrk="0" hangingPunct="1">
              <a:lnSpc>
                <a:spcPct val="100000"/>
              </a:lnSpc>
              <a:spcBef>
                <a:spcPts val="0"/>
              </a:spcBef>
              <a:spcAft>
                <a:spcPts val="600"/>
              </a:spcAft>
              <a:buClrTx/>
              <a:buSzTx/>
              <a:buFontTx/>
              <a:buNone/>
              <a:tabLst/>
              <a:defRPr/>
            </a:pPr>
            <a:r>
              <a:rPr lang="en-GB" altLang="da-DK" sz="900" b="1" baseline="0" noProof="1">
                <a:solidFill>
                  <a:srgbClr val="000000"/>
                </a:solidFill>
                <a:latin typeface="+mn-lt"/>
                <a:cs typeface="Arial" panose="020B0604020202020204" pitchFamily="34" charset="0"/>
              </a:rPr>
              <a:t>2. </a:t>
            </a:r>
            <a:r>
              <a:rPr lang="en-GB" altLang="da-DK" sz="900" b="0" baseline="0" noProof="1">
                <a:solidFill>
                  <a:srgbClr val="000000"/>
                </a:solidFill>
                <a:latin typeface="+mn-lt"/>
                <a:cs typeface="Arial" panose="020B0604020202020204" pitchFamily="34" charset="0"/>
              </a:rPr>
              <a:t>Select picture placeholder by clicking on the frame (at the edge)</a:t>
            </a:r>
          </a:p>
          <a:p>
            <a:pPr marL="0" marR="0" lvl="0" indent="0" algn="l" defTabSz="914400" rtl="0" eaLnBrk="1" fontAlgn="auto" latinLnBrk="0" hangingPunct="1">
              <a:lnSpc>
                <a:spcPct val="100000"/>
              </a:lnSpc>
              <a:spcBef>
                <a:spcPts val="0"/>
              </a:spcBef>
              <a:spcAft>
                <a:spcPts val="600"/>
              </a:spcAft>
              <a:buClrTx/>
              <a:buSzTx/>
              <a:buFontTx/>
              <a:buNone/>
              <a:tabLst/>
              <a:defRPr/>
            </a:pPr>
            <a:r>
              <a:rPr lang="en-GB" altLang="da-DK" sz="900" b="1" baseline="0" noProof="1">
                <a:solidFill>
                  <a:srgbClr val="000000"/>
                </a:solidFill>
                <a:latin typeface="+mn-lt"/>
                <a:cs typeface="Arial" panose="020B0604020202020204" pitchFamily="34" charset="0"/>
              </a:rPr>
              <a:t>3</a:t>
            </a:r>
            <a:r>
              <a:rPr lang="en-GB" altLang="da-DK" sz="900" b="0" baseline="0" noProof="1">
                <a:solidFill>
                  <a:srgbClr val="000000"/>
                </a:solidFill>
                <a:latin typeface="+mn-lt"/>
                <a:cs typeface="Lundbeck Display" panose="020B0402040504020204" pitchFamily="34" charset="0"/>
              </a:rPr>
              <a:t> Click the </a:t>
            </a:r>
            <a:r>
              <a:rPr lang="en-GB" altLang="da-DK" sz="900" b="1" baseline="0" noProof="1">
                <a:solidFill>
                  <a:srgbClr val="000000"/>
                </a:solidFill>
                <a:latin typeface="+mn-lt"/>
                <a:cs typeface="Lundbeck Display" panose="020B0402040504020204" pitchFamily="34" charset="0"/>
              </a:rPr>
              <a:t>Images </a:t>
            </a:r>
            <a:r>
              <a:rPr lang="en-GB" altLang="da-DK" sz="900" b="0" i="0" baseline="0" noProof="1">
                <a:solidFill>
                  <a:srgbClr val="000000"/>
                </a:solidFill>
                <a:latin typeface="+mn-lt"/>
                <a:cs typeface="Lundbeck Display" panose="020B0402040504020204" pitchFamily="34" charset="0"/>
              </a:rPr>
              <a:t>button</a:t>
            </a:r>
            <a:r>
              <a:rPr lang="en-GB" altLang="da-DK" sz="900" b="0" baseline="0" noProof="1">
                <a:solidFill>
                  <a:srgbClr val="000000"/>
                </a:solidFill>
                <a:latin typeface="+mn-lt"/>
                <a:cs typeface="Lundbeck Display" panose="020B0402040504020204" pitchFamily="34" charset="0"/>
              </a:rPr>
              <a:t> in the Templafy pane</a:t>
            </a:r>
            <a:endParaRPr lang="en-GB" altLang="da-DK" sz="900" b="0" baseline="0" noProof="1">
              <a:solidFill>
                <a:srgbClr val="000000"/>
              </a:solidFill>
              <a:latin typeface="+mn-lt"/>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en-GB" altLang="da-DK" sz="900" b="1" baseline="0" noProof="1">
                <a:solidFill>
                  <a:srgbClr val="000000"/>
                </a:solidFill>
                <a:latin typeface="+mn-lt"/>
                <a:cs typeface="Arial" panose="020B0604020202020204" pitchFamily="34" charset="0"/>
              </a:rPr>
              <a:t>Hint: </a:t>
            </a:r>
            <a:r>
              <a:rPr lang="en-GB" altLang="da-DK" sz="900" b="0" baseline="0" noProof="1">
                <a:solidFill>
                  <a:srgbClr val="000000"/>
                </a:solidFill>
                <a:latin typeface="+mn-lt"/>
                <a:cs typeface="Arial" panose="020B0604020202020204" pitchFamily="34" charset="0"/>
              </a:rPr>
              <a:t>You can search for images in the search field.</a:t>
            </a:r>
            <a:br>
              <a:rPr lang="en-GB" altLang="da-DK" sz="900" b="0" baseline="0" noProof="1">
                <a:solidFill>
                  <a:srgbClr val="000000"/>
                </a:solidFill>
                <a:latin typeface="+mn-lt"/>
                <a:cs typeface="Arial" panose="020B0604020202020204" pitchFamily="34" charset="0"/>
              </a:rPr>
            </a:br>
            <a:endParaRPr lang="en-GB" altLang="da-DK" sz="900" noProof="1">
              <a:solidFill>
                <a:srgbClr val="000000"/>
              </a:solidFill>
              <a:latin typeface="+mn-lt"/>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en-GB" altLang="da-DK" sz="900" b="1" baseline="0" noProof="1">
                <a:solidFill>
                  <a:srgbClr val="000000"/>
                </a:solidFill>
                <a:latin typeface="+mn-lt"/>
                <a:cs typeface="Arial" panose="020B0604020202020204" pitchFamily="34" charset="0"/>
              </a:rPr>
              <a:t>Insert picture from other location</a:t>
            </a:r>
          </a:p>
          <a:p>
            <a:pPr eaLnBrk="1" hangingPunct="1">
              <a:lnSpc>
                <a:spcPct val="100000"/>
              </a:lnSpc>
              <a:spcAft>
                <a:spcPts val="600"/>
              </a:spcAft>
              <a:defRPr/>
            </a:pPr>
            <a:r>
              <a:rPr lang="en-GB" altLang="da-DK" sz="900" b="0" noProof="1">
                <a:solidFill>
                  <a:srgbClr val="000000"/>
                </a:solidFill>
                <a:latin typeface="+mn-lt"/>
                <a:cs typeface="Arial" panose="020B0604020202020204" pitchFamily="34" charset="0"/>
              </a:rPr>
              <a:t>On slides with pictureplaceholder, click on the icon and choose </a:t>
            </a:r>
            <a:r>
              <a:rPr lang="en-GB" altLang="da-DK" sz="900" b="1" noProof="1">
                <a:solidFill>
                  <a:srgbClr val="000000"/>
                </a:solidFill>
                <a:latin typeface="+mn-lt"/>
                <a:cs typeface="Arial" panose="020B0604020202020204" pitchFamily="34" charset="0"/>
              </a:rPr>
              <a:t>Insert </a:t>
            </a:r>
            <a:r>
              <a:rPr lang="en-GB" altLang="da-DK" sz="900" b="0" noProof="1">
                <a:solidFill>
                  <a:srgbClr val="000000"/>
                </a:solidFill>
                <a:latin typeface="+mn-lt"/>
                <a:cs typeface="Arial" panose="020B0604020202020204" pitchFamily="34" charset="0"/>
              </a:rPr>
              <a:t>to browse for picture</a:t>
            </a:r>
            <a:endParaRPr lang="en-GB" altLang="da-DK" sz="900" b="1" noProof="1">
              <a:solidFill>
                <a:srgbClr val="000000"/>
              </a:solidFill>
              <a:latin typeface="+mn-lt"/>
              <a:cs typeface="Arial" panose="020B0604020202020204" pitchFamily="34" charset="0"/>
            </a:endParaRPr>
          </a:p>
          <a:p>
            <a:pPr eaLnBrk="1" hangingPunct="1">
              <a:lnSpc>
                <a:spcPct val="100000"/>
              </a:lnSpc>
              <a:spcBef>
                <a:spcPts val="1200"/>
              </a:spcBef>
              <a:spcAft>
                <a:spcPts val="600"/>
              </a:spcAft>
              <a:defRPr/>
            </a:pPr>
            <a:r>
              <a:rPr lang="en-GB" sz="900" b="1" noProof="1">
                <a:solidFill>
                  <a:srgbClr val="000000"/>
                </a:solidFill>
                <a:latin typeface="+mn-lt"/>
                <a:cs typeface="Arial" panose="020B0604020202020204" pitchFamily="34" charset="0"/>
              </a:rPr>
              <a:t>Crop picture</a:t>
            </a:r>
          </a:p>
          <a:p>
            <a:pPr eaLnBrk="1" hangingPunct="1">
              <a:lnSpc>
                <a:spcPct val="100000"/>
              </a:lnSpc>
              <a:spcAft>
                <a:spcPts val="600"/>
              </a:spcAft>
              <a:defRPr/>
            </a:pPr>
            <a:r>
              <a:rPr lang="en-GB" altLang="da-DK" sz="900" b="1" noProof="1">
                <a:solidFill>
                  <a:srgbClr val="000000"/>
                </a:solidFill>
                <a:latin typeface="+mn-lt"/>
                <a:cs typeface="Arial" panose="020B0604020202020204" pitchFamily="34" charset="0"/>
              </a:rPr>
              <a:t>1. </a:t>
            </a:r>
            <a:r>
              <a:rPr lang="en-GB" altLang="da-DK" sz="900" b="0" noProof="1">
                <a:solidFill>
                  <a:srgbClr val="000000"/>
                </a:solidFill>
                <a:latin typeface="+mn-lt"/>
                <a:cs typeface="Arial" panose="020B0604020202020204" pitchFamily="34" charset="0"/>
              </a:rPr>
              <a:t>Click </a:t>
            </a:r>
            <a:r>
              <a:rPr lang="en-GB" altLang="da-DK" sz="900" b="1" noProof="1">
                <a:solidFill>
                  <a:srgbClr val="000000"/>
                </a:solidFill>
                <a:latin typeface="+mn-lt"/>
                <a:cs typeface="Arial" panose="020B0604020202020204" pitchFamily="34" charset="0"/>
              </a:rPr>
              <a:t>Crop</a:t>
            </a:r>
            <a:r>
              <a:rPr lang="en-GB" altLang="da-DK" sz="900" b="0" noProof="1">
                <a:solidFill>
                  <a:srgbClr val="000000"/>
                </a:solidFill>
                <a:latin typeface="+mn-lt"/>
                <a:cs typeface="Arial" panose="020B0604020202020204" pitchFamily="34" charset="0"/>
              </a:rPr>
              <a:t> to change size or focus of the picture</a:t>
            </a:r>
          </a:p>
          <a:p>
            <a:pPr eaLnBrk="1" hangingPunct="1">
              <a:lnSpc>
                <a:spcPct val="100000"/>
              </a:lnSpc>
              <a:spcAft>
                <a:spcPts val="600"/>
              </a:spcAft>
              <a:defRPr/>
            </a:pPr>
            <a:r>
              <a:rPr lang="en-GB" altLang="da-DK" sz="900" b="1" noProof="1">
                <a:solidFill>
                  <a:srgbClr val="000000"/>
                </a:solidFill>
                <a:latin typeface="+mn-lt"/>
                <a:cs typeface="Arial" panose="020B0604020202020204" pitchFamily="34" charset="0"/>
              </a:rPr>
              <a:t>2. </a:t>
            </a:r>
            <a:r>
              <a:rPr lang="en-GB" altLang="da-DK" sz="900" b="0" noProof="1">
                <a:solidFill>
                  <a:srgbClr val="000000"/>
                </a:solidFill>
                <a:latin typeface="+mn-lt"/>
                <a:cs typeface="Arial" panose="020B0604020202020204" pitchFamily="34" charset="0"/>
              </a:rPr>
              <a:t>If you want to scale the picture, hold </a:t>
            </a:r>
            <a:r>
              <a:rPr lang="en-GB" altLang="da-DK" sz="900" b="1" noProof="1">
                <a:solidFill>
                  <a:srgbClr val="000000"/>
                </a:solidFill>
                <a:latin typeface="+mn-lt"/>
                <a:cs typeface="Arial" panose="020B0604020202020204" pitchFamily="34" charset="0"/>
              </a:rPr>
              <a:t>SHIFT</a:t>
            </a:r>
            <a:r>
              <a:rPr lang="en-GB" altLang="da-DK" sz="900" b="0" noProof="1">
                <a:solidFill>
                  <a:srgbClr val="000000"/>
                </a:solidFill>
                <a:latin typeface="+mn-lt"/>
                <a:cs typeface="Arial" panose="020B0604020202020204" pitchFamily="34" charset="0"/>
              </a:rPr>
              <a:t>-key down while dragging the corners of the picture</a:t>
            </a:r>
          </a:p>
          <a:p>
            <a:pPr eaLnBrk="1" hangingPunct="1">
              <a:lnSpc>
                <a:spcPct val="100000"/>
              </a:lnSpc>
              <a:spcAft>
                <a:spcPts val="600"/>
              </a:spcAft>
              <a:defRPr/>
            </a:pPr>
            <a:r>
              <a:rPr lang="en-GB" altLang="da-DK" sz="900" b="1" noProof="1">
                <a:solidFill>
                  <a:srgbClr val="000000"/>
                </a:solidFill>
                <a:latin typeface="+mn-lt"/>
                <a:cs typeface="Arial" panose="020B0604020202020204" pitchFamily="34" charset="0"/>
              </a:rPr>
              <a:t>HINT: </a:t>
            </a:r>
            <a:r>
              <a:rPr lang="en-GB" altLang="da-DK" sz="900" b="0" noProof="1">
                <a:solidFill>
                  <a:srgbClr val="000000"/>
                </a:solidFill>
                <a:latin typeface="+mn-lt"/>
                <a:cs typeface="Arial" panose="020B0604020202020204" pitchFamily="34" charset="0"/>
              </a:rPr>
              <a:t>If you delete the picture and insert a new one, the picture may lie in front of the text or graphic. If this happens, select the picture, right-click and choose </a:t>
            </a:r>
            <a:r>
              <a:rPr lang="en-GB" altLang="da-DK" sz="900" b="1" noProof="1">
                <a:solidFill>
                  <a:srgbClr val="000000"/>
                </a:solidFill>
                <a:latin typeface="+mn-lt"/>
                <a:cs typeface="Arial" panose="020B0604020202020204" pitchFamily="34" charset="0"/>
              </a:rPr>
              <a:t>Send to Back</a:t>
            </a:r>
          </a:p>
        </p:txBody>
      </p:sp>
      <p:sp>
        <p:nvSpPr>
          <p:cNvPr id="42" name="Text Box 2">
            <a:extLst>
              <a:ext uri="{FF2B5EF4-FFF2-40B4-BE49-F238E27FC236}">
                <a16:creationId xmlns:a16="http://schemas.microsoft.com/office/drawing/2014/main" id="{00AD0EBC-0A41-4B26-9D79-79E0C00BBA85}"/>
              </a:ext>
            </a:extLst>
          </p:cNvPr>
          <p:cNvSpPr txBox="1">
            <a:spLocks noChangeArrowheads="1"/>
          </p:cNvSpPr>
          <p:nvPr userDrawn="1"/>
        </p:nvSpPr>
        <p:spPr bwMode="auto">
          <a:xfrm>
            <a:off x="503238" y="1142617"/>
            <a:ext cx="1741943" cy="47956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no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GB" sz="1200">
                <a:solidFill>
                  <a:srgbClr val="000000"/>
                </a:solidFill>
                <a:latin typeface="+mn-lt"/>
                <a:cs typeface="Arial" panose="020B0604020202020204" pitchFamily="34" charset="0"/>
              </a:rPr>
              <a:t>TEXT STYLES</a:t>
            </a:r>
            <a:endParaRPr lang="en-GB" altLang="da-DK" sz="1200" b="0" noProof="1">
              <a:solidFill>
                <a:srgbClr val="000000"/>
              </a:solidFill>
              <a:latin typeface="+mn-lt"/>
              <a:cs typeface="Arial" panose="020B0604020202020204" pitchFamily="34" charset="0"/>
            </a:endParaRPr>
          </a:p>
          <a:p>
            <a:pPr eaLnBrk="1" hangingPunct="1">
              <a:spcAft>
                <a:spcPts val="600"/>
              </a:spcAft>
              <a:defRPr/>
            </a:pPr>
            <a:r>
              <a:rPr lang="en-GB" altLang="da-DK" sz="900" b="0" noProof="1">
                <a:solidFill>
                  <a:srgbClr val="000000"/>
                </a:solidFill>
                <a:latin typeface="+mn-lt"/>
                <a:cs typeface="Arial" panose="020B0604020202020204" pitchFamily="34" charset="0"/>
              </a:rPr>
              <a:t>Use the </a:t>
            </a:r>
            <a:r>
              <a:rPr lang="en-GB" altLang="da-DK" sz="900" b="1" noProof="1">
                <a:solidFill>
                  <a:srgbClr val="000000"/>
                </a:solidFill>
                <a:latin typeface="+mn-lt"/>
                <a:cs typeface="Arial" panose="020B0604020202020204" pitchFamily="34" charset="0"/>
              </a:rPr>
              <a:t>TAB</a:t>
            </a:r>
            <a:r>
              <a:rPr lang="en-GB" altLang="da-DK" sz="900" b="0" noProof="1">
                <a:solidFill>
                  <a:srgbClr val="000000"/>
                </a:solidFill>
                <a:latin typeface="+mn-lt"/>
                <a:cs typeface="Arial" panose="020B0604020202020204" pitchFamily="34" charset="0"/>
              </a:rPr>
              <a:t>-key</a:t>
            </a:r>
            <a:r>
              <a:rPr lang="en-GB" altLang="da-DK" sz="900" b="0" baseline="0" noProof="1">
                <a:solidFill>
                  <a:srgbClr val="000000"/>
                </a:solidFill>
                <a:latin typeface="+mn-lt"/>
                <a:cs typeface="Arial" panose="020B0604020202020204" pitchFamily="34" charset="0"/>
              </a:rPr>
              <a:t> to jump through levels. Click </a:t>
            </a:r>
            <a:r>
              <a:rPr lang="en-GB" altLang="da-DK" sz="900" b="1" baseline="0" noProof="1">
                <a:solidFill>
                  <a:srgbClr val="000000"/>
                </a:solidFill>
                <a:latin typeface="+mn-lt"/>
                <a:cs typeface="Arial" panose="020B0604020202020204" pitchFamily="34" charset="0"/>
              </a:rPr>
              <a:t>ENTER</a:t>
            </a:r>
            <a:r>
              <a:rPr lang="en-GB" altLang="da-DK" sz="900" b="0" baseline="0" noProof="1">
                <a:solidFill>
                  <a:srgbClr val="000000"/>
                </a:solidFill>
                <a:latin typeface="+mn-lt"/>
                <a:cs typeface="Arial" panose="020B0604020202020204" pitchFamily="34" charset="0"/>
              </a:rPr>
              <a:t>, then </a:t>
            </a:r>
            <a:r>
              <a:rPr lang="en-GB" altLang="da-DK" sz="900" b="1" baseline="0" noProof="1">
                <a:solidFill>
                  <a:srgbClr val="000000"/>
                </a:solidFill>
                <a:latin typeface="+mn-lt"/>
                <a:cs typeface="Arial" panose="020B0604020202020204" pitchFamily="34" charset="0"/>
              </a:rPr>
              <a:t>TAB</a:t>
            </a:r>
            <a:r>
              <a:rPr lang="en-GB" altLang="da-DK" sz="900" b="0" baseline="0" noProof="1">
                <a:solidFill>
                  <a:srgbClr val="000000"/>
                </a:solidFill>
                <a:latin typeface="+mn-lt"/>
                <a:cs typeface="Arial" panose="020B0604020202020204" pitchFamily="34" charset="0"/>
              </a:rPr>
              <a:t> to switch from one level to the next level</a:t>
            </a:r>
          </a:p>
          <a:p>
            <a:pPr eaLnBrk="1" hangingPunct="1">
              <a:spcAft>
                <a:spcPts val="600"/>
              </a:spcAft>
              <a:defRPr/>
            </a:pPr>
            <a:r>
              <a:rPr lang="en-GB" altLang="da-DK" sz="900" b="0" baseline="0" noProof="1">
                <a:solidFill>
                  <a:srgbClr val="000000"/>
                </a:solidFill>
                <a:latin typeface="+mn-lt"/>
                <a:cs typeface="Arial" panose="020B0604020202020204" pitchFamily="34" charset="0"/>
              </a:rPr>
              <a:t>To go back in levels use </a:t>
            </a:r>
            <a:r>
              <a:rPr lang="en-GB" altLang="da-DK" sz="900" b="1" baseline="0" noProof="1">
                <a:solidFill>
                  <a:srgbClr val="000000"/>
                </a:solidFill>
                <a:latin typeface="+mn-lt"/>
                <a:cs typeface="Arial" panose="020B0604020202020204" pitchFamily="34" charset="0"/>
              </a:rPr>
              <a:t>SHIFT+TAB</a:t>
            </a:r>
            <a:endParaRPr lang="en-GB" sz="900" b="1" noProof="1">
              <a:solidFill>
                <a:srgbClr val="000000"/>
              </a:solidFill>
              <a:latin typeface="+mn-lt"/>
              <a:cs typeface="Arial" panose="020B0604020202020204" pitchFamily="34" charset="0"/>
            </a:endParaRPr>
          </a:p>
          <a:p>
            <a:pPr eaLnBrk="1" hangingPunct="1">
              <a:spcAft>
                <a:spcPts val="600"/>
              </a:spcAft>
              <a:defRPr/>
            </a:pPr>
            <a:r>
              <a:rPr lang="en-GB" sz="900" noProof="1">
                <a:solidFill>
                  <a:srgbClr val="000000"/>
                </a:solidFill>
                <a:latin typeface="+mn-lt"/>
                <a:cs typeface="Arial" panose="020B0604020202020204" pitchFamily="34" charset="0"/>
              </a:rPr>
              <a:t>Alternatively, </a:t>
            </a:r>
            <a:r>
              <a:rPr lang="en-GB" sz="900" b="1" noProof="1">
                <a:solidFill>
                  <a:srgbClr val="000000"/>
                </a:solidFill>
                <a:latin typeface="+mn-lt"/>
                <a:cs typeface="Arial" panose="020B0604020202020204" pitchFamily="34" charset="0"/>
              </a:rPr>
              <a:t>Increase</a:t>
            </a:r>
            <a:r>
              <a:rPr lang="en-GB" sz="900" baseline="0" noProof="1">
                <a:solidFill>
                  <a:srgbClr val="000000"/>
                </a:solidFill>
                <a:latin typeface="+mn-lt"/>
                <a:cs typeface="Arial" panose="020B0604020202020204" pitchFamily="34" charset="0"/>
              </a:rPr>
              <a:t> and </a:t>
            </a:r>
            <a:r>
              <a:rPr lang="en-GB" sz="900" b="1" baseline="0" noProof="1">
                <a:solidFill>
                  <a:srgbClr val="000000"/>
                </a:solidFill>
                <a:latin typeface="+mn-lt"/>
                <a:cs typeface="Arial" panose="020B0604020202020204" pitchFamily="34" charset="0"/>
              </a:rPr>
              <a:t>Decrease </a:t>
            </a:r>
            <a:r>
              <a:rPr lang="en-GB" sz="900" baseline="0" noProof="1">
                <a:solidFill>
                  <a:srgbClr val="000000"/>
                </a:solidFill>
                <a:latin typeface="+mn-lt"/>
                <a:cs typeface="Arial" panose="020B0604020202020204" pitchFamily="34" charset="0"/>
              </a:rPr>
              <a:t>list level can be used</a:t>
            </a:r>
          </a:p>
          <a:p>
            <a:pPr eaLnBrk="1" hangingPunct="1">
              <a:spcAft>
                <a:spcPts val="600"/>
              </a:spcAft>
              <a:defRPr/>
            </a:pPr>
            <a:r>
              <a:rPr lang="en-GB" altLang="da-DK" sz="900" b="1" noProof="1">
                <a:solidFill>
                  <a:srgbClr val="000000"/>
                </a:solidFill>
                <a:latin typeface="+mn-lt"/>
                <a:cs typeface="Arial" panose="020B0604020202020204" pitchFamily="34" charset="0"/>
              </a:rPr>
              <a:t>HINT: </a:t>
            </a:r>
            <a:r>
              <a:rPr lang="en-GB" sz="900" b="1" noProof="1">
                <a:solidFill>
                  <a:srgbClr val="000000"/>
                </a:solidFill>
                <a:latin typeface="+mn-lt"/>
                <a:cs typeface="Arial" panose="020B0604020202020204" pitchFamily="34" charset="0"/>
              </a:rPr>
              <a:t>Use bullet button</a:t>
            </a:r>
          </a:p>
          <a:p>
            <a:pPr marL="0" marR="0" lvl="0" indent="0" algn="l" defTabSz="914400" rtl="0" eaLnBrk="1" fontAlgn="auto" latinLnBrk="0" hangingPunct="1">
              <a:lnSpc>
                <a:spcPct val="100000"/>
              </a:lnSpc>
              <a:spcBef>
                <a:spcPts val="0"/>
              </a:spcBef>
              <a:spcAft>
                <a:spcPts val="600"/>
              </a:spcAft>
              <a:buClrTx/>
              <a:buSzTx/>
              <a:buFontTx/>
              <a:buNone/>
              <a:tabLst/>
              <a:defRPr/>
            </a:pPr>
            <a:r>
              <a:rPr lang="en-GB" altLang="da-DK" sz="900" b="0" noProof="1">
                <a:solidFill>
                  <a:srgbClr val="000000"/>
                </a:solidFill>
                <a:latin typeface="+mn-lt"/>
                <a:cs typeface="Arial" panose="020B0604020202020204" pitchFamily="34" charset="0"/>
              </a:rPr>
              <a:t>Delete bullet for regular text.</a:t>
            </a:r>
            <a:br>
              <a:rPr lang="en-GB" altLang="da-DK" sz="900" b="0" noProof="1">
                <a:solidFill>
                  <a:srgbClr val="000000"/>
                </a:solidFill>
                <a:latin typeface="+mn-lt"/>
                <a:cs typeface="Arial" panose="020B0604020202020204" pitchFamily="34" charset="0"/>
              </a:rPr>
            </a:br>
            <a:r>
              <a:rPr lang="en-GB" altLang="da-DK" sz="900" b="0" noProof="1">
                <a:solidFill>
                  <a:srgbClr val="000000"/>
                </a:solidFill>
                <a:latin typeface="+mn-lt"/>
                <a:cs typeface="Arial" panose="020B0604020202020204" pitchFamily="34" charset="0"/>
              </a:rPr>
              <a:t>Click on the bullet button to reaply the correct bullet again</a:t>
            </a:r>
          </a:p>
          <a:p>
            <a:pPr marL="0" marR="0" lvl="0" indent="0" algn="l" defTabSz="914400" rtl="0" eaLnBrk="1" fontAlgn="auto" latinLnBrk="0" hangingPunct="1">
              <a:lnSpc>
                <a:spcPct val="100000"/>
              </a:lnSpc>
              <a:spcBef>
                <a:spcPts val="0"/>
              </a:spcBef>
              <a:spcAft>
                <a:spcPts val="600"/>
              </a:spcAft>
              <a:buClrTx/>
              <a:buSzTx/>
              <a:buFontTx/>
              <a:buNone/>
              <a:tabLst/>
              <a:defRPr/>
            </a:pPr>
            <a:br>
              <a:rPr lang="en-GB" altLang="da-DK" sz="900" b="0" noProof="1">
                <a:solidFill>
                  <a:srgbClr val="000000"/>
                </a:solidFill>
                <a:latin typeface="+mn-lt"/>
                <a:cs typeface="Arial" panose="020B0604020202020204" pitchFamily="34" charset="0"/>
              </a:rPr>
            </a:br>
            <a:r>
              <a:rPr lang="en-GB" sz="1200">
                <a:solidFill>
                  <a:srgbClr val="000000"/>
                </a:solidFill>
                <a:latin typeface="+mn-lt"/>
                <a:cs typeface="Arial" panose="020B0604020202020204" pitchFamily="34" charset="0"/>
              </a:rPr>
              <a:t>SLIDES &amp; LAYOUTS</a:t>
            </a:r>
            <a:endParaRPr lang="en-GB" sz="1200" b="1" noProof="1">
              <a:solidFill>
                <a:srgbClr val="000000"/>
              </a:solidFill>
              <a:latin typeface="+mn-lt"/>
              <a:cs typeface="Arial" panose="020B0604020202020204" pitchFamily="34" charset="0"/>
            </a:endParaRPr>
          </a:p>
          <a:p>
            <a:pPr marL="0" marR="0" lvl="0" indent="0" algn="l" defTabSz="914400" rtl="0" eaLnBrk="1" fontAlgn="auto" latinLnBrk="0" hangingPunct="1">
              <a:lnSpc>
                <a:spcPct val="100000"/>
              </a:lnSpc>
              <a:spcBef>
                <a:spcPts val="0"/>
              </a:spcBef>
              <a:spcAft>
                <a:spcPts val="600"/>
              </a:spcAft>
              <a:buClrTx/>
              <a:buSzTx/>
              <a:buFontTx/>
              <a:buNone/>
              <a:tabLst/>
              <a:defRPr/>
            </a:pPr>
            <a:r>
              <a:rPr lang="en-GB" altLang="da-DK" sz="900" b="0" noProof="1">
                <a:solidFill>
                  <a:srgbClr val="000000"/>
                </a:solidFill>
                <a:latin typeface="+mn-lt"/>
                <a:cs typeface="Arial" panose="020B0604020202020204" pitchFamily="34" charset="0"/>
              </a:rPr>
              <a:t>Click on the menu </a:t>
            </a:r>
            <a:r>
              <a:rPr lang="en-GB" altLang="da-DK" sz="900" b="1" noProof="1">
                <a:solidFill>
                  <a:srgbClr val="000000"/>
                </a:solidFill>
                <a:latin typeface="+mn-lt"/>
                <a:cs typeface="Arial" panose="020B0604020202020204" pitchFamily="34" charset="0"/>
              </a:rPr>
              <a:t>New Slide </a:t>
            </a:r>
            <a:r>
              <a:rPr lang="en-GB" altLang="da-DK" sz="900" b="0" noProof="1">
                <a:solidFill>
                  <a:srgbClr val="000000"/>
                </a:solidFill>
                <a:latin typeface="+mn-lt"/>
                <a:cs typeface="Arial" panose="020B0604020202020204" pitchFamily="34" charset="0"/>
              </a:rPr>
              <a:t>in the </a:t>
            </a:r>
            <a:r>
              <a:rPr lang="en-GB" altLang="da-DK" sz="900" b="1" noProof="1">
                <a:solidFill>
                  <a:srgbClr val="000000"/>
                </a:solidFill>
                <a:latin typeface="+mn-lt"/>
                <a:cs typeface="Arial" panose="020B0604020202020204" pitchFamily="34" charset="0"/>
              </a:rPr>
              <a:t>Home</a:t>
            </a:r>
            <a:r>
              <a:rPr lang="en-GB" altLang="da-DK" sz="900" b="0" noProof="1">
                <a:solidFill>
                  <a:srgbClr val="000000"/>
                </a:solidFill>
                <a:latin typeface="+mn-lt"/>
                <a:cs typeface="Arial" panose="020B0604020202020204" pitchFamily="34" charset="0"/>
              </a:rPr>
              <a:t> tab to insert a new slide</a:t>
            </a:r>
            <a:br>
              <a:rPr lang="en-GB" altLang="da-DK" sz="900" b="0" noProof="1">
                <a:solidFill>
                  <a:srgbClr val="000000"/>
                </a:solidFill>
                <a:latin typeface="+mn-lt"/>
                <a:cs typeface="Arial" panose="020B0604020202020204" pitchFamily="34" charset="0"/>
              </a:rPr>
            </a:br>
            <a:br>
              <a:rPr lang="en-GB" altLang="da-DK" sz="900" b="0" noProof="1">
                <a:solidFill>
                  <a:srgbClr val="000000"/>
                </a:solidFill>
                <a:latin typeface="+mn-lt"/>
                <a:cs typeface="Arial" panose="020B0604020202020204" pitchFamily="34" charset="0"/>
              </a:rPr>
            </a:br>
            <a:r>
              <a:rPr lang="en-GB" altLang="da-DK" sz="900" b="1" noProof="1">
                <a:solidFill>
                  <a:srgbClr val="000000"/>
                </a:solidFill>
                <a:latin typeface="+mn-lt"/>
                <a:cs typeface="Arial" panose="020B0604020202020204" pitchFamily="34" charset="0"/>
              </a:rPr>
              <a:t>Change layout</a:t>
            </a:r>
          </a:p>
          <a:p>
            <a:pPr marL="0" marR="0" lvl="0" indent="0" algn="l" defTabSz="914400" rtl="0" eaLnBrk="1" fontAlgn="auto" latinLnBrk="0" hangingPunct="1">
              <a:lnSpc>
                <a:spcPct val="100000"/>
              </a:lnSpc>
              <a:spcBef>
                <a:spcPts val="0"/>
              </a:spcBef>
              <a:spcAft>
                <a:spcPts val="600"/>
              </a:spcAft>
              <a:buClrTx/>
              <a:buSzTx/>
              <a:buFontTx/>
              <a:buNone/>
              <a:tabLst/>
              <a:defRPr/>
            </a:pPr>
            <a:r>
              <a:rPr lang="en-GB" sz="900" noProof="1">
                <a:solidFill>
                  <a:srgbClr val="000000"/>
                </a:solidFill>
                <a:latin typeface="+mn-lt"/>
                <a:ea typeface="Arial" panose="020B0604020202020204" pitchFamily="34" charset="0"/>
                <a:cs typeface="Arial" panose="020B0604020202020204" pitchFamily="34" charset="0"/>
              </a:rPr>
              <a:t>Click on the arrow next to </a:t>
            </a:r>
            <a:r>
              <a:rPr lang="en-GB" sz="900" b="1" noProof="1">
                <a:solidFill>
                  <a:srgbClr val="000000"/>
                </a:solidFill>
                <a:latin typeface="+mn-lt"/>
                <a:ea typeface="Arial" panose="020B0604020202020204" pitchFamily="34" charset="0"/>
                <a:cs typeface="Arial" panose="020B0604020202020204" pitchFamily="34" charset="0"/>
              </a:rPr>
              <a:t>Layout </a:t>
            </a:r>
            <a:r>
              <a:rPr lang="en-GB" sz="900" noProof="1">
                <a:solidFill>
                  <a:srgbClr val="000000"/>
                </a:solidFill>
                <a:latin typeface="+mn-lt"/>
                <a:ea typeface="Arial" panose="020B0604020202020204" pitchFamily="34" charset="0"/>
                <a:cs typeface="Arial" panose="020B0604020202020204" pitchFamily="34" charset="0"/>
              </a:rPr>
              <a:t>to view a dropdown menu of possible slide layouts</a:t>
            </a:r>
            <a:br>
              <a:rPr lang="en-GB" altLang="da-DK" sz="900" b="0" baseline="0" noProof="1">
                <a:solidFill>
                  <a:srgbClr val="000000"/>
                </a:solidFill>
                <a:latin typeface="+mn-lt"/>
                <a:cs typeface="Arial" panose="020B0604020202020204" pitchFamily="34" charset="0"/>
              </a:rPr>
            </a:br>
            <a:br>
              <a:rPr lang="en-GB" altLang="da-DK" sz="900" b="0" baseline="0" noProof="1">
                <a:solidFill>
                  <a:srgbClr val="000000"/>
                </a:solidFill>
                <a:latin typeface="+mn-lt"/>
                <a:cs typeface="Arial" panose="020B0604020202020204" pitchFamily="34" charset="0"/>
              </a:rPr>
            </a:br>
            <a:r>
              <a:rPr lang="en-GB" sz="900" b="1" noProof="1">
                <a:solidFill>
                  <a:srgbClr val="000000"/>
                </a:solidFill>
                <a:latin typeface="+mn-lt"/>
                <a:cs typeface="Arial" panose="020B0604020202020204" pitchFamily="34" charset="0"/>
              </a:rPr>
              <a:t>Reset slide</a:t>
            </a:r>
          </a:p>
          <a:p>
            <a:pPr marL="0" marR="0" indent="0" algn="l" defTabSz="914400" rtl="0" eaLnBrk="1" fontAlgn="auto" latinLnBrk="0" hangingPunct="1">
              <a:lnSpc>
                <a:spcPct val="100000"/>
              </a:lnSpc>
              <a:spcBef>
                <a:spcPts val="0"/>
              </a:spcBef>
              <a:spcAft>
                <a:spcPts val="600"/>
              </a:spcAft>
              <a:buClrTx/>
              <a:buSzTx/>
              <a:buFont typeface="+mj-lt"/>
              <a:buNone/>
              <a:tabLst/>
              <a:defRPr/>
            </a:pPr>
            <a:r>
              <a:rPr lang="en-GB" altLang="da-DK" sz="900" b="1" noProof="1">
                <a:solidFill>
                  <a:srgbClr val="000000"/>
                </a:solidFill>
                <a:latin typeface="+mn-lt"/>
                <a:cs typeface="Arial" panose="020B0604020202020204" pitchFamily="34" charset="0"/>
              </a:rPr>
              <a:t>1. </a:t>
            </a:r>
            <a:r>
              <a:rPr lang="en-GB" altLang="da-DK" sz="900" noProof="1">
                <a:solidFill>
                  <a:srgbClr val="000000"/>
                </a:solidFill>
                <a:latin typeface="+mn-lt"/>
                <a:cs typeface="Arial" panose="020B0604020202020204" pitchFamily="34" charset="0"/>
              </a:rPr>
              <a:t>Click the </a:t>
            </a:r>
            <a:r>
              <a:rPr lang="en-GB" altLang="da-DK" sz="900" b="1" noProof="1">
                <a:solidFill>
                  <a:srgbClr val="000000"/>
                </a:solidFill>
                <a:latin typeface="+mn-lt"/>
                <a:cs typeface="Arial" panose="020B0604020202020204" pitchFamily="34" charset="0"/>
              </a:rPr>
              <a:t>Home</a:t>
            </a:r>
            <a:r>
              <a:rPr lang="en-GB" altLang="da-DK" sz="900" noProof="1">
                <a:solidFill>
                  <a:srgbClr val="000000"/>
                </a:solidFill>
                <a:latin typeface="+mn-lt"/>
                <a:cs typeface="Arial" panose="020B0604020202020204" pitchFamily="34" charset="0"/>
              </a:rPr>
              <a:t> tab</a:t>
            </a:r>
          </a:p>
          <a:p>
            <a:pPr marL="0" marR="0" indent="0" algn="l" defTabSz="914400" rtl="0" eaLnBrk="1" fontAlgn="auto" latinLnBrk="0" hangingPunct="1">
              <a:lnSpc>
                <a:spcPct val="100000"/>
              </a:lnSpc>
              <a:spcBef>
                <a:spcPts val="0"/>
              </a:spcBef>
              <a:spcAft>
                <a:spcPts val="600"/>
              </a:spcAft>
              <a:buClrTx/>
              <a:buSzTx/>
              <a:buFont typeface="+mj-lt"/>
              <a:buNone/>
              <a:tabLst/>
              <a:defRPr/>
            </a:pPr>
            <a:r>
              <a:rPr lang="en-GB" altLang="da-DK" sz="900" b="1" noProof="1">
                <a:solidFill>
                  <a:srgbClr val="000000"/>
                </a:solidFill>
                <a:latin typeface="+mn-lt"/>
                <a:cs typeface="Arial" panose="020B0604020202020204" pitchFamily="34" charset="0"/>
              </a:rPr>
              <a:t>2. </a:t>
            </a:r>
            <a:r>
              <a:rPr lang="en-GB" altLang="da-DK" sz="900" noProof="1">
                <a:solidFill>
                  <a:srgbClr val="000000"/>
                </a:solidFill>
                <a:latin typeface="+mn-lt"/>
                <a:cs typeface="Arial" panose="020B0604020202020204" pitchFamily="34" charset="0"/>
              </a:rPr>
              <a:t>Click the </a:t>
            </a:r>
            <a:r>
              <a:rPr lang="en-GB" altLang="da-DK" sz="900" b="1" noProof="1">
                <a:solidFill>
                  <a:srgbClr val="000000"/>
                </a:solidFill>
                <a:latin typeface="+mn-lt"/>
                <a:cs typeface="Arial" panose="020B0604020202020204" pitchFamily="34" charset="0"/>
              </a:rPr>
              <a:t>Reset</a:t>
            </a:r>
            <a:r>
              <a:rPr lang="en-GB" altLang="da-DK" sz="900" noProof="1">
                <a:solidFill>
                  <a:srgbClr val="000000"/>
                </a:solidFill>
                <a:latin typeface="+mn-lt"/>
                <a:cs typeface="Arial" panose="020B0604020202020204" pitchFamily="34" charset="0"/>
              </a:rPr>
              <a:t> menu to reset position, size and formatting of the slide placeholders to their default settings</a:t>
            </a:r>
          </a:p>
          <a:p>
            <a:pPr eaLnBrk="1" hangingPunct="1">
              <a:spcAft>
                <a:spcPts val="600"/>
              </a:spcAft>
              <a:defRPr/>
            </a:pPr>
            <a:endParaRPr lang="en-GB" altLang="da-DK" sz="900" b="0" noProof="1">
              <a:solidFill>
                <a:srgbClr val="000000"/>
              </a:solidFill>
              <a:latin typeface="+mn-lt"/>
              <a:cs typeface="Arial" panose="020B0604020202020204" pitchFamily="34" charset="0"/>
            </a:endParaRPr>
          </a:p>
        </p:txBody>
      </p:sp>
      <p:pic>
        <p:nvPicPr>
          <p:cNvPr id="46" name="Picture 29">
            <a:extLst>
              <a:ext uri="{FF2B5EF4-FFF2-40B4-BE49-F238E27FC236}">
                <a16:creationId xmlns:a16="http://schemas.microsoft.com/office/drawing/2014/main" id="{6B35B93D-CCEE-48AF-A769-8729CC05BE8A}"/>
              </a:ext>
            </a:extLst>
          </p:cNvPr>
          <p:cNvPicPr>
            <a:picLocks noChangeAspect="1"/>
          </p:cNvPicPr>
          <p:nvPr userDrawn="1"/>
        </p:nvPicPr>
        <p:blipFill>
          <a:blip r:embed="rId3"/>
          <a:stretch>
            <a:fillRect/>
          </a:stretch>
        </p:blipFill>
        <p:spPr>
          <a:xfrm>
            <a:off x="2251212" y="2382611"/>
            <a:ext cx="457262" cy="257143"/>
          </a:xfrm>
          <a:prstGeom prst="rect">
            <a:avLst/>
          </a:prstGeom>
        </p:spPr>
      </p:pic>
      <p:pic>
        <p:nvPicPr>
          <p:cNvPr id="55" name="Picture 16">
            <a:extLst>
              <a:ext uri="{FF2B5EF4-FFF2-40B4-BE49-F238E27FC236}">
                <a16:creationId xmlns:a16="http://schemas.microsoft.com/office/drawing/2014/main" id="{A13B127D-1BE4-4C8F-96F6-59C8D10D8F4E}"/>
              </a:ext>
            </a:extLst>
          </p:cNvPr>
          <p:cNvPicPr>
            <a:picLocks noChangeAspect="1"/>
          </p:cNvPicPr>
          <p:nvPr userDrawn="1"/>
        </p:nvPicPr>
        <p:blipFill>
          <a:blip r:embed="rId4"/>
          <a:stretch>
            <a:fillRect/>
          </a:stretch>
        </p:blipFill>
        <p:spPr>
          <a:xfrm>
            <a:off x="2251212" y="3852636"/>
            <a:ext cx="328967" cy="505501"/>
          </a:xfrm>
          <a:prstGeom prst="rect">
            <a:avLst/>
          </a:prstGeom>
        </p:spPr>
      </p:pic>
      <p:pic>
        <p:nvPicPr>
          <p:cNvPr id="56" name="Picture 20">
            <a:extLst>
              <a:ext uri="{FF2B5EF4-FFF2-40B4-BE49-F238E27FC236}">
                <a16:creationId xmlns:a16="http://schemas.microsoft.com/office/drawing/2014/main" id="{5730DD9A-26F6-4C14-AE7D-221D2B3F38DD}"/>
              </a:ext>
            </a:extLst>
          </p:cNvPr>
          <p:cNvPicPr>
            <a:picLocks noChangeAspect="1"/>
          </p:cNvPicPr>
          <p:nvPr userDrawn="1"/>
        </p:nvPicPr>
        <p:blipFill>
          <a:blip r:embed="rId5"/>
          <a:stretch>
            <a:fillRect/>
          </a:stretch>
        </p:blipFill>
        <p:spPr>
          <a:xfrm>
            <a:off x="2251212" y="5922364"/>
            <a:ext cx="538605" cy="172841"/>
          </a:xfrm>
          <a:prstGeom prst="rect">
            <a:avLst/>
          </a:prstGeom>
        </p:spPr>
      </p:pic>
      <p:pic>
        <p:nvPicPr>
          <p:cNvPr id="57" name="Picture 19">
            <a:extLst>
              <a:ext uri="{FF2B5EF4-FFF2-40B4-BE49-F238E27FC236}">
                <a16:creationId xmlns:a16="http://schemas.microsoft.com/office/drawing/2014/main" id="{E210FBD4-B8B9-4AFA-9670-2FEBAA1CF374}"/>
              </a:ext>
            </a:extLst>
          </p:cNvPr>
          <p:cNvPicPr>
            <a:picLocks noChangeAspect="1"/>
          </p:cNvPicPr>
          <p:nvPr userDrawn="1"/>
        </p:nvPicPr>
        <p:blipFill>
          <a:blip r:embed="rId6"/>
          <a:stretch>
            <a:fillRect/>
          </a:stretch>
        </p:blipFill>
        <p:spPr>
          <a:xfrm>
            <a:off x="5259301" y="4485830"/>
            <a:ext cx="313870" cy="543900"/>
          </a:xfrm>
          <a:prstGeom prst="rect">
            <a:avLst/>
          </a:prstGeom>
        </p:spPr>
      </p:pic>
      <p:sp>
        <p:nvSpPr>
          <p:cNvPr id="61" name="Text Box 4">
            <a:extLst>
              <a:ext uri="{FF2B5EF4-FFF2-40B4-BE49-F238E27FC236}">
                <a16:creationId xmlns:a16="http://schemas.microsoft.com/office/drawing/2014/main" id="{DD6A81B7-1FEE-46CF-A623-23E99CFEAFBC}"/>
              </a:ext>
            </a:extLst>
          </p:cNvPr>
          <p:cNvSpPr txBox="1">
            <a:spLocks noChangeArrowheads="1"/>
          </p:cNvSpPr>
          <p:nvPr userDrawn="1"/>
        </p:nvSpPr>
        <p:spPr bwMode="auto">
          <a:xfrm>
            <a:off x="6238181" y="1142617"/>
            <a:ext cx="2176236" cy="2769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14400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marL="0" marR="0" lvl="0" indent="0" algn="l" defTabSz="914400" rtl="0" eaLnBrk="1" fontAlgn="auto" latinLnBrk="0" hangingPunct="1">
              <a:lnSpc>
                <a:spcPct val="100000"/>
              </a:lnSpc>
              <a:spcBef>
                <a:spcPts val="0"/>
              </a:spcBef>
              <a:spcAft>
                <a:spcPts val="600"/>
              </a:spcAft>
              <a:buClrTx/>
              <a:buSzTx/>
              <a:buFontTx/>
              <a:buNone/>
              <a:tabLst/>
              <a:defRPr/>
            </a:pPr>
            <a:r>
              <a:rPr lang="en-GB" sz="1200">
                <a:solidFill>
                  <a:srgbClr val="000000"/>
                </a:solidFill>
                <a:latin typeface="+mn-lt"/>
                <a:cs typeface="Arial" panose="020B0604020202020204" pitchFamily="34" charset="0"/>
              </a:rPr>
              <a:t>SLIDES &amp; SLIDE ELEMENTS</a:t>
            </a:r>
          </a:p>
          <a:p>
            <a:pPr marL="0" marR="0" lvl="0" indent="0" algn="l" defTabSz="914400" rtl="0" eaLnBrk="1" fontAlgn="auto" latinLnBrk="0" hangingPunct="1">
              <a:lnSpc>
                <a:spcPct val="100000"/>
              </a:lnSpc>
              <a:spcBef>
                <a:spcPts val="0"/>
              </a:spcBef>
              <a:spcAft>
                <a:spcPts val="600"/>
              </a:spcAft>
              <a:buClrTx/>
              <a:buSzTx/>
              <a:buFontTx/>
              <a:buNone/>
              <a:tabLst/>
              <a:defRPr/>
            </a:pPr>
            <a:r>
              <a:rPr lang="en-GB" altLang="da-DK" sz="900" b="0" noProof="1">
                <a:solidFill>
                  <a:srgbClr val="000000"/>
                </a:solidFill>
                <a:latin typeface="+mn-lt"/>
                <a:cs typeface="Lundbeck Display" panose="020B0402040504020204" pitchFamily="34" charset="0"/>
              </a:rPr>
              <a:t>Insert predefined slides and elements using the Templafy pane. Choose </a:t>
            </a:r>
            <a:r>
              <a:rPr lang="en-GB" altLang="da-DK" sz="900" b="1" noProof="1">
                <a:solidFill>
                  <a:srgbClr val="000000"/>
                </a:solidFill>
                <a:latin typeface="+mn-lt"/>
                <a:cs typeface="Lundbeck Display" panose="020B0402040504020204" pitchFamily="34" charset="0"/>
              </a:rPr>
              <a:t>Slides</a:t>
            </a:r>
            <a:r>
              <a:rPr lang="en-GB" altLang="da-DK" sz="900" b="0" noProof="1">
                <a:solidFill>
                  <a:srgbClr val="000000"/>
                </a:solidFill>
                <a:latin typeface="+mn-lt"/>
                <a:cs typeface="Lundbeck Display" panose="020B0402040504020204" pitchFamily="34" charset="0"/>
              </a:rPr>
              <a:t> or </a:t>
            </a:r>
            <a:r>
              <a:rPr lang="en-GB" altLang="da-DK" sz="900" b="1" noProof="1">
                <a:solidFill>
                  <a:srgbClr val="000000"/>
                </a:solidFill>
                <a:latin typeface="+mn-lt"/>
                <a:cs typeface="Lundbeck Display" panose="020B0402040504020204" pitchFamily="34" charset="0"/>
              </a:rPr>
              <a:t>Slide elements </a:t>
            </a:r>
            <a:r>
              <a:rPr lang="en-GB" altLang="da-DK" sz="900" b="0" noProof="1">
                <a:solidFill>
                  <a:srgbClr val="000000"/>
                </a:solidFill>
                <a:latin typeface="+mn-lt"/>
                <a:cs typeface="Lundbeck Display" panose="020B0402040504020204" pitchFamily="34" charset="0"/>
              </a:rPr>
              <a:t>from the buttons in the Templafy pane on the right side of the screen</a:t>
            </a:r>
            <a:endParaRPr lang="en-GB" altLang="da-DK" sz="900" b="1" noProof="1">
              <a:solidFill>
                <a:srgbClr val="000000"/>
              </a:solidFill>
              <a:latin typeface="+mn-lt"/>
              <a:cs typeface="Lundbeck Display" panose="020B0402040504020204" pitchFamily="34" charset="0"/>
            </a:endParaRPr>
          </a:p>
          <a:p>
            <a:pPr marL="0" marR="0" lvl="0" indent="0" algn="l" defTabSz="914400" rtl="0" eaLnBrk="1" fontAlgn="auto" latinLnBrk="0" hangingPunct="1">
              <a:lnSpc>
                <a:spcPct val="100000"/>
              </a:lnSpc>
              <a:spcBef>
                <a:spcPts val="1200"/>
              </a:spcBef>
              <a:spcAft>
                <a:spcPts val="600"/>
              </a:spcAft>
              <a:buClrTx/>
              <a:buSzTx/>
              <a:buFontTx/>
              <a:buNone/>
              <a:tabLst/>
              <a:defRPr/>
            </a:pPr>
            <a:r>
              <a:rPr lang="en-GB" sz="1200">
                <a:solidFill>
                  <a:srgbClr val="000000"/>
                </a:solidFill>
                <a:latin typeface="+mn-lt"/>
                <a:cs typeface="Arial" panose="020B0604020202020204" pitchFamily="34" charset="0"/>
              </a:rPr>
              <a:t>GUIDES</a:t>
            </a:r>
            <a:endParaRPr lang="en-GB" sz="1600" b="1" noProof="1">
              <a:solidFill>
                <a:srgbClr val="000000"/>
              </a:solidFill>
              <a:latin typeface="+mn-lt"/>
              <a:cs typeface="Arial" panose="020B0604020202020204" pitchFamily="34" charset="0"/>
            </a:endParaRPr>
          </a:p>
          <a:p>
            <a:pPr eaLnBrk="1" hangingPunct="1">
              <a:lnSpc>
                <a:spcPct val="100000"/>
              </a:lnSpc>
              <a:spcAft>
                <a:spcPts val="600"/>
              </a:spcAft>
              <a:defRPr/>
            </a:pPr>
            <a:r>
              <a:rPr lang="en-GB" altLang="da-DK" sz="900" b="0" noProof="1">
                <a:solidFill>
                  <a:srgbClr val="000000"/>
                </a:solidFill>
                <a:latin typeface="+mn-lt"/>
                <a:cs typeface="Arial" panose="020B0604020202020204" pitchFamily="34" charset="0"/>
              </a:rPr>
              <a:t>Click the </a:t>
            </a:r>
            <a:r>
              <a:rPr lang="en-GB" altLang="da-DK" sz="900" b="1" noProof="1">
                <a:solidFill>
                  <a:srgbClr val="000000"/>
                </a:solidFill>
                <a:latin typeface="+mn-lt"/>
                <a:cs typeface="Arial" panose="020B0604020202020204" pitchFamily="34" charset="0"/>
              </a:rPr>
              <a:t>View</a:t>
            </a:r>
            <a:r>
              <a:rPr lang="en-GB" altLang="da-DK" sz="900" b="0" noProof="1">
                <a:solidFill>
                  <a:srgbClr val="000000"/>
                </a:solidFill>
                <a:latin typeface="+mn-lt"/>
                <a:cs typeface="Arial" panose="020B0604020202020204" pitchFamily="34" charset="0"/>
              </a:rPr>
              <a:t> tab and set tick mark next to </a:t>
            </a:r>
            <a:r>
              <a:rPr lang="en-GB" altLang="da-DK" sz="900" b="1" noProof="1">
                <a:solidFill>
                  <a:srgbClr val="000000"/>
                </a:solidFill>
                <a:latin typeface="+mn-lt"/>
                <a:cs typeface="Arial" panose="020B0604020202020204" pitchFamily="34" charset="0"/>
              </a:rPr>
              <a:t>Guides</a:t>
            </a:r>
            <a:endParaRPr lang="en-GB" altLang="da-DK" sz="900" b="0" noProof="1">
              <a:solidFill>
                <a:srgbClr val="000000"/>
              </a:solidFill>
              <a:latin typeface="+mn-lt"/>
              <a:cs typeface="Arial" panose="020B0604020202020204" pitchFamily="34" charset="0"/>
            </a:endParaRPr>
          </a:p>
          <a:p>
            <a:pPr eaLnBrk="1" hangingPunct="1">
              <a:lnSpc>
                <a:spcPct val="100000"/>
              </a:lnSpc>
              <a:spcAft>
                <a:spcPts val="600"/>
              </a:spcAft>
              <a:defRPr/>
            </a:pPr>
            <a:r>
              <a:rPr lang="en-GB" altLang="da-DK" sz="900" b="1" noProof="1">
                <a:solidFill>
                  <a:srgbClr val="000000"/>
                </a:solidFill>
                <a:latin typeface="+mn-lt"/>
                <a:cs typeface="Arial" panose="020B0604020202020204" pitchFamily="34" charset="0"/>
              </a:rPr>
              <a:t>HINT: Alt + F9 </a:t>
            </a:r>
            <a:r>
              <a:rPr lang="en-GB" altLang="da-DK" sz="900" b="0" noProof="1">
                <a:solidFill>
                  <a:srgbClr val="000000"/>
                </a:solidFill>
                <a:latin typeface="+mn-lt"/>
                <a:cs typeface="Arial" panose="020B0604020202020204" pitchFamily="34" charset="0"/>
              </a:rPr>
              <a:t>for quick view of guides</a:t>
            </a:r>
            <a:br>
              <a:rPr lang="en-GB" altLang="da-DK" sz="900" b="0" noProof="1">
                <a:solidFill>
                  <a:srgbClr val="000000"/>
                </a:solidFill>
                <a:latin typeface="+mn-lt"/>
                <a:cs typeface="Arial" panose="020B0604020202020204" pitchFamily="34" charset="0"/>
              </a:rPr>
            </a:br>
            <a:r>
              <a:rPr lang="en-GB" altLang="da-DK" sz="900" b="1" noProof="1">
                <a:solidFill>
                  <a:srgbClr val="000000"/>
                </a:solidFill>
                <a:latin typeface="+mn-lt"/>
                <a:cs typeface="Arial" panose="020B0604020202020204" pitchFamily="34" charset="0"/>
              </a:rPr>
              <a:t>Mac: </a:t>
            </a:r>
            <a:r>
              <a:rPr lang="en-GB" sz="900" b="0" i="0">
                <a:solidFill>
                  <a:srgbClr val="000000"/>
                </a:solidFill>
                <a:effectLst/>
                <a:latin typeface="+mn-lt"/>
              </a:rPr>
              <a:t>⌘ </a:t>
            </a:r>
            <a:r>
              <a:rPr lang="en-GB" altLang="da-DK" sz="900" b="0" noProof="1">
                <a:solidFill>
                  <a:srgbClr val="000000"/>
                </a:solidFill>
                <a:latin typeface="+mn-lt"/>
                <a:cs typeface="Arial" panose="020B0604020202020204" pitchFamily="34" charset="0"/>
              </a:rPr>
              <a:t>+ option + ctrl + G</a:t>
            </a:r>
            <a:r>
              <a:rPr lang="en-GB" altLang="da-DK" sz="898" b="0" kern="1200" noProof="1">
                <a:solidFill>
                  <a:srgbClr val="000000"/>
                </a:solidFill>
                <a:latin typeface="+mn-lt"/>
                <a:ea typeface="+mn-ea"/>
                <a:cs typeface="Arial" panose="020B0604020202020204" pitchFamily="34" charset="0"/>
              </a:rPr>
              <a:t>.</a:t>
            </a:r>
            <a:endParaRPr lang="en-GB" altLang="da-DK" sz="900" b="0" noProof="1">
              <a:solidFill>
                <a:srgbClr val="000000"/>
              </a:solidFill>
              <a:latin typeface="+mn-lt"/>
              <a:cs typeface="Arial" panose="020B0604020202020204" pitchFamily="34" charset="0"/>
            </a:endParaRPr>
          </a:p>
          <a:p>
            <a:pPr marL="0" marR="0" lvl="0" indent="0" algn="l" defTabSz="914400" rtl="0" eaLnBrk="1" fontAlgn="auto" latinLnBrk="0" hangingPunct="1">
              <a:lnSpc>
                <a:spcPct val="100000"/>
              </a:lnSpc>
              <a:spcBef>
                <a:spcPts val="1200"/>
              </a:spcBef>
              <a:spcAft>
                <a:spcPts val="600"/>
              </a:spcAft>
              <a:buClrTx/>
              <a:buSzTx/>
              <a:buFontTx/>
              <a:buNone/>
              <a:tabLst/>
              <a:defRPr/>
            </a:pPr>
            <a:r>
              <a:rPr lang="en-GB" sz="1200">
                <a:solidFill>
                  <a:srgbClr val="000000"/>
                </a:solidFill>
                <a:latin typeface="+mn-lt"/>
                <a:cs typeface="Arial" panose="020B0604020202020204" pitchFamily="34" charset="0"/>
              </a:rPr>
              <a:t>COLOR</a:t>
            </a:r>
            <a:br>
              <a:rPr lang="en-GB" sz="1200">
                <a:solidFill>
                  <a:srgbClr val="000000"/>
                </a:solidFill>
                <a:latin typeface="+mn-lt"/>
                <a:cs typeface="Arial" panose="020B0604020202020204" pitchFamily="34" charset="0"/>
              </a:rPr>
            </a:br>
            <a:r>
              <a:rPr lang="en-GB" sz="900" b="0" kern="1200">
                <a:solidFill>
                  <a:srgbClr val="000000"/>
                </a:solidFill>
                <a:latin typeface="+mn-lt"/>
                <a:ea typeface="+mn-ea"/>
                <a:cs typeface="Arial" panose="020B0604020202020204" pitchFamily="34" charset="0"/>
              </a:rPr>
              <a:t>Use the top colors in the Theme Colors or from the Custom Colors</a:t>
            </a:r>
            <a:endParaRPr lang="en-GB" altLang="da-DK" sz="900" b="0" kern="1200" noProof="1">
              <a:solidFill>
                <a:srgbClr val="000000"/>
              </a:solidFill>
              <a:latin typeface="+mn-lt"/>
              <a:ea typeface="+mn-ea"/>
              <a:cs typeface="Arial" panose="020B0604020202020204" pitchFamily="34" charset="0"/>
            </a:endParaRPr>
          </a:p>
        </p:txBody>
      </p:sp>
      <p:pic>
        <p:nvPicPr>
          <p:cNvPr id="25" name="Picture 24">
            <a:extLst>
              <a:ext uri="{FF2B5EF4-FFF2-40B4-BE49-F238E27FC236}">
                <a16:creationId xmlns:a16="http://schemas.microsoft.com/office/drawing/2014/main" id="{6D83AD9C-98AE-450E-B202-15860002D528}"/>
              </a:ext>
            </a:extLst>
          </p:cNvPr>
          <p:cNvPicPr>
            <a:picLocks noChangeAspect="1"/>
          </p:cNvPicPr>
          <p:nvPr userDrawn="1"/>
        </p:nvPicPr>
        <p:blipFill>
          <a:blip r:embed="rId7"/>
          <a:stretch>
            <a:fillRect/>
          </a:stretch>
        </p:blipFill>
        <p:spPr>
          <a:xfrm>
            <a:off x="2251212" y="4832123"/>
            <a:ext cx="475552" cy="176762"/>
          </a:xfrm>
          <a:prstGeom prst="rect">
            <a:avLst/>
          </a:prstGeom>
        </p:spPr>
      </p:pic>
      <p:sp>
        <p:nvSpPr>
          <p:cNvPr id="20" name="Date Placeholder 6" hidden="1">
            <a:extLst>
              <a:ext uri="{FF2B5EF4-FFF2-40B4-BE49-F238E27FC236}">
                <a16:creationId xmlns:a16="http://schemas.microsoft.com/office/drawing/2014/main" id="{56AA1691-6753-45B8-AB77-1105989467F7}"/>
              </a:ext>
            </a:extLst>
          </p:cNvPr>
          <p:cNvSpPr>
            <a:spLocks noGrp="1"/>
          </p:cNvSpPr>
          <p:nvPr>
            <p:ph type="dt" sz="half" idx="15"/>
          </p:nvPr>
        </p:nvSpPr>
        <p:spPr>
          <a:xfrm>
            <a:off x="540000" y="6433200"/>
            <a:ext cx="2743200" cy="180000"/>
          </a:xfrm>
          <a:prstGeom prst="rect">
            <a:avLst/>
          </a:prstGeom>
        </p:spPr>
        <p:txBody>
          <a:bodyPr vert="horz" lIns="0" tIns="0" rIns="0" bIns="0" rtlCol="0" anchor="b" anchorCtr="0"/>
          <a:lstStyle>
            <a:defPPr>
              <a:defRPr lang="en-US"/>
            </a:defPPr>
            <a:lvl1pPr marL="0" algn="l"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27BBD34-DD59-49E1-9776-D67684F06344}" type="datetime4">
              <a:rPr lang="en-GB" smtClean="0"/>
              <a:pPr/>
              <a:t>03 June 2026</a:t>
            </a:fld>
            <a:endParaRPr lang="en-GB"/>
          </a:p>
        </p:txBody>
      </p:sp>
      <p:sp>
        <p:nvSpPr>
          <p:cNvPr id="21" name="Footer Placeholder 8" hidden="1">
            <a:extLst>
              <a:ext uri="{FF2B5EF4-FFF2-40B4-BE49-F238E27FC236}">
                <a16:creationId xmlns:a16="http://schemas.microsoft.com/office/drawing/2014/main" id="{2F8C9320-E8BF-471F-8DD3-1BC479021917}"/>
              </a:ext>
            </a:extLst>
          </p:cNvPr>
          <p:cNvSpPr>
            <a:spLocks noGrp="1"/>
          </p:cNvSpPr>
          <p:nvPr>
            <p:ph type="ftr" sz="quarter" idx="16"/>
          </p:nvPr>
        </p:nvSpPr>
        <p:spPr>
          <a:xfrm>
            <a:off x="4038600" y="6433200"/>
            <a:ext cx="4114800" cy="180000"/>
          </a:xfrm>
          <a:prstGeom prst="rect">
            <a:avLst/>
          </a:prstGeom>
        </p:spPr>
        <p:txBody>
          <a:bodyPr vert="horz" lIns="0" tIns="0" rIns="0" bIns="0" rtlCol="0" anchor="b" anchorCtr="0"/>
          <a:lstStyle>
            <a:defPPr>
              <a:defRPr lang="en-US"/>
            </a:defPPr>
            <a:lvl1pPr marL="0" algn="ct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22" name="Slide Number Placeholder 10" hidden="1">
            <a:extLst>
              <a:ext uri="{FF2B5EF4-FFF2-40B4-BE49-F238E27FC236}">
                <a16:creationId xmlns:a16="http://schemas.microsoft.com/office/drawing/2014/main" id="{B01A309B-80AB-481C-AE3F-3C56C2C92EE2}"/>
              </a:ext>
            </a:extLst>
          </p:cNvPr>
          <p:cNvSpPr>
            <a:spLocks noGrp="1"/>
          </p:cNvSpPr>
          <p:nvPr>
            <p:ph type="sldNum" sz="quarter" idx="17"/>
          </p:nvPr>
        </p:nvSpPr>
        <p:spPr>
          <a:xfrm>
            <a:off x="11313553" y="6433200"/>
            <a:ext cx="335521" cy="180000"/>
          </a:xfrm>
          <a:prstGeom prst="rect">
            <a:avLst/>
          </a:prstGeom>
        </p:spPr>
        <p:txBody>
          <a:bodyPr vert="horz" lIns="0" tIns="0" rIns="0" bIns="0" rtlCol="0" anchor="b" anchorCtr="0"/>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3AA811B-2EBD-4900-905E-5BE206449611}" type="slidenum">
              <a:rPr lang="en-GB" smtClean="0"/>
              <a:pPr/>
              <a:t>‹#›</a:t>
            </a:fld>
            <a:endParaRPr lang="en-GB"/>
          </a:p>
        </p:txBody>
      </p:sp>
      <p:pic>
        <p:nvPicPr>
          <p:cNvPr id="6" name="Picture 2">
            <a:extLst>
              <a:ext uri="{FF2B5EF4-FFF2-40B4-BE49-F238E27FC236}">
                <a16:creationId xmlns:a16="http://schemas.microsoft.com/office/drawing/2014/main" id="{06599777-CEE9-4330-8A6A-3069D39183B6}"/>
              </a:ext>
            </a:extLst>
          </p:cNvPr>
          <p:cNvPicPr>
            <a:picLocks noChangeAspect="1"/>
          </p:cNvPicPr>
          <p:nvPr userDrawn="1"/>
        </p:nvPicPr>
        <p:blipFill>
          <a:blip r:embed="rId8"/>
          <a:stretch>
            <a:fillRect/>
          </a:stretch>
        </p:blipFill>
        <p:spPr>
          <a:xfrm>
            <a:off x="2251212" y="3134689"/>
            <a:ext cx="257210" cy="285714"/>
          </a:xfrm>
          <a:prstGeom prst="rect">
            <a:avLst/>
          </a:prstGeom>
        </p:spPr>
      </p:pic>
      <p:pic>
        <p:nvPicPr>
          <p:cNvPr id="9" name="Picture 33">
            <a:extLst>
              <a:ext uri="{FF2B5EF4-FFF2-40B4-BE49-F238E27FC236}">
                <a16:creationId xmlns:a16="http://schemas.microsoft.com/office/drawing/2014/main" id="{B03E872F-21DD-423D-B6DE-4945F155FB87}"/>
              </a:ext>
            </a:extLst>
          </p:cNvPr>
          <p:cNvPicPr>
            <a:picLocks noChangeAspect="1"/>
          </p:cNvPicPr>
          <p:nvPr userDrawn="1"/>
        </p:nvPicPr>
        <p:blipFill rotWithShape="1">
          <a:blip r:embed="rId9"/>
          <a:srcRect l="3901" t="45142" r="62601" b="9046"/>
          <a:stretch/>
        </p:blipFill>
        <p:spPr>
          <a:xfrm>
            <a:off x="5245589" y="3691782"/>
            <a:ext cx="341293" cy="321707"/>
          </a:xfrm>
          <a:prstGeom prst="rect">
            <a:avLst/>
          </a:prstGeom>
        </p:spPr>
      </p:pic>
      <p:sp>
        <p:nvSpPr>
          <p:cNvPr id="28" name="Text Box 3">
            <a:extLst>
              <a:ext uri="{FF2B5EF4-FFF2-40B4-BE49-F238E27FC236}">
                <a16:creationId xmlns:a16="http://schemas.microsoft.com/office/drawing/2014/main" id="{DDCB523A-48A3-4250-B4C1-AF02601BB1BD}"/>
              </a:ext>
            </a:extLst>
          </p:cNvPr>
          <p:cNvSpPr txBox="1">
            <a:spLocks noChangeArrowheads="1"/>
          </p:cNvSpPr>
          <p:nvPr userDrawn="1"/>
        </p:nvSpPr>
        <p:spPr bwMode="auto">
          <a:xfrm>
            <a:off x="9082088" y="1142616"/>
            <a:ext cx="2239735" cy="24314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t" anchorCtr="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lnSpc>
                <a:spcPct val="100000"/>
              </a:lnSpc>
              <a:spcAft>
                <a:spcPts val="600"/>
              </a:spcAft>
              <a:defRPr/>
            </a:pPr>
            <a:r>
              <a:rPr lang="en-GB" altLang="da-DK" sz="1200" b="0" noProof="1">
                <a:solidFill>
                  <a:srgbClr val="000000"/>
                </a:solidFill>
                <a:latin typeface="+mn-lt"/>
                <a:cs typeface="Arial" panose="020B0604020202020204" pitchFamily="34" charset="0"/>
              </a:rPr>
              <a:t>COPY/PASTE CONTENT</a:t>
            </a:r>
          </a:p>
          <a:p>
            <a:pPr eaLnBrk="1" hangingPunct="1">
              <a:lnSpc>
                <a:spcPct val="100000"/>
              </a:lnSpc>
              <a:spcAft>
                <a:spcPts val="600"/>
              </a:spcAft>
              <a:defRPr/>
            </a:pPr>
            <a:r>
              <a:rPr lang="en-GB" altLang="da-DK" sz="900" b="0" noProof="1">
                <a:solidFill>
                  <a:srgbClr val="000000"/>
                </a:solidFill>
                <a:latin typeface="+mn-lt"/>
                <a:cs typeface="Arial" panose="020B0604020202020204" pitchFamily="34" charset="0"/>
              </a:rPr>
              <a:t>When copying old content to your new presentation, 2 options are available:</a:t>
            </a:r>
          </a:p>
          <a:p>
            <a:pPr eaLnBrk="1" hangingPunct="1">
              <a:lnSpc>
                <a:spcPct val="100000"/>
              </a:lnSpc>
              <a:spcAft>
                <a:spcPts val="600"/>
              </a:spcAft>
              <a:defRPr/>
            </a:pPr>
            <a:r>
              <a:rPr lang="en-GB" altLang="da-DK" sz="900" b="1" noProof="1">
                <a:solidFill>
                  <a:srgbClr val="000000"/>
                </a:solidFill>
                <a:latin typeface="+mn-lt"/>
                <a:cs typeface="Arial" panose="020B0604020202020204" pitchFamily="34" charset="0"/>
              </a:rPr>
              <a:t>1. Best practice: </a:t>
            </a:r>
            <a:r>
              <a:rPr lang="en-GB" altLang="da-DK" sz="900" b="0" noProof="1">
                <a:solidFill>
                  <a:srgbClr val="000000"/>
                </a:solidFill>
                <a:latin typeface="+mn-lt"/>
                <a:cs typeface="Arial" panose="020B0604020202020204" pitchFamily="34" charset="0"/>
              </a:rPr>
              <a:t>Create a slide in your new presentation and copy </a:t>
            </a:r>
            <a:r>
              <a:rPr lang="en-GB" altLang="da-DK" sz="900" b="0" i="0" u="sng" noProof="1">
                <a:solidFill>
                  <a:srgbClr val="000000"/>
                </a:solidFill>
                <a:latin typeface="+mn-lt"/>
                <a:cs typeface="Arial" panose="020B0604020202020204" pitchFamily="34" charset="0"/>
              </a:rPr>
              <a:t>one</a:t>
            </a:r>
            <a:r>
              <a:rPr lang="en-GB" altLang="da-DK" sz="900" b="0" i="0" u="none" noProof="1">
                <a:solidFill>
                  <a:srgbClr val="000000"/>
                </a:solidFill>
                <a:latin typeface="+mn-lt"/>
                <a:cs typeface="Arial" panose="020B0604020202020204" pitchFamily="34" charset="0"/>
              </a:rPr>
              <a:t> piece of content at a time (e.g. copy all text from </a:t>
            </a:r>
            <a:r>
              <a:rPr lang="en-GB" altLang="da-DK" sz="900" b="0" i="0" u="sng" noProof="1">
                <a:solidFill>
                  <a:srgbClr val="000000"/>
                </a:solidFill>
                <a:latin typeface="+mn-lt"/>
                <a:cs typeface="Arial" panose="020B0604020202020204" pitchFamily="34" charset="0"/>
              </a:rPr>
              <a:t>one</a:t>
            </a:r>
            <a:r>
              <a:rPr lang="en-GB" altLang="da-DK" sz="900" b="0" i="0" u="none" noProof="1">
                <a:solidFill>
                  <a:srgbClr val="000000"/>
                </a:solidFill>
                <a:latin typeface="+mn-lt"/>
                <a:cs typeface="Arial" panose="020B0604020202020204" pitchFamily="34" charset="0"/>
              </a:rPr>
              <a:t> textbox)</a:t>
            </a:r>
            <a:endParaRPr lang="en-GB" altLang="da-DK" sz="900" b="1" i="0" u="sng" noProof="1">
              <a:solidFill>
                <a:srgbClr val="000000"/>
              </a:solidFill>
              <a:latin typeface="+mn-lt"/>
              <a:cs typeface="Arial" panose="020B0604020202020204" pitchFamily="34" charset="0"/>
            </a:endParaRPr>
          </a:p>
          <a:p>
            <a:pPr eaLnBrk="1" hangingPunct="1">
              <a:lnSpc>
                <a:spcPct val="100000"/>
              </a:lnSpc>
              <a:spcAft>
                <a:spcPts val="600"/>
              </a:spcAft>
              <a:defRPr/>
            </a:pPr>
            <a:r>
              <a:rPr lang="en-GB" altLang="da-DK" sz="900" b="1" noProof="1">
                <a:solidFill>
                  <a:srgbClr val="000000"/>
                </a:solidFill>
                <a:latin typeface="+mn-lt"/>
                <a:cs typeface="Arial" panose="020B0604020202020204" pitchFamily="34" charset="0"/>
              </a:rPr>
              <a:t>2. </a:t>
            </a:r>
            <a:r>
              <a:rPr lang="en-GB" altLang="da-DK" sz="900" b="0" noProof="1">
                <a:solidFill>
                  <a:srgbClr val="000000"/>
                </a:solidFill>
                <a:latin typeface="+mn-lt"/>
                <a:cs typeface="Arial" panose="020B0604020202020204" pitchFamily="34" charset="0"/>
              </a:rPr>
              <a:t>Or copy an entire slide into your new presentation and then choose a fitting layout. When presentation is done, open an empty presentation (press Ctrl+N). Copy all slides from presentation, paste them into empty one. This will ensure that there are no extra layouts</a:t>
            </a:r>
          </a:p>
          <a:p>
            <a:pPr eaLnBrk="1" hangingPunct="1">
              <a:lnSpc>
                <a:spcPct val="100000"/>
              </a:lnSpc>
              <a:spcAft>
                <a:spcPts val="600"/>
              </a:spcAft>
              <a:defRPr/>
            </a:pPr>
            <a:endParaRPr lang="en-GB" altLang="da-DK" sz="900" b="0" noProof="1">
              <a:solidFill>
                <a:srgbClr val="000000"/>
              </a:solidFill>
              <a:latin typeface="+mn-lt"/>
              <a:cs typeface="Arial" panose="020B0604020202020204" pitchFamily="34" charset="0"/>
            </a:endParaRPr>
          </a:p>
        </p:txBody>
      </p:sp>
      <p:grpSp>
        <p:nvGrpSpPr>
          <p:cNvPr id="13" name="Group 12">
            <a:extLst>
              <a:ext uri="{FF2B5EF4-FFF2-40B4-BE49-F238E27FC236}">
                <a16:creationId xmlns:a16="http://schemas.microsoft.com/office/drawing/2014/main" id="{E066EECC-2461-0C49-FFE7-C164DD64926E}"/>
              </a:ext>
            </a:extLst>
          </p:cNvPr>
          <p:cNvGrpSpPr/>
          <p:nvPr userDrawn="1"/>
        </p:nvGrpSpPr>
        <p:grpSpPr>
          <a:xfrm>
            <a:off x="6251270" y="4056806"/>
            <a:ext cx="1322734" cy="2015520"/>
            <a:chOff x="6199540" y="4122121"/>
            <a:chExt cx="1322734" cy="2015520"/>
          </a:xfrm>
        </p:grpSpPr>
        <p:pic>
          <p:nvPicPr>
            <p:cNvPr id="12" name="Picture 11">
              <a:extLst>
                <a:ext uri="{FF2B5EF4-FFF2-40B4-BE49-F238E27FC236}">
                  <a16:creationId xmlns:a16="http://schemas.microsoft.com/office/drawing/2014/main" id="{BDFE5DB9-990F-7667-F2A7-10A554709507}"/>
                </a:ext>
              </a:extLst>
            </p:cNvPr>
            <p:cNvPicPr>
              <a:picLocks noChangeAspect="1"/>
            </p:cNvPicPr>
            <p:nvPr userDrawn="1"/>
          </p:nvPicPr>
          <p:blipFill>
            <a:blip r:embed="rId10"/>
            <a:stretch>
              <a:fillRect/>
            </a:stretch>
          </p:blipFill>
          <p:spPr>
            <a:xfrm>
              <a:off x="6221970" y="4122121"/>
              <a:ext cx="1265349" cy="2015520"/>
            </a:xfrm>
            <a:prstGeom prst="rect">
              <a:avLst/>
            </a:prstGeom>
          </p:spPr>
        </p:pic>
        <p:sp>
          <p:nvSpPr>
            <p:cNvPr id="32" name="Rectangle 31">
              <a:extLst>
                <a:ext uri="{FF2B5EF4-FFF2-40B4-BE49-F238E27FC236}">
                  <a16:creationId xmlns:a16="http://schemas.microsoft.com/office/drawing/2014/main" id="{B67F39F8-AFAA-4F1A-823C-3AD53FA01A6C}"/>
                </a:ext>
              </a:extLst>
            </p:cNvPr>
            <p:cNvSpPr/>
            <p:nvPr userDrawn="1"/>
          </p:nvSpPr>
          <p:spPr>
            <a:xfrm>
              <a:off x="6199540" y="4135123"/>
              <a:ext cx="1322734" cy="322462"/>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796" err="1"/>
            </a:p>
          </p:txBody>
        </p:sp>
        <p:grpSp>
          <p:nvGrpSpPr>
            <p:cNvPr id="16" name="Group 15">
              <a:extLst>
                <a:ext uri="{FF2B5EF4-FFF2-40B4-BE49-F238E27FC236}">
                  <a16:creationId xmlns:a16="http://schemas.microsoft.com/office/drawing/2014/main" id="{71F8064C-EA32-2695-A62E-0FD19E6488D2}"/>
                </a:ext>
              </a:extLst>
            </p:cNvPr>
            <p:cNvGrpSpPr/>
            <p:nvPr userDrawn="1"/>
          </p:nvGrpSpPr>
          <p:grpSpPr>
            <a:xfrm>
              <a:off x="6264683" y="4489006"/>
              <a:ext cx="1227581" cy="430507"/>
              <a:chOff x="9633073" y="4865213"/>
              <a:chExt cx="1340678" cy="543868"/>
            </a:xfrm>
          </p:grpSpPr>
          <p:cxnSp>
            <p:nvCxnSpPr>
              <p:cNvPr id="33" name="Straight Connector 32">
                <a:extLst>
                  <a:ext uri="{FF2B5EF4-FFF2-40B4-BE49-F238E27FC236}">
                    <a16:creationId xmlns:a16="http://schemas.microsoft.com/office/drawing/2014/main" id="{275A4E6E-E1F4-43FD-B8CF-26E4922501BE}"/>
                  </a:ext>
                </a:extLst>
              </p:cNvPr>
              <p:cNvCxnSpPr>
                <a:cxnSpLocks/>
              </p:cNvCxnSpPr>
              <p:nvPr userDrawn="1"/>
            </p:nvCxnSpPr>
            <p:spPr>
              <a:xfrm>
                <a:off x="9633073" y="4865213"/>
                <a:ext cx="1340678" cy="543868"/>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41D1501F-27A0-4700-9931-9C3FAB584CBF}"/>
                  </a:ext>
                </a:extLst>
              </p:cNvPr>
              <p:cNvCxnSpPr>
                <a:cxnSpLocks/>
              </p:cNvCxnSpPr>
              <p:nvPr userDrawn="1"/>
            </p:nvCxnSpPr>
            <p:spPr>
              <a:xfrm flipV="1">
                <a:off x="9638376" y="4871464"/>
                <a:ext cx="1325413" cy="537617"/>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grpSp>
          <p:nvGrpSpPr>
            <p:cNvPr id="17" name="Group 16">
              <a:extLst>
                <a:ext uri="{FF2B5EF4-FFF2-40B4-BE49-F238E27FC236}">
                  <a16:creationId xmlns:a16="http://schemas.microsoft.com/office/drawing/2014/main" id="{A5D02872-5612-DE62-3C76-69A4C63D6028}"/>
                </a:ext>
              </a:extLst>
            </p:cNvPr>
            <p:cNvGrpSpPr/>
            <p:nvPr userDrawn="1"/>
          </p:nvGrpSpPr>
          <p:grpSpPr>
            <a:xfrm>
              <a:off x="6272862" y="5981737"/>
              <a:ext cx="1210972" cy="131714"/>
              <a:chOff x="9641250" y="5721348"/>
              <a:chExt cx="1322539" cy="131714"/>
            </a:xfrm>
          </p:grpSpPr>
          <p:cxnSp>
            <p:nvCxnSpPr>
              <p:cNvPr id="35" name="Straight Connector 34">
                <a:extLst>
                  <a:ext uri="{FF2B5EF4-FFF2-40B4-BE49-F238E27FC236}">
                    <a16:creationId xmlns:a16="http://schemas.microsoft.com/office/drawing/2014/main" id="{3B373B96-DCE8-4A3E-B352-6213002B76DB}"/>
                  </a:ext>
                </a:extLst>
              </p:cNvPr>
              <p:cNvCxnSpPr>
                <a:cxnSpLocks/>
              </p:cNvCxnSpPr>
              <p:nvPr userDrawn="1"/>
            </p:nvCxnSpPr>
            <p:spPr>
              <a:xfrm>
                <a:off x="9644154" y="5721348"/>
                <a:ext cx="1319634" cy="131713"/>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31E09DDC-6C4A-434B-BFC0-03680F334496}"/>
                  </a:ext>
                </a:extLst>
              </p:cNvPr>
              <p:cNvCxnSpPr>
                <a:cxnSpLocks/>
              </p:cNvCxnSpPr>
              <p:nvPr userDrawn="1"/>
            </p:nvCxnSpPr>
            <p:spPr>
              <a:xfrm flipV="1">
                <a:off x="9641250" y="5721349"/>
                <a:ext cx="1322539" cy="131713"/>
              </a:xfrm>
              <a:prstGeom prst="line">
                <a:avLst/>
              </a:prstGeom>
              <a:ln w="25400">
                <a:solidFill>
                  <a:srgbClr val="FF0000"/>
                </a:solidFill>
              </a:ln>
            </p:spPr>
            <p:style>
              <a:lnRef idx="1">
                <a:schemeClr val="accent1"/>
              </a:lnRef>
              <a:fillRef idx="0">
                <a:schemeClr val="accent1"/>
              </a:fillRef>
              <a:effectRef idx="0">
                <a:schemeClr val="accent1"/>
              </a:effectRef>
              <a:fontRef idx="minor">
                <a:schemeClr val="tx1"/>
              </a:fontRef>
            </p:style>
          </p:cxnSp>
        </p:grpSp>
        <p:sp>
          <p:nvSpPr>
            <p:cNvPr id="18" name="Rectangle 17">
              <a:extLst>
                <a:ext uri="{FF2B5EF4-FFF2-40B4-BE49-F238E27FC236}">
                  <a16:creationId xmlns:a16="http://schemas.microsoft.com/office/drawing/2014/main" id="{7D6A5B63-704C-D12A-FEDD-DDC178A0A966}"/>
                </a:ext>
              </a:extLst>
            </p:cNvPr>
            <p:cNvSpPr/>
            <p:nvPr userDrawn="1"/>
          </p:nvSpPr>
          <p:spPr>
            <a:xfrm>
              <a:off x="6199540" y="5068106"/>
              <a:ext cx="1322734" cy="784053"/>
            </a:xfrm>
            <a:prstGeom prst="rect">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rtlCol="0" anchor="ctr"/>
            <a:lstStyle/>
            <a:p>
              <a:pPr algn="ctr"/>
              <a:endParaRPr lang="en-GB" sz="1796" err="1"/>
            </a:p>
          </p:txBody>
        </p:sp>
      </p:grpSp>
      <p:pic>
        <p:nvPicPr>
          <p:cNvPr id="37" name="Picture 36">
            <a:extLst>
              <a:ext uri="{FF2B5EF4-FFF2-40B4-BE49-F238E27FC236}">
                <a16:creationId xmlns:a16="http://schemas.microsoft.com/office/drawing/2014/main" id="{B7425079-9463-D918-BC58-9BB2E4C1F1F7}"/>
              </a:ext>
            </a:extLst>
          </p:cNvPr>
          <p:cNvPicPr>
            <a:picLocks noChangeAspect="1"/>
          </p:cNvPicPr>
          <p:nvPr userDrawn="1"/>
        </p:nvPicPr>
        <p:blipFill>
          <a:blip r:embed="rId11"/>
          <a:stretch>
            <a:fillRect/>
          </a:stretch>
        </p:blipFill>
        <p:spPr>
          <a:xfrm>
            <a:off x="5207406" y="2480919"/>
            <a:ext cx="417662" cy="410818"/>
          </a:xfrm>
          <a:prstGeom prst="rect">
            <a:avLst/>
          </a:prstGeom>
        </p:spPr>
      </p:pic>
      <p:pic>
        <p:nvPicPr>
          <p:cNvPr id="27" name="Picture 26">
            <a:extLst>
              <a:ext uri="{FF2B5EF4-FFF2-40B4-BE49-F238E27FC236}">
                <a16:creationId xmlns:a16="http://schemas.microsoft.com/office/drawing/2014/main" id="{875D611D-0D6D-59ED-1752-C7417ADF4A76}"/>
              </a:ext>
            </a:extLst>
          </p:cNvPr>
          <p:cNvPicPr>
            <a:picLocks noChangeAspect="1"/>
          </p:cNvPicPr>
          <p:nvPr userDrawn="1"/>
        </p:nvPicPr>
        <p:blipFill>
          <a:blip r:embed="rId12"/>
          <a:stretch>
            <a:fillRect/>
          </a:stretch>
        </p:blipFill>
        <p:spPr>
          <a:xfrm>
            <a:off x="5229878" y="1718612"/>
            <a:ext cx="372718" cy="501344"/>
          </a:xfrm>
          <a:prstGeom prst="rect">
            <a:avLst/>
          </a:prstGeom>
        </p:spPr>
      </p:pic>
      <p:sp>
        <p:nvSpPr>
          <p:cNvPr id="15" name="TextBox 14">
            <a:extLst>
              <a:ext uri="{FF2B5EF4-FFF2-40B4-BE49-F238E27FC236}">
                <a16:creationId xmlns:a16="http://schemas.microsoft.com/office/drawing/2014/main" id="{7801A068-E3DD-7FA1-3B63-14C6C3EFB0AB}"/>
              </a:ext>
            </a:extLst>
          </p:cNvPr>
          <p:cNvSpPr txBox="1"/>
          <p:nvPr userDrawn="1"/>
        </p:nvSpPr>
        <p:spPr>
          <a:xfrm>
            <a:off x="504001" y="309985"/>
            <a:ext cx="5560809" cy="193899"/>
          </a:xfrm>
          <a:prstGeom prst="rect">
            <a:avLst/>
          </a:prstGeom>
          <a:noFill/>
        </p:spPr>
        <p:txBody>
          <a:bodyPr wrap="square" lIns="0" tIns="0" rIns="0" bIns="0" rtlCol="0">
            <a:spAutoFit/>
          </a:bodyPr>
          <a:lstStyle/>
          <a:p>
            <a:pPr>
              <a:lnSpc>
                <a:spcPct val="90000"/>
              </a:lnSpc>
            </a:pPr>
            <a:r>
              <a:rPr lang="en-GB" sz="1400">
                <a:latin typeface="72 Brand" panose="020B0504030603020204" pitchFamily="34" charset="0"/>
              </a:rPr>
              <a:t>Delete this slide after reading</a:t>
            </a:r>
          </a:p>
        </p:txBody>
      </p:sp>
      <p:cxnSp>
        <p:nvCxnSpPr>
          <p:cNvPr id="30" name="Straight Connector 29">
            <a:extLst>
              <a:ext uri="{FF2B5EF4-FFF2-40B4-BE49-F238E27FC236}">
                <a16:creationId xmlns:a16="http://schemas.microsoft.com/office/drawing/2014/main" id="{B0FFC81C-DE75-1214-530C-10EC7C6CE1D9}"/>
              </a:ext>
            </a:extLst>
          </p:cNvPr>
          <p:cNvCxnSpPr/>
          <p:nvPr userDrawn="1"/>
        </p:nvCxnSpPr>
        <p:spPr>
          <a:xfrm>
            <a:off x="2863780" y="1142616"/>
            <a:ext cx="0" cy="5210559"/>
          </a:xfrm>
          <a:prstGeom prst="line">
            <a:avLst/>
          </a:prstGeom>
          <a:ln w="12700">
            <a:solidFill>
              <a:srgbClr val="D1EF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68E604B8-AFBB-5795-1B7C-568E9E9D9EF4}"/>
              </a:ext>
            </a:extLst>
          </p:cNvPr>
          <p:cNvCxnSpPr/>
          <p:nvPr userDrawn="1"/>
        </p:nvCxnSpPr>
        <p:spPr>
          <a:xfrm>
            <a:off x="5970588" y="1142616"/>
            <a:ext cx="0" cy="5210559"/>
          </a:xfrm>
          <a:prstGeom prst="line">
            <a:avLst/>
          </a:prstGeom>
          <a:ln w="12700">
            <a:solidFill>
              <a:srgbClr val="D1EF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72DB3B3D-C6F0-D7B9-3B2E-EFBC939A7A54}"/>
              </a:ext>
            </a:extLst>
          </p:cNvPr>
          <p:cNvCxnSpPr/>
          <p:nvPr userDrawn="1"/>
        </p:nvCxnSpPr>
        <p:spPr>
          <a:xfrm>
            <a:off x="8829781" y="1142616"/>
            <a:ext cx="0" cy="5210559"/>
          </a:xfrm>
          <a:prstGeom prst="line">
            <a:avLst/>
          </a:prstGeom>
          <a:ln w="12700">
            <a:solidFill>
              <a:srgbClr val="D1EF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8" name="TextBox 47">
            <a:extLst>
              <a:ext uri="{FF2B5EF4-FFF2-40B4-BE49-F238E27FC236}">
                <a16:creationId xmlns:a16="http://schemas.microsoft.com/office/drawing/2014/main" id="{C95C9E5E-6280-581F-FC2E-BF17F0A6F2DE}"/>
              </a:ext>
            </a:extLst>
          </p:cNvPr>
          <p:cNvSpPr txBox="1"/>
          <p:nvPr userDrawn="1"/>
        </p:nvSpPr>
        <p:spPr>
          <a:xfrm>
            <a:off x="505575" y="537299"/>
            <a:ext cx="10728000" cy="332399"/>
          </a:xfrm>
          <a:prstGeom prst="rect">
            <a:avLst/>
          </a:prstGeom>
          <a:noFill/>
        </p:spPr>
        <p:txBody>
          <a:bodyPr wrap="square" lIns="0" tIns="0" rIns="0" bIns="0" rtlCol="0" anchor="ctr">
            <a:spAutoFit/>
          </a:bodyPr>
          <a:lstStyle/>
          <a:p>
            <a:pPr>
              <a:lnSpc>
                <a:spcPct val="90000"/>
              </a:lnSpc>
            </a:pPr>
            <a:r>
              <a:rPr lang="en-GB" sz="2400">
                <a:latin typeface="72 Brand Medium" panose="020B0604030603020204" pitchFamily="34" charset="0"/>
              </a:rPr>
              <a:t>Tips &amp; tricks – your user guide</a:t>
            </a:r>
          </a:p>
        </p:txBody>
      </p:sp>
      <p:sp>
        <p:nvSpPr>
          <p:cNvPr id="49" name="Slide number">
            <a:extLst>
              <a:ext uri="{FF2B5EF4-FFF2-40B4-BE49-F238E27FC236}">
                <a16:creationId xmlns:a16="http://schemas.microsoft.com/office/drawing/2014/main" id="{08E6B7AB-6B75-1AD1-90E9-9F668FFE5B71}"/>
              </a:ext>
            </a:extLst>
          </p:cNvPr>
          <p:cNvSpPr txBox="1"/>
          <p:nvPr userDrawn="1"/>
        </p:nvSpPr>
        <p:spPr bwMode="black">
          <a:xfrm>
            <a:off x="11546207" y="6536751"/>
            <a:ext cx="144270"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b="0" i="0" noProof="0" smtClean="0">
                <a:latin typeface="+mn-lt"/>
              </a:rPr>
              <a:pPr marL="0" lvl="0" indent="0" algn="r">
                <a:buNone/>
              </a:pPr>
              <a:t>‹#›</a:t>
            </a:fld>
            <a:endParaRPr lang="en-US" sz="900" b="0" i="0" noProof="0">
              <a:latin typeface="+mn-lt"/>
            </a:endParaRPr>
          </a:p>
        </p:txBody>
      </p:sp>
      <p:pic>
        <p:nvPicPr>
          <p:cNvPr id="50" name="Picture 49">
            <a:extLst>
              <a:ext uri="{FF2B5EF4-FFF2-40B4-BE49-F238E27FC236}">
                <a16:creationId xmlns:a16="http://schemas.microsoft.com/office/drawing/2014/main" id="{E41DC4AD-29D6-BA7E-0AC2-2D78A458DFDB}"/>
              </a:ext>
            </a:extLst>
          </p:cNvPr>
          <p:cNvPicPr>
            <a:picLocks noChangeAspect="1"/>
          </p:cNvPicPr>
          <p:nvPr userDrawn="1"/>
        </p:nvPicPr>
        <p:blipFill>
          <a:blip r:embed="rId13"/>
          <a:stretch>
            <a:fillRect/>
          </a:stretch>
        </p:blipFill>
        <p:spPr>
          <a:xfrm>
            <a:off x="9082088" y="6085528"/>
            <a:ext cx="2606884" cy="267647"/>
          </a:xfrm>
          <a:prstGeom prst="rect">
            <a:avLst/>
          </a:prstGeom>
        </p:spPr>
      </p:pic>
    </p:spTree>
    <p:extLst>
      <p:ext uri="{BB962C8B-B14F-4D97-AF65-F5344CB8AC3E}">
        <p14:creationId xmlns:p14="http://schemas.microsoft.com/office/powerpoint/2010/main" val="400210884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User guide SAP BRAND SITE">
    <p:spTree>
      <p:nvGrpSpPr>
        <p:cNvPr id="1" name=""/>
        <p:cNvGrpSpPr/>
        <p:nvPr/>
      </p:nvGrpSpPr>
      <p:grpSpPr>
        <a:xfrm>
          <a:off x="0" y="0"/>
          <a:ext cx="0" cy="0"/>
          <a:chOff x="0" y="0"/>
          <a:chExt cx="0" cy="0"/>
        </a:xfrm>
      </p:grpSpPr>
      <p:sp>
        <p:nvSpPr>
          <p:cNvPr id="20" name="Date Placeholder 6" hidden="1">
            <a:extLst>
              <a:ext uri="{FF2B5EF4-FFF2-40B4-BE49-F238E27FC236}">
                <a16:creationId xmlns:a16="http://schemas.microsoft.com/office/drawing/2014/main" id="{56AA1691-6753-45B8-AB77-1105989467F7}"/>
              </a:ext>
            </a:extLst>
          </p:cNvPr>
          <p:cNvSpPr>
            <a:spLocks noGrp="1"/>
          </p:cNvSpPr>
          <p:nvPr>
            <p:ph type="dt" sz="half" idx="15"/>
          </p:nvPr>
        </p:nvSpPr>
        <p:spPr>
          <a:xfrm>
            <a:off x="540000" y="6433200"/>
            <a:ext cx="2743200" cy="180000"/>
          </a:xfrm>
          <a:prstGeom prst="rect">
            <a:avLst/>
          </a:prstGeom>
        </p:spPr>
        <p:txBody>
          <a:bodyPr vert="horz" lIns="0" tIns="0" rIns="0" bIns="0" rtlCol="0" anchor="b" anchorCtr="0"/>
          <a:lstStyle>
            <a:defPPr>
              <a:defRPr lang="en-US"/>
            </a:defPPr>
            <a:lvl1pPr marL="0" algn="l"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27BBD34-DD59-49E1-9776-D67684F06344}" type="datetime4">
              <a:rPr lang="en-GB" smtClean="0"/>
              <a:pPr/>
              <a:t>03 June 2026</a:t>
            </a:fld>
            <a:endParaRPr lang="en-GB"/>
          </a:p>
        </p:txBody>
      </p:sp>
      <p:sp>
        <p:nvSpPr>
          <p:cNvPr id="21" name="Footer Placeholder 8" hidden="1">
            <a:extLst>
              <a:ext uri="{FF2B5EF4-FFF2-40B4-BE49-F238E27FC236}">
                <a16:creationId xmlns:a16="http://schemas.microsoft.com/office/drawing/2014/main" id="{2F8C9320-E8BF-471F-8DD3-1BC479021917}"/>
              </a:ext>
            </a:extLst>
          </p:cNvPr>
          <p:cNvSpPr>
            <a:spLocks noGrp="1"/>
          </p:cNvSpPr>
          <p:nvPr>
            <p:ph type="ftr" sz="quarter" idx="16"/>
          </p:nvPr>
        </p:nvSpPr>
        <p:spPr>
          <a:xfrm>
            <a:off x="4038600" y="6433200"/>
            <a:ext cx="4114800" cy="180000"/>
          </a:xfrm>
          <a:prstGeom prst="rect">
            <a:avLst/>
          </a:prstGeom>
        </p:spPr>
        <p:txBody>
          <a:bodyPr vert="horz" lIns="0" tIns="0" rIns="0" bIns="0" rtlCol="0" anchor="b" anchorCtr="0"/>
          <a:lstStyle>
            <a:defPPr>
              <a:defRPr lang="en-US"/>
            </a:defPPr>
            <a:lvl1pPr marL="0" algn="ct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22" name="Slide Number Placeholder 10" hidden="1">
            <a:extLst>
              <a:ext uri="{FF2B5EF4-FFF2-40B4-BE49-F238E27FC236}">
                <a16:creationId xmlns:a16="http://schemas.microsoft.com/office/drawing/2014/main" id="{B01A309B-80AB-481C-AE3F-3C56C2C92EE2}"/>
              </a:ext>
            </a:extLst>
          </p:cNvPr>
          <p:cNvSpPr>
            <a:spLocks noGrp="1"/>
          </p:cNvSpPr>
          <p:nvPr>
            <p:ph type="sldNum" sz="quarter" idx="17"/>
          </p:nvPr>
        </p:nvSpPr>
        <p:spPr>
          <a:xfrm>
            <a:off x="11313553" y="6433200"/>
            <a:ext cx="335521" cy="180000"/>
          </a:xfrm>
          <a:prstGeom prst="rect">
            <a:avLst/>
          </a:prstGeom>
        </p:spPr>
        <p:txBody>
          <a:bodyPr vert="horz" lIns="0" tIns="0" rIns="0" bIns="0" rtlCol="0" anchor="b" anchorCtr="0"/>
          <a:lstStyle>
            <a:defPPr>
              <a:defRPr lang="en-US"/>
            </a:defPPr>
            <a:lvl1pPr marL="0" algn="r" defTabSz="914400" rtl="0" eaLnBrk="1" latinLnBrk="0" hangingPunct="1">
              <a:defRPr sz="1000" kern="1200">
                <a:solidFill>
                  <a:srgbClr val="FF0000"/>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3AA811B-2EBD-4900-905E-5BE206449611}" type="slidenum">
              <a:rPr lang="en-GB" smtClean="0"/>
              <a:pPr/>
              <a:t>‹#›</a:t>
            </a:fld>
            <a:endParaRPr lang="en-GB"/>
          </a:p>
        </p:txBody>
      </p:sp>
      <p:sp>
        <p:nvSpPr>
          <p:cNvPr id="15" name="TextBox 14">
            <a:extLst>
              <a:ext uri="{FF2B5EF4-FFF2-40B4-BE49-F238E27FC236}">
                <a16:creationId xmlns:a16="http://schemas.microsoft.com/office/drawing/2014/main" id="{7801A068-E3DD-7FA1-3B63-14C6C3EFB0AB}"/>
              </a:ext>
            </a:extLst>
          </p:cNvPr>
          <p:cNvSpPr txBox="1"/>
          <p:nvPr userDrawn="1"/>
        </p:nvSpPr>
        <p:spPr>
          <a:xfrm>
            <a:off x="504001" y="309985"/>
            <a:ext cx="5560809" cy="193899"/>
          </a:xfrm>
          <a:prstGeom prst="rect">
            <a:avLst/>
          </a:prstGeom>
          <a:noFill/>
        </p:spPr>
        <p:txBody>
          <a:bodyPr wrap="square" lIns="0" tIns="0" rIns="0" bIns="0" rtlCol="0">
            <a:spAutoFit/>
          </a:bodyPr>
          <a:lstStyle/>
          <a:p>
            <a:pPr>
              <a:lnSpc>
                <a:spcPct val="90000"/>
              </a:lnSpc>
            </a:pPr>
            <a:r>
              <a:rPr lang="en-GB" sz="1400">
                <a:latin typeface="72 Brand" panose="020B0504030603020204" pitchFamily="34" charset="0"/>
              </a:rPr>
              <a:t>Delete this slide after reading</a:t>
            </a:r>
          </a:p>
        </p:txBody>
      </p:sp>
      <p:sp>
        <p:nvSpPr>
          <p:cNvPr id="48" name="TextBox 47">
            <a:extLst>
              <a:ext uri="{FF2B5EF4-FFF2-40B4-BE49-F238E27FC236}">
                <a16:creationId xmlns:a16="http://schemas.microsoft.com/office/drawing/2014/main" id="{C95C9E5E-6280-581F-FC2E-BF17F0A6F2DE}"/>
              </a:ext>
            </a:extLst>
          </p:cNvPr>
          <p:cNvSpPr txBox="1"/>
          <p:nvPr userDrawn="1"/>
        </p:nvSpPr>
        <p:spPr>
          <a:xfrm>
            <a:off x="505575" y="537299"/>
            <a:ext cx="10728000" cy="332399"/>
          </a:xfrm>
          <a:prstGeom prst="rect">
            <a:avLst/>
          </a:prstGeom>
          <a:noFill/>
        </p:spPr>
        <p:txBody>
          <a:bodyPr wrap="square" lIns="0" tIns="0" rIns="0" bIns="0" rtlCol="0" anchor="ctr">
            <a:spAutoFit/>
          </a:bodyPr>
          <a:lstStyle/>
          <a:p>
            <a:pPr>
              <a:lnSpc>
                <a:spcPct val="90000"/>
              </a:lnSpc>
            </a:pPr>
            <a:r>
              <a:rPr lang="en-GB" sz="2400">
                <a:latin typeface="72 Brand Medium" panose="020B0604030603020204" pitchFamily="34" charset="0"/>
              </a:rPr>
              <a:t>Tips &amp; tricks – your user guide – SAP brand site</a:t>
            </a:r>
          </a:p>
        </p:txBody>
      </p:sp>
      <p:sp>
        <p:nvSpPr>
          <p:cNvPr id="49" name="Slide number">
            <a:extLst>
              <a:ext uri="{FF2B5EF4-FFF2-40B4-BE49-F238E27FC236}">
                <a16:creationId xmlns:a16="http://schemas.microsoft.com/office/drawing/2014/main" id="{08E6B7AB-6B75-1AD1-90E9-9F668FFE5B71}"/>
              </a:ext>
            </a:extLst>
          </p:cNvPr>
          <p:cNvSpPr txBox="1"/>
          <p:nvPr userDrawn="1"/>
        </p:nvSpPr>
        <p:spPr bwMode="black">
          <a:xfrm>
            <a:off x="11546207" y="6536751"/>
            <a:ext cx="144270"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b="0" i="0" noProof="0" smtClean="0">
                <a:latin typeface="+mn-lt"/>
              </a:rPr>
              <a:pPr marL="0" lvl="0" indent="0" algn="r">
                <a:buNone/>
              </a:pPr>
              <a:t>‹#›</a:t>
            </a:fld>
            <a:endParaRPr lang="en-US" sz="900" b="0" i="0" noProof="0">
              <a:latin typeface="+mn-lt"/>
            </a:endParaRPr>
          </a:p>
        </p:txBody>
      </p:sp>
      <p:sp>
        <p:nvSpPr>
          <p:cNvPr id="2" name="TextBox 1">
            <a:extLst>
              <a:ext uri="{FF2B5EF4-FFF2-40B4-BE49-F238E27FC236}">
                <a16:creationId xmlns:a16="http://schemas.microsoft.com/office/drawing/2014/main" id="{36943137-62A8-B3EC-D111-2BA192EF3065}"/>
              </a:ext>
            </a:extLst>
          </p:cNvPr>
          <p:cNvSpPr txBox="1"/>
          <p:nvPr userDrawn="1"/>
        </p:nvSpPr>
        <p:spPr>
          <a:xfrm>
            <a:off x="3375642" y="2402037"/>
            <a:ext cx="2607498" cy="1477328"/>
          </a:xfrm>
          <a:prstGeom prst="rect">
            <a:avLst/>
          </a:prstGeom>
          <a:noFill/>
        </p:spPr>
        <p:txBody>
          <a:bodyPr wrap="square" lIns="0" tIns="0" rIns="0" bIns="0" rtlCol="0">
            <a:spAutoFit/>
          </a:bodyPr>
          <a:lstStyle/>
          <a:p>
            <a:pPr marL="222250" indent="-222250" fontAlgn="base">
              <a:spcBef>
                <a:spcPct val="50000"/>
              </a:spcBef>
              <a:spcAft>
                <a:spcPct val="0"/>
              </a:spcAft>
              <a:buClr>
                <a:schemeClr val="tx1"/>
              </a:buClr>
              <a:buSzPct val="100000"/>
              <a:buFont typeface="Arial" panose="020B0604020202020204" pitchFamily="34" charset="0"/>
              <a:buChar char="•"/>
            </a:pPr>
            <a:r>
              <a:rPr lang="en-US" sz="1600">
                <a:latin typeface="72 Brand" panose="020B0504030603020204" pitchFamily="34" charset="0"/>
              </a:rPr>
              <a:t>Download and request licensed and approved photographs, videos, pictograms, icons, and sounds for use in SAP assets</a:t>
            </a:r>
          </a:p>
        </p:txBody>
      </p:sp>
      <p:sp>
        <p:nvSpPr>
          <p:cNvPr id="3" name="TextBox 2">
            <a:extLst>
              <a:ext uri="{FF2B5EF4-FFF2-40B4-BE49-F238E27FC236}">
                <a16:creationId xmlns:a16="http://schemas.microsoft.com/office/drawing/2014/main" id="{82C7D176-86E4-BAA4-EAFA-777197DB11FB}"/>
              </a:ext>
            </a:extLst>
          </p:cNvPr>
          <p:cNvSpPr txBox="1"/>
          <p:nvPr userDrawn="1"/>
        </p:nvSpPr>
        <p:spPr>
          <a:xfrm>
            <a:off x="4066177" y="1881656"/>
            <a:ext cx="1296830" cy="246221"/>
          </a:xfrm>
          <a:prstGeom prst="rect">
            <a:avLst/>
          </a:prstGeom>
          <a:noFill/>
        </p:spPr>
        <p:txBody>
          <a:bodyPr wrap="none" lIns="0" tIns="0" rIns="0" bIns="0" rtlCol="0">
            <a:spAutoFit/>
          </a:bodyPr>
          <a:lstStyle/>
          <a:p>
            <a:pPr fontAlgn="base">
              <a:spcBef>
                <a:spcPct val="50000"/>
              </a:spcBef>
              <a:spcAft>
                <a:spcPct val="0"/>
              </a:spcAft>
              <a:buClr>
                <a:srgbClr val="F0AB00"/>
              </a:buClr>
              <a:buSzPct val="80000"/>
            </a:pPr>
            <a:r>
              <a:rPr lang="en-US" sz="1600" kern="0">
                <a:latin typeface="72 Brand Medium" panose="020B0504030603020204" pitchFamily="34" charset="0"/>
                <a:ea typeface="Arial Unicode MS" pitchFamily="34" charset="-128"/>
                <a:cs typeface="Arial Unicode MS" pitchFamily="34" charset="-128"/>
              </a:rPr>
              <a:t>Media Library</a:t>
            </a:r>
          </a:p>
        </p:txBody>
      </p:sp>
      <p:sp>
        <p:nvSpPr>
          <p:cNvPr id="4" name="TextBox 3">
            <a:extLst>
              <a:ext uri="{FF2B5EF4-FFF2-40B4-BE49-F238E27FC236}">
                <a16:creationId xmlns:a16="http://schemas.microsoft.com/office/drawing/2014/main" id="{9FB243CE-B0B3-55AC-0615-A3583693E365}"/>
              </a:ext>
            </a:extLst>
          </p:cNvPr>
          <p:cNvSpPr txBox="1"/>
          <p:nvPr userDrawn="1"/>
        </p:nvSpPr>
        <p:spPr>
          <a:xfrm>
            <a:off x="1198576" y="1881656"/>
            <a:ext cx="570669" cy="246221"/>
          </a:xfrm>
          <a:prstGeom prst="rect">
            <a:avLst/>
          </a:prstGeom>
          <a:noFill/>
        </p:spPr>
        <p:txBody>
          <a:bodyPr wrap="none" lIns="0" tIns="0" rIns="0" bIns="0" rtlCol="0">
            <a:spAutoFit/>
          </a:bodyPr>
          <a:lstStyle/>
          <a:p>
            <a:pPr fontAlgn="base">
              <a:spcBef>
                <a:spcPct val="50000"/>
              </a:spcBef>
              <a:spcAft>
                <a:spcPct val="0"/>
              </a:spcAft>
              <a:buClr>
                <a:srgbClr val="F0AB00"/>
              </a:buClr>
              <a:buSzPct val="80000"/>
            </a:pPr>
            <a:r>
              <a:rPr lang="en-US" sz="1600" kern="0">
                <a:latin typeface="72 Brand Medium" panose="020B0504030603020204" pitchFamily="34" charset="0"/>
                <a:ea typeface="Arial Unicode MS" pitchFamily="34" charset="-128"/>
                <a:cs typeface="Arial Unicode MS" pitchFamily="34" charset="-128"/>
              </a:rPr>
              <a:t>Brand</a:t>
            </a:r>
          </a:p>
        </p:txBody>
      </p:sp>
      <p:sp>
        <p:nvSpPr>
          <p:cNvPr id="5" name="TextBox 4">
            <a:extLst>
              <a:ext uri="{FF2B5EF4-FFF2-40B4-BE49-F238E27FC236}">
                <a16:creationId xmlns:a16="http://schemas.microsoft.com/office/drawing/2014/main" id="{8366C5F3-F425-CE4C-8D95-04E9E9BDB6FD}"/>
              </a:ext>
            </a:extLst>
          </p:cNvPr>
          <p:cNvSpPr txBox="1"/>
          <p:nvPr userDrawn="1"/>
        </p:nvSpPr>
        <p:spPr>
          <a:xfrm>
            <a:off x="504001" y="2402037"/>
            <a:ext cx="2607498" cy="1231106"/>
          </a:xfrm>
          <a:prstGeom prst="rect">
            <a:avLst/>
          </a:prstGeom>
          <a:noFill/>
        </p:spPr>
        <p:txBody>
          <a:bodyPr wrap="square" lIns="0" tIns="0" rIns="0" bIns="0" rtlCol="0">
            <a:spAutoFit/>
          </a:bodyPr>
          <a:lstStyle/>
          <a:p>
            <a:pPr marL="222250" indent="-222250" fontAlgn="base">
              <a:spcBef>
                <a:spcPct val="50000"/>
              </a:spcBef>
              <a:spcAft>
                <a:spcPct val="0"/>
              </a:spcAft>
              <a:buClr>
                <a:schemeClr val="tx1"/>
              </a:buClr>
              <a:buSzPct val="100000"/>
              <a:buFont typeface="Arial" panose="020B0604020202020204" pitchFamily="34" charset="0"/>
              <a:buChar char="•"/>
            </a:pPr>
            <a:r>
              <a:rPr lang="en-US" sz="1600">
                <a:latin typeface="72 Brand" panose="020B0504030603020204" pitchFamily="34" charset="0"/>
              </a:rPr>
              <a:t>Find information on our brand strategy, logo, colors, tone of voice, graphics, font, and photography</a:t>
            </a:r>
          </a:p>
        </p:txBody>
      </p:sp>
      <p:sp>
        <p:nvSpPr>
          <p:cNvPr id="7" name="TextBox 6">
            <a:extLst>
              <a:ext uri="{FF2B5EF4-FFF2-40B4-BE49-F238E27FC236}">
                <a16:creationId xmlns:a16="http://schemas.microsoft.com/office/drawing/2014/main" id="{1FCF45A1-A43E-037C-50A7-9B62EBFB00BA}"/>
              </a:ext>
            </a:extLst>
          </p:cNvPr>
          <p:cNvSpPr txBox="1"/>
          <p:nvPr userDrawn="1"/>
        </p:nvSpPr>
        <p:spPr>
          <a:xfrm>
            <a:off x="6245122" y="2380971"/>
            <a:ext cx="2607498" cy="1969770"/>
          </a:xfrm>
          <a:prstGeom prst="rect">
            <a:avLst/>
          </a:prstGeom>
          <a:noFill/>
        </p:spPr>
        <p:txBody>
          <a:bodyPr wrap="square" lIns="0" tIns="0" rIns="0" bIns="0" rtlCol="0">
            <a:spAutoFit/>
          </a:bodyPr>
          <a:lstStyle/>
          <a:p>
            <a:pPr marL="222250" indent="-222250" fontAlgn="base">
              <a:spcBef>
                <a:spcPct val="50000"/>
              </a:spcBef>
              <a:spcAft>
                <a:spcPct val="0"/>
              </a:spcAft>
              <a:buClr>
                <a:schemeClr val="tx1"/>
              </a:buClr>
              <a:buSzPct val="100000"/>
              <a:buFont typeface="Arial" panose="020B0604020202020204" pitchFamily="34" charset="0"/>
              <a:buChar char="•"/>
            </a:pPr>
            <a:r>
              <a:rPr lang="en-US" sz="1600">
                <a:latin typeface="72 Brand" panose="020B0504030603020204" pitchFamily="34" charset="0"/>
              </a:rPr>
              <a:t>Learn how we name our offerings, review the naming process, and guidelines</a:t>
            </a:r>
          </a:p>
          <a:p>
            <a:pPr marL="222250" indent="-222250" fontAlgn="base">
              <a:spcBef>
                <a:spcPct val="50000"/>
              </a:spcBef>
              <a:spcAft>
                <a:spcPct val="0"/>
              </a:spcAft>
              <a:buClr>
                <a:schemeClr val="tx1"/>
              </a:buClr>
              <a:buSzPct val="100000"/>
              <a:buFont typeface="Arial" panose="020B0604020202020204" pitchFamily="34" charset="0"/>
              <a:buChar char="•"/>
            </a:pPr>
            <a:r>
              <a:rPr lang="en-US" sz="1600">
                <a:latin typeface="72 Brand" panose="020B0504030603020204" pitchFamily="34" charset="0"/>
              </a:rPr>
              <a:t>Request a name</a:t>
            </a:r>
          </a:p>
          <a:p>
            <a:pPr marL="222250" indent="-222250" fontAlgn="base">
              <a:spcBef>
                <a:spcPct val="50000"/>
              </a:spcBef>
              <a:spcAft>
                <a:spcPct val="0"/>
              </a:spcAft>
              <a:buClr>
                <a:schemeClr val="tx1"/>
              </a:buClr>
              <a:buSzPct val="100000"/>
              <a:buFont typeface="Arial" panose="020B0604020202020204" pitchFamily="34" charset="0"/>
              <a:buChar char="•"/>
            </a:pPr>
            <a:r>
              <a:rPr lang="en-US" sz="1600">
                <a:latin typeface="72 Brand" panose="020B0504030603020204" pitchFamily="34" charset="0"/>
              </a:rPr>
              <a:t>Search for approved names in real time</a:t>
            </a:r>
            <a:endParaRPr lang="en-US" sz="1600" kern="0">
              <a:latin typeface="72 Brand" panose="020B0504030603020204" pitchFamily="34" charset="0"/>
              <a:ea typeface="Arial Unicode MS" pitchFamily="34" charset="-128"/>
              <a:cs typeface="Arial Unicode MS" pitchFamily="34" charset="-128"/>
            </a:endParaRPr>
          </a:p>
        </p:txBody>
      </p:sp>
      <p:sp>
        <p:nvSpPr>
          <p:cNvPr id="10" name="TextBox 9">
            <a:extLst>
              <a:ext uri="{FF2B5EF4-FFF2-40B4-BE49-F238E27FC236}">
                <a16:creationId xmlns:a16="http://schemas.microsoft.com/office/drawing/2014/main" id="{FE0F1F97-371F-BB20-9044-8D5885634D9A}"/>
              </a:ext>
            </a:extLst>
          </p:cNvPr>
          <p:cNvSpPr txBox="1"/>
          <p:nvPr userDrawn="1"/>
        </p:nvSpPr>
        <p:spPr>
          <a:xfrm>
            <a:off x="6914073" y="1881656"/>
            <a:ext cx="1407437" cy="246221"/>
          </a:xfrm>
          <a:prstGeom prst="rect">
            <a:avLst/>
          </a:prstGeom>
          <a:noFill/>
        </p:spPr>
        <p:txBody>
          <a:bodyPr wrap="none" lIns="0" tIns="0" rIns="0" bIns="0" rtlCol="0">
            <a:spAutoFit/>
          </a:bodyPr>
          <a:lstStyle/>
          <a:p>
            <a:pPr fontAlgn="base">
              <a:spcBef>
                <a:spcPct val="50000"/>
              </a:spcBef>
              <a:spcAft>
                <a:spcPct val="0"/>
              </a:spcAft>
              <a:buClr>
                <a:srgbClr val="F0AB00"/>
              </a:buClr>
              <a:buSzPct val="80000"/>
            </a:pPr>
            <a:r>
              <a:rPr lang="en-US" sz="1600" kern="0">
                <a:latin typeface="72 Brand Medium" panose="020B0504030603020204" pitchFamily="34" charset="0"/>
                <a:ea typeface="Arial Unicode MS" pitchFamily="34" charset="-128"/>
                <a:cs typeface="Arial Unicode MS" pitchFamily="34" charset="-128"/>
              </a:rPr>
              <a:t>Naming Center</a:t>
            </a:r>
          </a:p>
        </p:txBody>
      </p:sp>
      <p:sp>
        <p:nvSpPr>
          <p:cNvPr id="11" name="TextBox 10">
            <a:extLst>
              <a:ext uri="{FF2B5EF4-FFF2-40B4-BE49-F238E27FC236}">
                <a16:creationId xmlns:a16="http://schemas.microsoft.com/office/drawing/2014/main" id="{FA279038-CDF3-3E09-8F1B-8E1CB8249534}"/>
              </a:ext>
            </a:extLst>
          </p:cNvPr>
          <p:cNvSpPr txBox="1"/>
          <p:nvPr userDrawn="1"/>
        </p:nvSpPr>
        <p:spPr>
          <a:xfrm>
            <a:off x="9770347" y="1881656"/>
            <a:ext cx="1572546" cy="246221"/>
          </a:xfrm>
          <a:prstGeom prst="rect">
            <a:avLst/>
          </a:prstGeom>
          <a:noFill/>
        </p:spPr>
        <p:txBody>
          <a:bodyPr wrap="none" lIns="0" tIns="0" rIns="0" bIns="0" rtlCol="0">
            <a:spAutoFit/>
          </a:bodyPr>
          <a:lstStyle/>
          <a:p>
            <a:pPr fontAlgn="base">
              <a:spcBef>
                <a:spcPct val="50000"/>
              </a:spcBef>
              <a:spcAft>
                <a:spcPct val="0"/>
              </a:spcAft>
              <a:buClr>
                <a:srgbClr val="F0AB00"/>
              </a:buClr>
              <a:buSzPct val="80000"/>
            </a:pPr>
            <a:r>
              <a:rPr lang="en-US" sz="1600" kern="0">
                <a:latin typeface="72 Brand Medium" panose="020B0504030603020204" pitchFamily="34" charset="0"/>
                <a:ea typeface="Arial Unicode MS" pitchFamily="34" charset="-128"/>
                <a:cs typeface="Arial Unicode MS" pitchFamily="34" charset="-128"/>
              </a:rPr>
              <a:t>Writing Assistant</a:t>
            </a:r>
          </a:p>
        </p:txBody>
      </p:sp>
      <p:sp>
        <p:nvSpPr>
          <p:cNvPr id="14" name="TextBox 13">
            <a:extLst>
              <a:ext uri="{FF2B5EF4-FFF2-40B4-BE49-F238E27FC236}">
                <a16:creationId xmlns:a16="http://schemas.microsoft.com/office/drawing/2014/main" id="{106834DC-FA81-04FD-71E7-2A06BCC314CA}"/>
              </a:ext>
            </a:extLst>
          </p:cNvPr>
          <p:cNvSpPr txBox="1"/>
          <p:nvPr userDrawn="1"/>
        </p:nvSpPr>
        <p:spPr>
          <a:xfrm>
            <a:off x="9082852" y="2402037"/>
            <a:ext cx="2607498" cy="1231106"/>
          </a:xfrm>
          <a:prstGeom prst="rect">
            <a:avLst/>
          </a:prstGeom>
          <a:noFill/>
        </p:spPr>
        <p:txBody>
          <a:bodyPr wrap="square" lIns="0" tIns="0" rIns="0" bIns="0" rtlCol="0">
            <a:spAutoFit/>
          </a:bodyPr>
          <a:lstStyle/>
          <a:p>
            <a:pPr marL="222250" indent="-222250" fontAlgn="base">
              <a:spcBef>
                <a:spcPct val="50000"/>
              </a:spcBef>
              <a:spcAft>
                <a:spcPct val="0"/>
              </a:spcAft>
              <a:buClr>
                <a:schemeClr val="tx1"/>
              </a:buClr>
              <a:buSzPct val="100000"/>
              <a:buFont typeface="Arial" panose="020B0604020202020204" pitchFamily="34" charset="0"/>
              <a:buChar char="•"/>
            </a:pPr>
            <a:r>
              <a:rPr lang="en-US" sz="1600">
                <a:latin typeface="72 Brand" panose="020B0504030603020204" pitchFamily="34" charset="0"/>
              </a:rPr>
              <a:t>Copy and paste text </a:t>
            </a:r>
            <a:br>
              <a:rPr lang="en-US" sz="1600">
                <a:latin typeface="72 Brand" panose="020B0504030603020204" pitchFamily="34" charset="0"/>
              </a:rPr>
            </a:br>
            <a:r>
              <a:rPr lang="en-US" sz="1600">
                <a:latin typeface="72 Brand" panose="020B0504030603020204" pitchFamily="34" charset="0"/>
              </a:rPr>
              <a:t>to get instant feedback on grammar, spelling, approved names, style, and tone</a:t>
            </a:r>
          </a:p>
        </p:txBody>
      </p:sp>
      <p:pic>
        <p:nvPicPr>
          <p:cNvPr id="19" name="Grafik 6">
            <a:extLst>
              <a:ext uri="{FF2B5EF4-FFF2-40B4-BE49-F238E27FC236}">
                <a16:creationId xmlns:a16="http://schemas.microsoft.com/office/drawing/2014/main" id="{52486A61-E0EB-5E0A-0E7F-A76057F037D8}"/>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494874" y="1802913"/>
            <a:ext cx="406400" cy="406400"/>
          </a:xfrm>
          <a:prstGeom prst="rect">
            <a:avLst/>
          </a:prstGeom>
        </p:spPr>
      </p:pic>
      <p:pic>
        <p:nvPicPr>
          <p:cNvPr id="24" name="Grafik 12">
            <a:extLst>
              <a:ext uri="{FF2B5EF4-FFF2-40B4-BE49-F238E27FC236}">
                <a16:creationId xmlns:a16="http://schemas.microsoft.com/office/drawing/2014/main" id="{B44DB29B-4BB4-3CE3-8DF7-1725FDBE0BA7}"/>
              </a:ext>
            </a:extLst>
          </p:cNvPr>
          <p:cNvPicPr>
            <a:picLocks noChangeAspect="1"/>
          </p:cNvPicPr>
          <p:nvPr userDrawn="1"/>
        </p:nvPicPr>
        <p:blipFill>
          <a:blip>
            <a:extLst>
              <a:ext uri="{96DAC541-7B7A-43D3-8B79-37D633B846F1}">
                <asvg:svgBlip xmlns:asvg="http://schemas.microsoft.com/office/drawing/2016/SVG/main" r:embed="rId3"/>
              </a:ext>
            </a:extLst>
          </a:blip>
          <a:stretch>
            <a:fillRect/>
          </a:stretch>
        </p:blipFill>
        <p:spPr>
          <a:xfrm>
            <a:off x="9080327" y="1802913"/>
            <a:ext cx="406400" cy="406400"/>
          </a:xfrm>
          <a:prstGeom prst="rect">
            <a:avLst/>
          </a:prstGeom>
        </p:spPr>
      </p:pic>
      <p:pic>
        <p:nvPicPr>
          <p:cNvPr id="29" name="Grafik 16">
            <a:extLst>
              <a:ext uri="{FF2B5EF4-FFF2-40B4-BE49-F238E27FC236}">
                <a16:creationId xmlns:a16="http://schemas.microsoft.com/office/drawing/2014/main" id="{3212A1EA-544F-FF7B-C47D-411B0FE581BE}"/>
              </a:ext>
            </a:extLst>
          </p:cNvPr>
          <p:cNvPicPr>
            <a:picLocks noChangeAspect="1"/>
          </p:cNvPicPr>
          <p:nvPr userDrawn="1"/>
        </p:nvPicPr>
        <p:blipFill>
          <a:blip>
            <a:extLst>
              <a:ext uri="{96DAC541-7B7A-43D3-8B79-37D633B846F1}">
                <asvg:svgBlip xmlns:asvg="http://schemas.microsoft.com/office/drawing/2016/SVG/main" r:embed="rId4"/>
              </a:ext>
            </a:extLst>
          </a:blip>
          <a:stretch>
            <a:fillRect/>
          </a:stretch>
        </p:blipFill>
        <p:spPr>
          <a:xfrm>
            <a:off x="6223096" y="1802913"/>
            <a:ext cx="406400" cy="406400"/>
          </a:xfrm>
          <a:prstGeom prst="rect">
            <a:avLst/>
          </a:prstGeom>
        </p:spPr>
      </p:pic>
      <p:pic>
        <p:nvPicPr>
          <p:cNvPr id="39" name="Grafik 24">
            <a:extLst>
              <a:ext uri="{FF2B5EF4-FFF2-40B4-BE49-F238E27FC236}">
                <a16:creationId xmlns:a16="http://schemas.microsoft.com/office/drawing/2014/main" id="{03846BE7-EFF3-71C4-7BE3-FFB1423B2757}"/>
              </a:ext>
            </a:extLst>
          </p:cNvPr>
          <p:cNvPicPr>
            <a:picLocks noChangeAspect="1"/>
          </p:cNvPicPr>
          <p:nvPr userDrawn="1"/>
        </p:nvPicPr>
        <p:blipFill>
          <a:blip>
            <a:extLst>
              <a:ext uri="{96DAC541-7B7A-43D3-8B79-37D633B846F1}">
                <asvg:svgBlip xmlns:asvg="http://schemas.microsoft.com/office/drawing/2016/SVG/main" r:embed="rId5"/>
              </a:ext>
            </a:extLst>
          </a:blip>
          <a:stretch>
            <a:fillRect/>
          </a:stretch>
        </p:blipFill>
        <p:spPr>
          <a:xfrm>
            <a:off x="3372970" y="1802913"/>
            <a:ext cx="406400" cy="406400"/>
          </a:xfrm>
          <a:prstGeom prst="rect">
            <a:avLst/>
          </a:prstGeom>
        </p:spPr>
      </p:pic>
      <p:sp>
        <p:nvSpPr>
          <p:cNvPr id="40" name="TextBox 39">
            <a:extLst>
              <a:ext uri="{FF2B5EF4-FFF2-40B4-BE49-F238E27FC236}">
                <a16:creationId xmlns:a16="http://schemas.microsoft.com/office/drawing/2014/main" id="{F3E3413D-190F-15AA-863F-0D61520E01E4}"/>
              </a:ext>
            </a:extLst>
          </p:cNvPr>
          <p:cNvSpPr txBox="1"/>
          <p:nvPr userDrawn="1"/>
        </p:nvSpPr>
        <p:spPr>
          <a:xfrm>
            <a:off x="504001" y="5422515"/>
            <a:ext cx="11202163" cy="338554"/>
          </a:xfrm>
          <a:prstGeom prst="rect">
            <a:avLst/>
          </a:prstGeom>
          <a:solidFill>
            <a:srgbClr val="0070F2"/>
          </a:solidFill>
          <a:ln w="28575">
            <a:noFill/>
          </a:ln>
        </p:spPr>
        <p:txBody>
          <a:bodyPr wrap="square">
            <a:spAutoFit/>
          </a:bodyPr>
          <a:lstStyle/>
          <a:p>
            <a:pPr algn="ctr"/>
            <a:r>
              <a:rPr kumimoji="0" lang="en-US" sz="1600" b="0" i="0" u="none" strike="noStrike" kern="1200" cap="none" spc="0" normalizeH="0" baseline="0" noProof="0">
                <a:ln>
                  <a:noFill/>
                </a:ln>
                <a:solidFill>
                  <a:schemeClr val="bg1"/>
                </a:solidFill>
                <a:effectLst/>
                <a:uLnTx/>
                <a:uFillTx/>
                <a:latin typeface="72 Brand Medium" panose="020B0504030603020204" pitchFamily="34" charset="0"/>
                <a:ea typeface="+mj-ea"/>
                <a:cs typeface="+mj-cs"/>
              </a:rPr>
              <a:t>The SAP Brand site has all of the resources you need to bring our brand to life! </a:t>
            </a:r>
            <a:endParaRPr lang="en-DE" sz="1600">
              <a:solidFill>
                <a:schemeClr val="bg1"/>
              </a:solidFill>
              <a:latin typeface="+mj-lt"/>
            </a:endParaRPr>
          </a:p>
        </p:txBody>
      </p:sp>
      <p:sp>
        <p:nvSpPr>
          <p:cNvPr id="6" name="Rectangle 5">
            <a:extLst>
              <a:ext uri="{FF2B5EF4-FFF2-40B4-BE49-F238E27FC236}">
                <a16:creationId xmlns:a16="http://schemas.microsoft.com/office/drawing/2014/main" id="{3A73180C-291D-F405-90B9-18910307A62C}"/>
              </a:ext>
            </a:extLst>
          </p:cNvPr>
          <p:cNvSpPr/>
          <p:nvPr userDrawn="1"/>
        </p:nvSpPr>
        <p:spPr bwMode="gray">
          <a:xfrm>
            <a:off x="3362325" y="4611087"/>
            <a:ext cx="2607498" cy="594886"/>
          </a:xfrm>
          <a:prstGeom prst="rect">
            <a:avLst/>
          </a:prstGeom>
          <a:solidFill>
            <a:srgbClr val="D1EFFF"/>
          </a:solidFill>
          <a:ln w="28575" algn="ctr">
            <a:noFill/>
            <a:miter lim="800000"/>
            <a:headEnd/>
            <a:tailEnd/>
          </a:ln>
        </p:spPr>
        <p:txBody>
          <a:bodyPr lIns="90000" tIns="72000" rIns="90000" bIns="72000" rtlCol="0" anchor="ctr"/>
          <a:lstStyle/>
          <a:p>
            <a:pPr fontAlgn="base">
              <a:spcBef>
                <a:spcPct val="50000"/>
              </a:spcBef>
              <a:spcAft>
                <a:spcPct val="0"/>
              </a:spcAft>
              <a:buClr>
                <a:schemeClr val="tx1"/>
              </a:buClr>
              <a:buSzPct val="100000"/>
            </a:pPr>
            <a:r>
              <a:rPr lang="en-US" sz="1400">
                <a:latin typeface="72 Brand" panose="020B0504030603020204" pitchFamily="34" charset="0"/>
                <a:sym typeface="Wingdings" panose="05000000000000000000" pitchFamily="2" charset="2"/>
              </a:rPr>
              <a:t> </a:t>
            </a:r>
            <a:r>
              <a:rPr lang="en-US" sz="1400">
                <a:latin typeface="72 Brand" panose="020B0504030603020204" pitchFamily="34" charset="0"/>
              </a:rPr>
              <a:t>Go to </a:t>
            </a:r>
            <a:r>
              <a:rPr lang="en-US" sz="1400">
                <a:latin typeface="72 Brand" panose="020B0504030603020204" pitchFamily="34" charset="0"/>
                <a:hlinkClick r:id="rId6"/>
              </a:rPr>
              <a:t>Media Library</a:t>
            </a:r>
            <a:endParaRPr lang="en-US" sz="1400">
              <a:latin typeface="72 Brand" panose="020B0504030603020204" pitchFamily="34" charset="0"/>
            </a:endParaRPr>
          </a:p>
        </p:txBody>
      </p:sp>
      <p:sp>
        <p:nvSpPr>
          <p:cNvPr id="8" name="Rectangle 7">
            <a:extLst>
              <a:ext uri="{FF2B5EF4-FFF2-40B4-BE49-F238E27FC236}">
                <a16:creationId xmlns:a16="http://schemas.microsoft.com/office/drawing/2014/main" id="{AEAEA906-0573-FC48-FBB0-4BC3ACE96483}"/>
              </a:ext>
            </a:extLst>
          </p:cNvPr>
          <p:cNvSpPr/>
          <p:nvPr userDrawn="1"/>
        </p:nvSpPr>
        <p:spPr bwMode="gray">
          <a:xfrm>
            <a:off x="503238" y="4600214"/>
            <a:ext cx="2607498" cy="594886"/>
          </a:xfrm>
          <a:prstGeom prst="rect">
            <a:avLst/>
          </a:prstGeom>
          <a:solidFill>
            <a:srgbClr val="D1EFFF"/>
          </a:solidFill>
          <a:ln w="28575" algn="ctr">
            <a:noFill/>
            <a:miter lim="800000"/>
            <a:headEnd/>
            <a:tailEnd/>
          </a:ln>
        </p:spPr>
        <p:txBody>
          <a:bodyPr lIns="90000" tIns="72000" rIns="90000" bIns="72000" rtlCol="0" anchor="ctr"/>
          <a:lstStyle/>
          <a:p>
            <a:pPr fontAlgn="base">
              <a:spcBef>
                <a:spcPct val="50000"/>
              </a:spcBef>
              <a:spcAft>
                <a:spcPct val="0"/>
              </a:spcAft>
              <a:buClr>
                <a:schemeClr val="tx1"/>
              </a:buClr>
              <a:buSzPct val="100000"/>
            </a:pPr>
            <a:r>
              <a:rPr lang="en-US" sz="1400">
                <a:latin typeface="72 Brand" panose="020B0504030603020204" pitchFamily="34" charset="0"/>
                <a:sym typeface="Wingdings" panose="05000000000000000000" pitchFamily="2" charset="2"/>
              </a:rPr>
              <a:t> </a:t>
            </a:r>
            <a:r>
              <a:rPr lang="en-US" sz="1400">
                <a:latin typeface="72 Brand" panose="020B0504030603020204" pitchFamily="34" charset="0"/>
              </a:rPr>
              <a:t>Go to </a:t>
            </a:r>
            <a:r>
              <a:rPr lang="en-US" sz="1400">
                <a:latin typeface="72 Brand" panose="020B0504030603020204" pitchFamily="34" charset="0"/>
                <a:hlinkClick r:id="rId7"/>
              </a:rPr>
              <a:t>Brand</a:t>
            </a:r>
            <a:endParaRPr lang="en-US" sz="1400">
              <a:latin typeface="72 Brand" panose="020B0504030603020204" pitchFamily="34" charset="0"/>
            </a:endParaRPr>
          </a:p>
        </p:txBody>
      </p:sp>
      <p:sp>
        <p:nvSpPr>
          <p:cNvPr id="9" name="Rectangle 8">
            <a:extLst>
              <a:ext uri="{FF2B5EF4-FFF2-40B4-BE49-F238E27FC236}">
                <a16:creationId xmlns:a16="http://schemas.microsoft.com/office/drawing/2014/main" id="{64FD586B-C108-1309-C995-0AA9A96F0840}"/>
              </a:ext>
            </a:extLst>
          </p:cNvPr>
          <p:cNvSpPr/>
          <p:nvPr userDrawn="1"/>
        </p:nvSpPr>
        <p:spPr bwMode="gray">
          <a:xfrm>
            <a:off x="6223765" y="4591589"/>
            <a:ext cx="2607498" cy="594886"/>
          </a:xfrm>
          <a:prstGeom prst="rect">
            <a:avLst/>
          </a:prstGeom>
          <a:solidFill>
            <a:srgbClr val="D1EFFF"/>
          </a:solidFill>
          <a:ln w="28575" algn="ctr">
            <a:noFill/>
            <a:miter lim="800000"/>
            <a:headEnd/>
            <a:tailEnd/>
          </a:ln>
        </p:spPr>
        <p:txBody>
          <a:bodyPr lIns="90000" tIns="72000" rIns="90000" bIns="72000" rtlCol="0" anchor="ctr"/>
          <a:lstStyle/>
          <a:p>
            <a:pPr fontAlgn="base">
              <a:spcBef>
                <a:spcPct val="50000"/>
              </a:spcBef>
              <a:spcAft>
                <a:spcPct val="0"/>
              </a:spcAft>
              <a:buClr>
                <a:schemeClr val="tx1"/>
              </a:buClr>
              <a:buSzPct val="100000"/>
            </a:pPr>
            <a:r>
              <a:rPr lang="en-US" sz="1400">
                <a:latin typeface="72 Brand" panose="020B0504030603020204" pitchFamily="34" charset="0"/>
                <a:sym typeface="Wingdings" panose="05000000000000000000" pitchFamily="2" charset="2"/>
              </a:rPr>
              <a:t> </a:t>
            </a:r>
            <a:r>
              <a:rPr lang="en-US" sz="1400">
                <a:latin typeface="72 Brand" panose="020B0504030603020204" pitchFamily="34" charset="0"/>
              </a:rPr>
              <a:t>Go to </a:t>
            </a:r>
            <a:r>
              <a:rPr lang="en-US" sz="1400">
                <a:latin typeface="72 Brand" panose="020B0504030603020204" pitchFamily="34" charset="0"/>
                <a:hlinkClick r:id="rId8"/>
              </a:rPr>
              <a:t>Naming Center</a:t>
            </a:r>
            <a:endParaRPr lang="en-US" sz="1400">
              <a:latin typeface="72 Brand" panose="020B0504030603020204" pitchFamily="34" charset="0"/>
            </a:endParaRPr>
          </a:p>
        </p:txBody>
      </p:sp>
      <p:sp>
        <p:nvSpPr>
          <p:cNvPr id="12" name="Rectangle 11">
            <a:extLst>
              <a:ext uri="{FF2B5EF4-FFF2-40B4-BE49-F238E27FC236}">
                <a16:creationId xmlns:a16="http://schemas.microsoft.com/office/drawing/2014/main" id="{A32E1815-E9CD-805A-4AB9-E4EFC9E839C8}"/>
              </a:ext>
            </a:extLst>
          </p:cNvPr>
          <p:cNvSpPr/>
          <p:nvPr userDrawn="1"/>
        </p:nvSpPr>
        <p:spPr bwMode="gray">
          <a:xfrm>
            <a:off x="9079677" y="4586781"/>
            <a:ext cx="2607498" cy="594886"/>
          </a:xfrm>
          <a:prstGeom prst="rect">
            <a:avLst/>
          </a:prstGeom>
          <a:solidFill>
            <a:srgbClr val="D1EFFF"/>
          </a:solidFill>
          <a:ln w="28575" algn="ctr">
            <a:noFill/>
            <a:miter lim="800000"/>
            <a:headEnd/>
            <a:tailEnd/>
          </a:ln>
        </p:spPr>
        <p:txBody>
          <a:bodyPr lIns="90000" tIns="72000" rIns="90000" bIns="72000" rtlCol="0" anchor="ctr"/>
          <a:lstStyle/>
          <a:p>
            <a:pPr fontAlgn="base">
              <a:spcBef>
                <a:spcPct val="50000"/>
              </a:spcBef>
              <a:spcAft>
                <a:spcPct val="0"/>
              </a:spcAft>
              <a:buClr>
                <a:schemeClr val="tx1"/>
              </a:buClr>
              <a:buSzPct val="100000"/>
            </a:pPr>
            <a:r>
              <a:rPr lang="en-US" sz="1400">
                <a:latin typeface="72 Brand" panose="020B0504030603020204" pitchFamily="34" charset="0"/>
                <a:sym typeface="Wingdings" panose="05000000000000000000" pitchFamily="2" charset="2"/>
              </a:rPr>
              <a:t> </a:t>
            </a:r>
            <a:r>
              <a:rPr lang="en-US" sz="1400">
                <a:latin typeface="72 Brand" panose="020B0504030603020204" pitchFamily="34" charset="0"/>
              </a:rPr>
              <a:t>Go to </a:t>
            </a:r>
            <a:r>
              <a:rPr lang="en-US" sz="1400">
                <a:latin typeface="72 Brand" panose="020B0504030603020204" pitchFamily="34" charset="0"/>
                <a:hlinkClick r:id="rId9"/>
              </a:rPr>
              <a:t>Writing </a:t>
            </a:r>
            <a:r>
              <a:rPr lang="en-US" sz="1400" err="1">
                <a:latin typeface="72 Brand" panose="020B0504030603020204" pitchFamily="34" charset="0"/>
                <a:hlinkClick r:id="rId9"/>
              </a:rPr>
              <a:t>Assitant</a:t>
            </a:r>
            <a:endParaRPr lang="en-US" sz="1400">
              <a:latin typeface="72 Brand" panose="020B0504030603020204" pitchFamily="34" charset="0"/>
            </a:endParaRPr>
          </a:p>
        </p:txBody>
      </p:sp>
    </p:spTree>
    <p:extLst>
      <p:ext uri="{BB962C8B-B14F-4D97-AF65-F5344CB8AC3E}">
        <p14:creationId xmlns:p14="http://schemas.microsoft.com/office/powerpoint/2010/main" val="167073464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User guide COLOR PALETTE">
    <p:spTree>
      <p:nvGrpSpPr>
        <p:cNvPr id="1" name=""/>
        <p:cNvGrpSpPr/>
        <p:nvPr/>
      </p:nvGrpSpPr>
      <p:grpSpPr>
        <a:xfrm>
          <a:off x="0" y="0"/>
          <a:ext cx="0" cy="0"/>
          <a:chOff x="0" y="0"/>
          <a:chExt cx="0" cy="0"/>
        </a:xfrm>
      </p:grpSpPr>
      <p:sp>
        <p:nvSpPr>
          <p:cNvPr id="2" name="Freeform 63">
            <a:extLst>
              <a:ext uri="{FF2B5EF4-FFF2-40B4-BE49-F238E27FC236}">
                <a16:creationId xmlns:a16="http://schemas.microsoft.com/office/drawing/2014/main" id="{02E2A64A-8B37-7F95-C23A-C3D93C8DEC23}"/>
              </a:ext>
            </a:extLst>
          </p:cNvPr>
          <p:cNvSpPr/>
          <p:nvPr userDrawn="1"/>
        </p:nvSpPr>
        <p:spPr>
          <a:xfrm>
            <a:off x="504001" y="1141007"/>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D1EFFF"/>
          </a:solidFill>
          <a:ln w="0" cap="flat">
            <a:noFill/>
            <a:prstDash val="solid"/>
            <a:miter/>
          </a:ln>
        </p:spPr>
        <p:txBody>
          <a:bodyPr rtlCol="0" anchor="ctr"/>
          <a:lstStyle/>
          <a:p>
            <a:pPr algn="ctr" defTabSz="1088449"/>
            <a:r>
              <a:rPr lang="en-US" sz="1200">
                <a:solidFill>
                  <a:srgbClr val="000000"/>
                </a:solidFill>
                <a:latin typeface="72 Brand"/>
              </a:rPr>
              <a:t>Blue 2</a:t>
            </a:r>
            <a:br>
              <a:rPr lang="en-US" sz="1200">
                <a:solidFill>
                  <a:srgbClr val="000000"/>
                </a:solidFill>
                <a:latin typeface="72 Brand"/>
              </a:rPr>
            </a:br>
            <a:r>
              <a:rPr lang="en-US" sz="1200">
                <a:solidFill>
                  <a:srgbClr val="000000"/>
                </a:solidFill>
                <a:latin typeface="72 Brand"/>
              </a:rPr>
              <a:t>#D1EFFF</a:t>
            </a:r>
          </a:p>
        </p:txBody>
      </p:sp>
      <p:sp>
        <p:nvSpPr>
          <p:cNvPr id="4" name="Freeform 70">
            <a:extLst>
              <a:ext uri="{FF2B5EF4-FFF2-40B4-BE49-F238E27FC236}">
                <a16:creationId xmlns:a16="http://schemas.microsoft.com/office/drawing/2014/main" id="{1F2619C0-AA6B-F516-A35F-C9F0906EB840}"/>
              </a:ext>
            </a:extLst>
          </p:cNvPr>
          <p:cNvSpPr/>
          <p:nvPr userDrawn="1"/>
        </p:nvSpPr>
        <p:spPr>
          <a:xfrm>
            <a:off x="2405161" y="1141007"/>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chemeClr val="bg2"/>
          </a:solidFill>
          <a:ln w="0" cap="flat">
            <a:noFill/>
            <a:prstDash val="solid"/>
            <a:miter/>
          </a:ln>
        </p:spPr>
        <p:txBody>
          <a:bodyPr rtlCol="0" anchor="ctr"/>
          <a:lstStyle/>
          <a:p>
            <a:pPr algn="ctr" defTabSz="1088449"/>
            <a:r>
              <a:rPr lang="en-US" sz="1200">
                <a:solidFill>
                  <a:srgbClr val="000000"/>
                </a:solidFill>
                <a:latin typeface="72 Brand"/>
              </a:rPr>
              <a:t>Blue 4</a:t>
            </a:r>
            <a:br>
              <a:rPr lang="en-US" sz="1200">
                <a:solidFill>
                  <a:srgbClr val="000000"/>
                </a:solidFill>
                <a:latin typeface="72 Brand"/>
              </a:rPr>
            </a:br>
            <a:r>
              <a:rPr lang="en-US" sz="1200">
                <a:solidFill>
                  <a:srgbClr val="000000"/>
                </a:solidFill>
                <a:latin typeface="72 Brand"/>
              </a:rPr>
              <a:t>#89D1FF</a:t>
            </a:r>
          </a:p>
        </p:txBody>
      </p:sp>
      <p:sp>
        <p:nvSpPr>
          <p:cNvPr id="5" name="Freeform 69">
            <a:extLst>
              <a:ext uri="{FF2B5EF4-FFF2-40B4-BE49-F238E27FC236}">
                <a16:creationId xmlns:a16="http://schemas.microsoft.com/office/drawing/2014/main" id="{C529F71A-E6DD-53C4-14B3-0F3BF62A05F0}"/>
              </a:ext>
            </a:extLst>
          </p:cNvPr>
          <p:cNvSpPr/>
          <p:nvPr userDrawn="1"/>
        </p:nvSpPr>
        <p:spPr>
          <a:xfrm>
            <a:off x="4306321" y="1141007"/>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chemeClr val="tx2"/>
          </a:solidFill>
          <a:ln w="0" cap="flat">
            <a:noFill/>
            <a:prstDash val="solid"/>
            <a:miter/>
          </a:ln>
        </p:spPr>
        <p:txBody>
          <a:bodyPr rtlCol="0" anchor="ctr"/>
          <a:lstStyle/>
          <a:p>
            <a:pPr algn="ctr" defTabSz="1088449"/>
            <a:r>
              <a:rPr lang="en-US" sz="1200">
                <a:latin typeface="72 Brand"/>
              </a:rPr>
              <a:t>Blue 6</a:t>
            </a:r>
            <a:br>
              <a:rPr lang="en-US" sz="1200">
                <a:latin typeface="72 Brand"/>
              </a:rPr>
            </a:br>
            <a:r>
              <a:rPr lang="en-US" sz="1200">
                <a:latin typeface="72 Brand"/>
              </a:rPr>
              <a:t>#1B90FF</a:t>
            </a:r>
          </a:p>
        </p:txBody>
      </p:sp>
      <p:sp>
        <p:nvSpPr>
          <p:cNvPr id="6" name="Freeform 68">
            <a:extLst>
              <a:ext uri="{FF2B5EF4-FFF2-40B4-BE49-F238E27FC236}">
                <a16:creationId xmlns:a16="http://schemas.microsoft.com/office/drawing/2014/main" id="{9CBF79FE-F787-9301-81AD-A56220775062}"/>
              </a:ext>
            </a:extLst>
          </p:cNvPr>
          <p:cNvSpPr/>
          <p:nvPr userDrawn="1"/>
        </p:nvSpPr>
        <p:spPr>
          <a:xfrm>
            <a:off x="6227422" y="1141007"/>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0070F2"/>
          </a:solidFill>
          <a:ln w="0" cap="flat">
            <a:noFill/>
            <a:prstDash val="solid"/>
            <a:miter/>
          </a:ln>
        </p:spPr>
        <p:txBody>
          <a:bodyPr rtlCol="0" anchor="ctr"/>
          <a:lstStyle/>
          <a:p>
            <a:pPr algn="ctr" defTabSz="1088449"/>
            <a:r>
              <a:rPr lang="en-US" sz="1200">
                <a:solidFill>
                  <a:srgbClr val="FFFFFF"/>
                </a:solidFill>
                <a:latin typeface="72 Brand"/>
              </a:rPr>
              <a:t>Blue 7</a:t>
            </a:r>
            <a:br>
              <a:rPr lang="en-US" sz="1200">
                <a:solidFill>
                  <a:srgbClr val="FFFFFF"/>
                </a:solidFill>
                <a:latin typeface="72 Brand"/>
              </a:rPr>
            </a:br>
            <a:r>
              <a:rPr lang="en-US" sz="1200">
                <a:solidFill>
                  <a:srgbClr val="FFFFFF"/>
                </a:solidFill>
                <a:latin typeface="72 Brand"/>
              </a:rPr>
              <a:t>#0070F2</a:t>
            </a:r>
          </a:p>
        </p:txBody>
      </p:sp>
      <p:sp>
        <p:nvSpPr>
          <p:cNvPr id="7" name="Freeform 67">
            <a:extLst>
              <a:ext uri="{FF2B5EF4-FFF2-40B4-BE49-F238E27FC236}">
                <a16:creationId xmlns:a16="http://schemas.microsoft.com/office/drawing/2014/main" id="{5BB0975A-0779-6CF9-4471-2FA97BA36738}"/>
              </a:ext>
            </a:extLst>
          </p:cNvPr>
          <p:cNvSpPr/>
          <p:nvPr userDrawn="1"/>
        </p:nvSpPr>
        <p:spPr>
          <a:xfrm>
            <a:off x="8129588" y="1140182"/>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002A86"/>
          </a:solidFill>
          <a:ln w="0" cap="flat">
            <a:noFill/>
            <a:prstDash val="solid"/>
            <a:miter/>
          </a:ln>
        </p:spPr>
        <p:txBody>
          <a:bodyPr rtlCol="0" anchor="ctr"/>
          <a:lstStyle/>
          <a:p>
            <a:pPr algn="ctr" defTabSz="1088449"/>
            <a:r>
              <a:rPr lang="en-US" sz="1200">
                <a:solidFill>
                  <a:srgbClr val="FFFFFF"/>
                </a:solidFill>
                <a:latin typeface="72 Brand"/>
              </a:rPr>
              <a:t>Blue 10</a:t>
            </a:r>
            <a:br>
              <a:rPr lang="en-US" sz="1200">
                <a:solidFill>
                  <a:srgbClr val="FFFFFF"/>
                </a:solidFill>
                <a:latin typeface="72 Brand"/>
              </a:rPr>
            </a:br>
            <a:r>
              <a:rPr lang="en-US" sz="1200">
                <a:solidFill>
                  <a:srgbClr val="FFFFFF"/>
                </a:solidFill>
                <a:latin typeface="72 Brand"/>
              </a:rPr>
              <a:t>#002A86</a:t>
            </a:r>
          </a:p>
        </p:txBody>
      </p:sp>
      <p:sp>
        <p:nvSpPr>
          <p:cNvPr id="8" name="Freeform 66">
            <a:extLst>
              <a:ext uri="{FF2B5EF4-FFF2-40B4-BE49-F238E27FC236}">
                <a16:creationId xmlns:a16="http://schemas.microsoft.com/office/drawing/2014/main" id="{4C6C152D-4698-69B9-D198-F3DD5C9473B5}"/>
              </a:ext>
            </a:extLst>
          </p:cNvPr>
          <p:cNvSpPr/>
          <p:nvPr userDrawn="1"/>
        </p:nvSpPr>
        <p:spPr>
          <a:xfrm>
            <a:off x="10050689" y="1140182"/>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00144A"/>
          </a:solidFill>
          <a:ln w="0" cap="flat">
            <a:noFill/>
            <a:prstDash val="solid"/>
            <a:miter/>
          </a:ln>
        </p:spPr>
        <p:txBody>
          <a:bodyPr rtlCol="0" anchor="ctr"/>
          <a:lstStyle/>
          <a:p>
            <a:pPr algn="ctr" defTabSz="1088449"/>
            <a:r>
              <a:rPr lang="en-US" sz="1200">
                <a:solidFill>
                  <a:srgbClr val="FFFFFF"/>
                </a:solidFill>
                <a:latin typeface="72 Brand"/>
              </a:rPr>
              <a:t>Blue 11</a:t>
            </a:r>
            <a:br>
              <a:rPr lang="en-US" sz="1200">
                <a:solidFill>
                  <a:srgbClr val="FFFFFF"/>
                </a:solidFill>
                <a:latin typeface="72 Brand"/>
              </a:rPr>
            </a:br>
            <a:r>
              <a:rPr lang="en-US" sz="1200">
                <a:solidFill>
                  <a:srgbClr val="FFFFFF"/>
                </a:solidFill>
                <a:latin typeface="72 Brand"/>
              </a:rPr>
              <a:t>#00144A</a:t>
            </a:r>
          </a:p>
        </p:txBody>
      </p:sp>
      <p:sp>
        <p:nvSpPr>
          <p:cNvPr id="9" name="Freeform 1">
            <a:extLst>
              <a:ext uri="{FF2B5EF4-FFF2-40B4-BE49-F238E27FC236}">
                <a16:creationId xmlns:a16="http://schemas.microsoft.com/office/drawing/2014/main" id="{B6FD5DF5-B272-7F32-7D3F-4B4DE8830832}"/>
              </a:ext>
            </a:extLst>
          </p:cNvPr>
          <p:cNvSpPr/>
          <p:nvPr userDrawn="1"/>
        </p:nvSpPr>
        <p:spPr>
          <a:xfrm>
            <a:off x="504001" y="1735645"/>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EAECEE"/>
          </a:solidFill>
          <a:ln w="0" cap="flat">
            <a:noFill/>
            <a:prstDash val="solid"/>
            <a:miter/>
          </a:ln>
        </p:spPr>
        <p:txBody>
          <a:bodyPr rtlCol="0" anchor="ctr"/>
          <a:lstStyle/>
          <a:p>
            <a:pPr algn="ctr" defTabSz="1088449"/>
            <a:r>
              <a:rPr lang="en-US" sz="1200">
                <a:solidFill>
                  <a:srgbClr val="000000"/>
                </a:solidFill>
                <a:latin typeface="72 Brand"/>
              </a:rPr>
              <a:t>Grey 2</a:t>
            </a:r>
            <a:br>
              <a:rPr lang="en-US" sz="1200">
                <a:solidFill>
                  <a:srgbClr val="000000"/>
                </a:solidFill>
                <a:latin typeface="72 Brand"/>
              </a:rPr>
            </a:br>
            <a:r>
              <a:rPr lang="en-US" sz="1200">
                <a:solidFill>
                  <a:srgbClr val="000000"/>
                </a:solidFill>
                <a:latin typeface="72 Brand"/>
              </a:rPr>
              <a:t>#EAECEE</a:t>
            </a:r>
          </a:p>
        </p:txBody>
      </p:sp>
      <p:sp>
        <p:nvSpPr>
          <p:cNvPr id="10" name="Freeform 62">
            <a:extLst>
              <a:ext uri="{FF2B5EF4-FFF2-40B4-BE49-F238E27FC236}">
                <a16:creationId xmlns:a16="http://schemas.microsoft.com/office/drawing/2014/main" id="{2A5C5A51-CFBC-CA03-038B-F25ECA420C8D}"/>
              </a:ext>
            </a:extLst>
          </p:cNvPr>
          <p:cNvSpPr/>
          <p:nvPr userDrawn="1"/>
        </p:nvSpPr>
        <p:spPr>
          <a:xfrm>
            <a:off x="2405161" y="1735645"/>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A9B4BE"/>
          </a:solidFill>
          <a:ln w="0" cap="flat">
            <a:noFill/>
            <a:prstDash val="solid"/>
            <a:miter/>
          </a:ln>
        </p:spPr>
        <p:txBody>
          <a:bodyPr rtlCol="0" anchor="ctr"/>
          <a:lstStyle/>
          <a:p>
            <a:pPr algn="ctr" defTabSz="1088449"/>
            <a:r>
              <a:rPr lang="en-US" sz="1200">
                <a:solidFill>
                  <a:srgbClr val="000000"/>
                </a:solidFill>
                <a:latin typeface="72 Brand"/>
              </a:rPr>
              <a:t>Grey 4</a:t>
            </a:r>
            <a:br>
              <a:rPr lang="en-US" sz="1200">
                <a:solidFill>
                  <a:srgbClr val="000000"/>
                </a:solidFill>
                <a:latin typeface="72 Brand"/>
              </a:rPr>
            </a:br>
            <a:r>
              <a:rPr lang="en-US" sz="1200">
                <a:solidFill>
                  <a:srgbClr val="000000"/>
                </a:solidFill>
                <a:latin typeface="72 Brand"/>
              </a:rPr>
              <a:t>#A9B4BE</a:t>
            </a:r>
          </a:p>
        </p:txBody>
      </p:sp>
      <p:sp>
        <p:nvSpPr>
          <p:cNvPr id="11" name="Freeform 61">
            <a:extLst>
              <a:ext uri="{FF2B5EF4-FFF2-40B4-BE49-F238E27FC236}">
                <a16:creationId xmlns:a16="http://schemas.microsoft.com/office/drawing/2014/main" id="{FD45E536-EBC7-3EE1-021A-E61DE17D01EB}"/>
              </a:ext>
            </a:extLst>
          </p:cNvPr>
          <p:cNvSpPr/>
          <p:nvPr userDrawn="1"/>
        </p:nvSpPr>
        <p:spPr>
          <a:xfrm>
            <a:off x="4306321" y="1735645"/>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5B738B"/>
          </a:solidFill>
          <a:ln w="0" cap="flat">
            <a:noFill/>
            <a:prstDash val="solid"/>
            <a:miter/>
          </a:ln>
        </p:spPr>
        <p:txBody>
          <a:bodyPr rtlCol="0" anchor="ctr"/>
          <a:lstStyle/>
          <a:p>
            <a:pPr algn="ctr" defTabSz="1088449"/>
            <a:r>
              <a:rPr lang="en-US" sz="1200">
                <a:solidFill>
                  <a:srgbClr val="FFFFFF"/>
                </a:solidFill>
                <a:latin typeface="72 Brand"/>
              </a:rPr>
              <a:t>Grey 6</a:t>
            </a:r>
            <a:br>
              <a:rPr lang="en-US" sz="1200">
                <a:solidFill>
                  <a:srgbClr val="FFFFFF"/>
                </a:solidFill>
                <a:latin typeface="72 Brand"/>
              </a:rPr>
            </a:br>
            <a:r>
              <a:rPr lang="en-US" sz="1200">
                <a:solidFill>
                  <a:srgbClr val="FFFFFF"/>
                </a:solidFill>
                <a:latin typeface="72 Brand"/>
              </a:rPr>
              <a:t>#5B738B</a:t>
            </a:r>
          </a:p>
        </p:txBody>
      </p:sp>
      <p:sp>
        <p:nvSpPr>
          <p:cNvPr id="12" name="Freeform 5">
            <a:extLst>
              <a:ext uri="{FF2B5EF4-FFF2-40B4-BE49-F238E27FC236}">
                <a16:creationId xmlns:a16="http://schemas.microsoft.com/office/drawing/2014/main" id="{791E1C1C-66AE-2057-3C91-8B50C4A75DCF}"/>
              </a:ext>
            </a:extLst>
          </p:cNvPr>
          <p:cNvSpPr/>
          <p:nvPr userDrawn="1"/>
        </p:nvSpPr>
        <p:spPr>
          <a:xfrm>
            <a:off x="6227422" y="1735645"/>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475E75"/>
          </a:solidFill>
          <a:ln w="0" cap="flat">
            <a:noFill/>
            <a:prstDash val="solid"/>
            <a:miter/>
          </a:ln>
        </p:spPr>
        <p:txBody>
          <a:bodyPr rtlCol="0" anchor="ctr"/>
          <a:lstStyle/>
          <a:p>
            <a:pPr algn="ctr" defTabSz="1088449"/>
            <a:r>
              <a:rPr lang="en-US" sz="1200">
                <a:solidFill>
                  <a:srgbClr val="FFFFFF"/>
                </a:solidFill>
                <a:latin typeface="72 Brand"/>
              </a:rPr>
              <a:t>Grey 7</a:t>
            </a:r>
            <a:br>
              <a:rPr lang="en-US" sz="1200">
                <a:solidFill>
                  <a:srgbClr val="FFFFFF"/>
                </a:solidFill>
                <a:latin typeface="72 Brand"/>
              </a:rPr>
            </a:br>
            <a:r>
              <a:rPr lang="en-US" sz="1200">
                <a:solidFill>
                  <a:srgbClr val="FFFFFF"/>
                </a:solidFill>
                <a:latin typeface="72 Brand"/>
              </a:rPr>
              <a:t>#475E75</a:t>
            </a:r>
          </a:p>
        </p:txBody>
      </p:sp>
      <p:sp>
        <p:nvSpPr>
          <p:cNvPr id="13" name="Freeform 4">
            <a:extLst>
              <a:ext uri="{FF2B5EF4-FFF2-40B4-BE49-F238E27FC236}">
                <a16:creationId xmlns:a16="http://schemas.microsoft.com/office/drawing/2014/main" id="{E588F81B-1126-0FBD-D1B7-6E42C034BA69}"/>
              </a:ext>
            </a:extLst>
          </p:cNvPr>
          <p:cNvSpPr/>
          <p:nvPr userDrawn="1"/>
        </p:nvSpPr>
        <p:spPr>
          <a:xfrm>
            <a:off x="8129588" y="1734820"/>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1A2733"/>
          </a:solidFill>
          <a:ln w="0" cap="flat">
            <a:noFill/>
            <a:prstDash val="solid"/>
            <a:miter/>
          </a:ln>
        </p:spPr>
        <p:txBody>
          <a:bodyPr rtlCol="0" anchor="ctr"/>
          <a:lstStyle/>
          <a:p>
            <a:pPr algn="ctr" defTabSz="1088449"/>
            <a:r>
              <a:rPr lang="en-US" sz="1200">
                <a:solidFill>
                  <a:srgbClr val="FFFFFF"/>
                </a:solidFill>
                <a:latin typeface="72 Brand"/>
              </a:rPr>
              <a:t>Grey 10</a:t>
            </a:r>
            <a:br>
              <a:rPr lang="en-US" sz="1200">
                <a:solidFill>
                  <a:srgbClr val="FFFFFF"/>
                </a:solidFill>
                <a:latin typeface="72 Brand"/>
              </a:rPr>
            </a:br>
            <a:r>
              <a:rPr lang="en-US" sz="1200">
                <a:solidFill>
                  <a:srgbClr val="FFFFFF"/>
                </a:solidFill>
                <a:latin typeface="72 Brand"/>
              </a:rPr>
              <a:t>#1A2733</a:t>
            </a:r>
          </a:p>
        </p:txBody>
      </p:sp>
      <p:sp>
        <p:nvSpPr>
          <p:cNvPr id="14" name="Freeform 3">
            <a:extLst>
              <a:ext uri="{FF2B5EF4-FFF2-40B4-BE49-F238E27FC236}">
                <a16:creationId xmlns:a16="http://schemas.microsoft.com/office/drawing/2014/main" id="{B135EB5F-EDA8-1AEE-E89C-944D272C6FDF}"/>
              </a:ext>
            </a:extLst>
          </p:cNvPr>
          <p:cNvSpPr/>
          <p:nvPr userDrawn="1"/>
        </p:nvSpPr>
        <p:spPr>
          <a:xfrm>
            <a:off x="10050689" y="1734820"/>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12171C"/>
          </a:solidFill>
          <a:ln w="0" cap="flat">
            <a:noFill/>
            <a:prstDash val="solid"/>
            <a:miter/>
          </a:ln>
        </p:spPr>
        <p:txBody>
          <a:bodyPr rtlCol="0" anchor="ctr"/>
          <a:lstStyle/>
          <a:p>
            <a:pPr algn="ctr" defTabSz="1088449"/>
            <a:r>
              <a:rPr lang="en-US" sz="1200">
                <a:solidFill>
                  <a:srgbClr val="FFFFFF"/>
                </a:solidFill>
                <a:latin typeface="72 Brand"/>
              </a:rPr>
              <a:t>Grey 11</a:t>
            </a:r>
            <a:br>
              <a:rPr lang="en-US" sz="1200">
                <a:solidFill>
                  <a:srgbClr val="FFFFFF"/>
                </a:solidFill>
                <a:latin typeface="72 Brand"/>
              </a:rPr>
            </a:br>
            <a:r>
              <a:rPr lang="en-US" sz="1200">
                <a:solidFill>
                  <a:srgbClr val="FFFFFF"/>
                </a:solidFill>
                <a:latin typeface="72 Brand"/>
              </a:rPr>
              <a:t>#12171C</a:t>
            </a:r>
          </a:p>
        </p:txBody>
      </p:sp>
      <p:sp>
        <p:nvSpPr>
          <p:cNvPr id="15" name="Freeform 71">
            <a:extLst>
              <a:ext uri="{FF2B5EF4-FFF2-40B4-BE49-F238E27FC236}">
                <a16:creationId xmlns:a16="http://schemas.microsoft.com/office/drawing/2014/main" id="{8CA86CA8-FB25-362E-AAA0-57D65C85EE8A}"/>
              </a:ext>
            </a:extLst>
          </p:cNvPr>
          <p:cNvSpPr/>
          <p:nvPr userDrawn="1"/>
        </p:nvSpPr>
        <p:spPr>
          <a:xfrm>
            <a:off x="504001" y="2330283"/>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C2FCEE"/>
          </a:solidFill>
          <a:ln w="0" cap="flat">
            <a:noFill/>
            <a:prstDash val="solid"/>
            <a:miter/>
          </a:ln>
        </p:spPr>
        <p:txBody>
          <a:bodyPr rtlCol="0" anchor="ctr"/>
          <a:lstStyle/>
          <a:p>
            <a:pPr algn="ctr" defTabSz="1088449"/>
            <a:r>
              <a:rPr lang="en-US" sz="1200">
                <a:solidFill>
                  <a:srgbClr val="000000"/>
                </a:solidFill>
                <a:latin typeface="72 Brand"/>
              </a:rPr>
              <a:t>Teal 2</a:t>
            </a:r>
            <a:br>
              <a:rPr lang="en-US" sz="1200">
                <a:solidFill>
                  <a:srgbClr val="000000"/>
                </a:solidFill>
                <a:latin typeface="72 Brand"/>
              </a:rPr>
            </a:br>
            <a:r>
              <a:rPr lang="en-US" sz="1200">
                <a:solidFill>
                  <a:srgbClr val="000000"/>
                </a:solidFill>
                <a:latin typeface="72 Brand"/>
              </a:rPr>
              <a:t>#C2FCEE</a:t>
            </a:r>
          </a:p>
        </p:txBody>
      </p:sp>
      <p:sp>
        <p:nvSpPr>
          <p:cNvPr id="16" name="Freeform 76">
            <a:extLst>
              <a:ext uri="{FF2B5EF4-FFF2-40B4-BE49-F238E27FC236}">
                <a16:creationId xmlns:a16="http://schemas.microsoft.com/office/drawing/2014/main" id="{3DF36DDD-3194-0FFA-03CE-7942BFAC4F73}"/>
              </a:ext>
            </a:extLst>
          </p:cNvPr>
          <p:cNvSpPr/>
          <p:nvPr userDrawn="1"/>
        </p:nvSpPr>
        <p:spPr>
          <a:xfrm>
            <a:off x="2405161" y="2330283"/>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2CE0BF"/>
          </a:solidFill>
          <a:ln w="0" cap="flat">
            <a:noFill/>
            <a:prstDash val="solid"/>
            <a:miter/>
          </a:ln>
        </p:spPr>
        <p:txBody>
          <a:bodyPr rtlCol="0" anchor="ctr"/>
          <a:lstStyle/>
          <a:p>
            <a:pPr algn="ctr" defTabSz="1088449"/>
            <a:r>
              <a:rPr lang="en-US" sz="1200">
                <a:solidFill>
                  <a:srgbClr val="000000"/>
                </a:solidFill>
                <a:latin typeface="72 Brand"/>
              </a:rPr>
              <a:t>Teal 4</a:t>
            </a:r>
            <a:br>
              <a:rPr lang="en-US" sz="1200">
                <a:solidFill>
                  <a:srgbClr val="000000"/>
                </a:solidFill>
                <a:latin typeface="72 Brand"/>
              </a:rPr>
            </a:br>
            <a:r>
              <a:rPr lang="en-US" sz="1200">
                <a:solidFill>
                  <a:srgbClr val="000000"/>
                </a:solidFill>
                <a:latin typeface="72 Brand"/>
              </a:rPr>
              <a:t>#2CE0BF</a:t>
            </a:r>
          </a:p>
        </p:txBody>
      </p:sp>
      <p:sp>
        <p:nvSpPr>
          <p:cNvPr id="17" name="Freeform 75">
            <a:extLst>
              <a:ext uri="{FF2B5EF4-FFF2-40B4-BE49-F238E27FC236}">
                <a16:creationId xmlns:a16="http://schemas.microsoft.com/office/drawing/2014/main" id="{DB3A75C6-40E1-8418-08FF-2615CB58D2FB}"/>
              </a:ext>
            </a:extLst>
          </p:cNvPr>
          <p:cNvSpPr/>
          <p:nvPr userDrawn="1"/>
        </p:nvSpPr>
        <p:spPr>
          <a:xfrm>
            <a:off x="4306321" y="2330283"/>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chemeClr val="accent2"/>
          </a:solidFill>
          <a:ln w="0" cap="flat">
            <a:noFill/>
            <a:prstDash val="solid"/>
            <a:miter/>
          </a:ln>
        </p:spPr>
        <p:txBody>
          <a:bodyPr rtlCol="0" anchor="ctr"/>
          <a:lstStyle/>
          <a:p>
            <a:pPr algn="ctr" defTabSz="1088449"/>
            <a:r>
              <a:rPr lang="en-US" sz="1200">
                <a:latin typeface="72 Brand"/>
              </a:rPr>
              <a:t>Teal 6</a:t>
            </a:r>
            <a:br>
              <a:rPr lang="en-US" sz="1200">
                <a:latin typeface="72 Brand"/>
              </a:rPr>
            </a:br>
            <a:r>
              <a:rPr lang="en-US" sz="1200">
                <a:latin typeface="72 Brand"/>
              </a:rPr>
              <a:t>#049F9A</a:t>
            </a:r>
          </a:p>
        </p:txBody>
      </p:sp>
      <p:sp>
        <p:nvSpPr>
          <p:cNvPr id="18" name="Freeform 74">
            <a:extLst>
              <a:ext uri="{FF2B5EF4-FFF2-40B4-BE49-F238E27FC236}">
                <a16:creationId xmlns:a16="http://schemas.microsoft.com/office/drawing/2014/main" id="{533C3A8A-C333-3134-26BC-8FDFA21FBFA9}"/>
              </a:ext>
            </a:extLst>
          </p:cNvPr>
          <p:cNvSpPr/>
          <p:nvPr userDrawn="1"/>
        </p:nvSpPr>
        <p:spPr>
          <a:xfrm>
            <a:off x="6227422" y="2330283"/>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07838F"/>
          </a:solidFill>
          <a:ln w="0" cap="flat">
            <a:noFill/>
            <a:prstDash val="solid"/>
            <a:miter/>
          </a:ln>
        </p:spPr>
        <p:txBody>
          <a:bodyPr rtlCol="0" anchor="ctr"/>
          <a:lstStyle/>
          <a:p>
            <a:pPr algn="ctr" defTabSz="1088449"/>
            <a:r>
              <a:rPr lang="en-US" sz="1200">
                <a:solidFill>
                  <a:srgbClr val="FFFFFF"/>
                </a:solidFill>
                <a:latin typeface="72 Brand"/>
              </a:rPr>
              <a:t>Teal 7</a:t>
            </a:r>
            <a:br>
              <a:rPr lang="en-US" sz="1200">
                <a:solidFill>
                  <a:srgbClr val="FFFFFF"/>
                </a:solidFill>
                <a:latin typeface="72 Brand"/>
              </a:rPr>
            </a:br>
            <a:r>
              <a:rPr lang="en-US" sz="1200">
                <a:solidFill>
                  <a:srgbClr val="FFFFFF"/>
                </a:solidFill>
                <a:latin typeface="72 Brand"/>
              </a:rPr>
              <a:t>#07838F</a:t>
            </a:r>
          </a:p>
        </p:txBody>
      </p:sp>
      <p:sp>
        <p:nvSpPr>
          <p:cNvPr id="19" name="Freeform 73">
            <a:extLst>
              <a:ext uri="{FF2B5EF4-FFF2-40B4-BE49-F238E27FC236}">
                <a16:creationId xmlns:a16="http://schemas.microsoft.com/office/drawing/2014/main" id="{B60C9F30-077E-14E2-CB14-97988F26E630}"/>
              </a:ext>
            </a:extLst>
          </p:cNvPr>
          <p:cNvSpPr/>
          <p:nvPr userDrawn="1"/>
        </p:nvSpPr>
        <p:spPr>
          <a:xfrm>
            <a:off x="8129588" y="2329458"/>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02414C"/>
          </a:solidFill>
          <a:ln w="0" cap="flat">
            <a:noFill/>
            <a:prstDash val="solid"/>
            <a:miter/>
          </a:ln>
        </p:spPr>
        <p:txBody>
          <a:bodyPr rtlCol="0" anchor="ctr"/>
          <a:lstStyle/>
          <a:p>
            <a:pPr algn="ctr" defTabSz="1088449"/>
            <a:r>
              <a:rPr lang="en-US" sz="1200">
                <a:solidFill>
                  <a:srgbClr val="FFFFFF"/>
                </a:solidFill>
                <a:latin typeface="72 Brand"/>
              </a:rPr>
              <a:t>Teal 10</a:t>
            </a:r>
            <a:br>
              <a:rPr lang="en-US" sz="1200">
                <a:solidFill>
                  <a:srgbClr val="FFFFFF"/>
                </a:solidFill>
                <a:latin typeface="72 Brand"/>
              </a:rPr>
            </a:br>
            <a:r>
              <a:rPr lang="en-US" sz="1200">
                <a:solidFill>
                  <a:srgbClr val="FFFFFF"/>
                </a:solidFill>
                <a:latin typeface="72 Brand"/>
              </a:rPr>
              <a:t>#02414C</a:t>
            </a:r>
          </a:p>
        </p:txBody>
      </p:sp>
      <p:sp>
        <p:nvSpPr>
          <p:cNvPr id="20" name="Freeform 72">
            <a:extLst>
              <a:ext uri="{FF2B5EF4-FFF2-40B4-BE49-F238E27FC236}">
                <a16:creationId xmlns:a16="http://schemas.microsoft.com/office/drawing/2014/main" id="{85E1218C-9B56-A04B-B32B-BF5584E7EB24}"/>
              </a:ext>
            </a:extLst>
          </p:cNvPr>
          <p:cNvSpPr/>
          <p:nvPr userDrawn="1"/>
        </p:nvSpPr>
        <p:spPr>
          <a:xfrm>
            <a:off x="10050689" y="2329458"/>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012931"/>
          </a:solidFill>
          <a:ln w="0" cap="flat">
            <a:noFill/>
            <a:prstDash val="solid"/>
            <a:miter/>
          </a:ln>
        </p:spPr>
        <p:txBody>
          <a:bodyPr rtlCol="0" anchor="ctr"/>
          <a:lstStyle/>
          <a:p>
            <a:pPr algn="ctr" defTabSz="1088449"/>
            <a:r>
              <a:rPr lang="en-US" sz="1200">
                <a:solidFill>
                  <a:srgbClr val="FFFFFF"/>
                </a:solidFill>
                <a:latin typeface="72 Brand"/>
              </a:rPr>
              <a:t>Teal 11</a:t>
            </a:r>
            <a:br>
              <a:rPr lang="en-US" sz="1200">
                <a:solidFill>
                  <a:srgbClr val="FFFFFF"/>
                </a:solidFill>
                <a:latin typeface="72 Brand"/>
              </a:rPr>
            </a:br>
            <a:r>
              <a:rPr lang="en-US" sz="1200">
                <a:solidFill>
                  <a:srgbClr val="FFFFFF"/>
                </a:solidFill>
                <a:latin typeface="72 Brand"/>
              </a:rPr>
              <a:t>#012931</a:t>
            </a:r>
          </a:p>
        </p:txBody>
      </p:sp>
      <p:sp>
        <p:nvSpPr>
          <p:cNvPr id="21" name="Freeform 77">
            <a:extLst>
              <a:ext uri="{FF2B5EF4-FFF2-40B4-BE49-F238E27FC236}">
                <a16:creationId xmlns:a16="http://schemas.microsoft.com/office/drawing/2014/main" id="{B96DC701-A49C-D4B6-0FAE-8C4D1FE14217}"/>
              </a:ext>
            </a:extLst>
          </p:cNvPr>
          <p:cNvSpPr/>
          <p:nvPr userDrawn="1"/>
        </p:nvSpPr>
        <p:spPr>
          <a:xfrm>
            <a:off x="504001" y="2924921"/>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EBF5CB"/>
          </a:solidFill>
          <a:ln w="0" cap="flat">
            <a:noFill/>
            <a:prstDash val="solid"/>
            <a:miter/>
          </a:ln>
        </p:spPr>
        <p:txBody>
          <a:bodyPr rtlCol="0" anchor="ctr"/>
          <a:lstStyle/>
          <a:p>
            <a:pPr algn="ctr" defTabSz="1088449"/>
            <a:r>
              <a:rPr lang="en-US" sz="1200">
                <a:solidFill>
                  <a:srgbClr val="000000"/>
                </a:solidFill>
                <a:latin typeface="72 Brand"/>
              </a:rPr>
              <a:t>Green 2</a:t>
            </a:r>
            <a:br>
              <a:rPr lang="en-US" sz="1200">
                <a:solidFill>
                  <a:srgbClr val="000000"/>
                </a:solidFill>
                <a:latin typeface="72 Brand"/>
              </a:rPr>
            </a:br>
            <a:r>
              <a:rPr lang="en-US" sz="1200">
                <a:solidFill>
                  <a:srgbClr val="000000"/>
                </a:solidFill>
                <a:latin typeface="72 Brand"/>
              </a:rPr>
              <a:t>#EBF5CB</a:t>
            </a:r>
          </a:p>
        </p:txBody>
      </p:sp>
      <p:sp>
        <p:nvSpPr>
          <p:cNvPr id="22" name="Freeform 82">
            <a:extLst>
              <a:ext uri="{FF2B5EF4-FFF2-40B4-BE49-F238E27FC236}">
                <a16:creationId xmlns:a16="http://schemas.microsoft.com/office/drawing/2014/main" id="{D3F535AB-FBBB-CC41-AFDB-6251499A2CC3}"/>
              </a:ext>
            </a:extLst>
          </p:cNvPr>
          <p:cNvSpPr/>
          <p:nvPr userDrawn="1"/>
        </p:nvSpPr>
        <p:spPr>
          <a:xfrm>
            <a:off x="2405161" y="2924921"/>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97DD40"/>
          </a:solidFill>
          <a:ln w="0" cap="flat">
            <a:noFill/>
            <a:prstDash val="solid"/>
            <a:miter/>
          </a:ln>
        </p:spPr>
        <p:txBody>
          <a:bodyPr rtlCol="0" anchor="ctr"/>
          <a:lstStyle/>
          <a:p>
            <a:pPr algn="ctr" defTabSz="1088449"/>
            <a:r>
              <a:rPr lang="en-US" sz="1200">
                <a:solidFill>
                  <a:srgbClr val="000000"/>
                </a:solidFill>
                <a:latin typeface="72 Brand"/>
              </a:rPr>
              <a:t>Green 4</a:t>
            </a:r>
            <a:br>
              <a:rPr lang="en-US" sz="1200">
                <a:solidFill>
                  <a:srgbClr val="000000"/>
                </a:solidFill>
                <a:latin typeface="72 Brand"/>
              </a:rPr>
            </a:br>
            <a:r>
              <a:rPr lang="en-US" sz="1200">
                <a:solidFill>
                  <a:srgbClr val="000000"/>
                </a:solidFill>
                <a:latin typeface="72 Brand"/>
              </a:rPr>
              <a:t>#97DD40</a:t>
            </a:r>
          </a:p>
        </p:txBody>
      </p:sp>
      <p:sp>
        <p:nvSpPr>
          <p:cNvPr id="23" name="Freeform 81">
            <a:extLst>
              <a:ext uri="{FF2B5EF4-FFF2-40B4-BE49-F238E27FC236}">
                <a16:creationId xmlns:a16="http://schemas.microsoft.com/office/drawing/2014/main" id="{FF2D987A-1AEE-FB6C-9091-4D01FA950169}"/>
              </a:ext>
            </a:extLst>
          </p:cNvPr>
          <p:cNvSpPr/>
          <p:nvPr userDrawn="1"/>
        </p:nvSpPr>
        <p:spPr>
          <a:xfrm>
            <a:off x="4306321" y="2924921"/>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chemeClr val="accent3"/>
          </a:solidFill>
          <a:ln w="0" cap="flat">
            <a:noFill/>
            <a:prstDash val="solid"/>
            <a:miter/>
          </a:ln>
        </p:spPr>
        <p:txBody>
          <a:bodyPr rtlCol="0" anchor="ctr"/>
          <a:lstStyle/>
          <a:p>
            <a:pPr algn="ctr" defTabSz="1088449"/>
            <a:r>
              <a:rPr lang="en-US" sz="1200">
                <a:latin typeface="72 Brand"/>
              </a:rPr>
              <a:t>Green 6</a:t>
            </a:r>
            <a:br>
              <a:rPr lang="en-US" sz="1200">
                <a:latin typeface="72 Brand"/>
              </a:rPr>
            </a:br>
            <a:r>
              <a:rPr lang="en-US" sz="1200">
                <a:latin typeface="72 Brand"/>
              </a:rPr>
              <a:t>#36A41D</a:t>
            </a:r>
          </a:p>
        </p:txBody>
      </p:sp>
      <p:sp>
        <p:nvSpPr>
          <p:cNvPr id="24" name="Freeform 80">
            <a:extLst>
              <a:ext uri="{FF2B5EF4-FFF2-40B4-BE49-F238E27FC236}">
                <a16:creationId xmlns:a16="http://schemas.microsoft.com/office/drawing/2014/main" id="{AA53ACC2-4E92-5B3D-5509-AE0FC7AE540D}"/>
              </a:ext>
            </a:extLst>
          </p:cNvPr>
          <p:cNvSpPr/>
          <p:nvPr userDrawn="1"/>
        </p:nvSpPr>
        <p:spPr>
          <a:xfrm>
            <a:off x="6227422" y="2924921"/>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188918"/>
          </a:solidFill>
          <a:ln w="0" cap="flat">
            <a:noFill/>
            <a:prstDash val="solid"/>
            <a:miter/>
          </a:ln>
        </p:spPr>
        <p:txBody>
          <a:bodyPr rtlCol="0" anchor="ctr"/>
          <a:lstStyle/>
          <a:p>
            <a:pPr algn="ctr" defTabSz="1088449"/>
            <a:r>
              <a:rPr lang="en-US" sz="1200">
                <a:solidFill>
                  <a:srgbClr val="FFFFFF"/>
                </a:solidFill>
                <a:latin typeface="72 Brand"/>
              </a:rPr>
              <a:t>Green 7</a:t>
            </a:r>
            <a:br>
              <a:rPr lang="en-US" sz="1200">
                <a:solidFill>
                  <a:srgbClr val="FFFFFF"/>
                </a:solidFill>
                <a:latin typeface="72 Brand"/>
              </a:rPr>
            </a:br>
            <a:r>
              <a:rPr lang="en-US" sz="1200">
                <a:solidFill>
                  <a:srgbClr val="FFFFFF"/>
                </a:solidFill>
                <a:latin typeface="72 Brand"/>
              </a:rPr>
              <a:t>#188918</a:t>
            </a:r>
          </a:p>
        </p:txBody>
      </p:sp>
      <p:sp>
        <p:nvSpPr>
          <p:cNvPr id="25" name="Freeform 79">
            <a:extLst>
              <a:ext uri="{FF2B5EF4-FFF2-40B4-BE49-F238E27FC236}">
                <a16:creationId xmlns:a16="http://schemas.microsoft.com/office/drawing/2014/main" id="{D105CE5F-854F-E5AA-CD56-9B210266B1D7}"/>
              </a:ext>
            </a:extLst>
          </p:cNvPr>
          <p:cNvSpPr/>
          <p:nvPr userDrawn="1"/>
        </p:nvSpPr>
        <p:spPr>
          <a:xfrm>
            <a:off x="8129588" y="2924096"/>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164323"/>
          </a:solidFill>
          <a:ln w="0" cap="flat">
            <a:noFill/>
            <a:prstDash val="solid"/>
            <a:miter/>
          </a:ln>
        </p:spPr>
        <p:txBody>
          <a:bodyPr rtlCol="0" anchor="ctr"/>
          <a:lstStyle/>
          <a:p>
            <a:pPr algn="ctr" defTabSz="1088449"/>
            <a:r>
              <a:rPr lang="en-US" sz="1200">
                <a:solidFill>
                  <a:srgbClr val="FFFFFF"/>
                </a:solidFill>
                <a:latin typeface="72 Brand"/>
              </a:rPr>
              <a:t>Green 10</a:t>
            </a:r>
            <a:br>
              <a:rPr lang="en-US" sz="1200">
                <a:solidFill>
                  <a:srgbClr val="FFFFFF"/>
                </a:solidFill>
                <a:latin typeface="72 Brand"/>
              </a:rPr>
            </a:br>
            <a:r>
              <a:rPr lang="en-US" sz="1200">
                <a:solidFill>
                  <a:srgbClr val="FFFFFF"/>
                </a:solidFill>
                <a:latin typeface="72 Brand"/>
              </a:rPr>
              <a:t>#164323</a:t>
            </a:r>
          </a:p>
        </p:txBody>
      </p:sp>
      <p:sp>
        <p:nvSpPr>
          <p:cNvPr id="26" name="Freeform 78">
            <a:extLst>
              <a:ext uri="{FF2B5EF4-FFF2-40B4-BE49-F238E27FC236}">
                <a16:creationId xmlns:a16="http://schemas.microsoft.com/office/drawing/2014/main" id="{44AC23F7-268E-D9FD-AC0B-EB4A4CB13536}"/>
              </a:ext>
            </a:extLst>
          </p:cNvPr>
          <p:cNvSpPr/>
          <p:nvPr userDrawn="1"/>
        </p:nvSpPr>
        <p:spPr>
          <a:xfrm>
            <a:off x="10050689" y="2924096"/>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0E2B16"/>
          </a:solidFill>
          <a:ln w="0" cap="flat">
            <a:noFill/>
            <a:prstDash val="solid"/>
            <a:miter/>
          </a:ln>
        </p:spPr>
        <p:txBody>
          <a:bodyPr rtlCol="0" anchor="ctr"/>
          <a:lstStyle/>
          <a:p>
            <a:pPr algn="ctr" defTabSz="1088449"/>
            <a:r>
              <a:rPr lang="en-US" sz="1200">
                <a:solidFill>
                  <a:srgbClr val="FFFFFF"/>
                </a:solidFill>
                <a:latin typeface="72 Brand"/>
              </a:rPr>
              <a:t>Green 11</a:t>
            </a:r>
            <a:br>
              <a:rPr lang="en-US" sz="1200">
                <a:solidFill>
                  <a:srgbClr val="FFFFFF"/>
                </a:solidFill>
                <a:latin typeface="72 Brand"/>
              </a:rPr>
            </a:br>
            <a:r>
              <a:rPr lang="en-US" sz="1200">
                <a:solidFill>
                  <a:srgbClr val="FFFFFF"/>
                </a:solidFill>
                <a:latin typeface="72 Brand"/>
              </a:rPr>
              <a:t>#0E2B16</a:t>
            </a:r>
          </a:p>
        </p:txBody>
      </p:sp>
      <p:sp>
        <p:nvSpPr>
          <p:cNvPr id="27" name="Freeform 83">
            <a:extLst>
              <a:ext uri="{FF2B5EF4-FFF2-40B4-BE49-F238E27FC236}">
                <a16:creationId xmlns:a16="http://schemas.microsoft.com/office/drawing/2014/main" id="{FCD2E78F-C379-DA9E-AC51-45BB0ACD8CDC}"/>
              </a:ext>
            </a:extLst>
          </p:cNvPr>
          <p:cNvSpPr/>
          <p:nvPr userDrawn="1"/>
        </p:nvSpPr>
        <p:spPr>
          <a:xfrm>
            <a:off x="504001" y="3519559"/>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FFF3B8"/>
          </a:solidFill>
          <a:ln w="0" cap="flat">
            <a:noFill/>
            <a:prstDash val="solid"/>
            <a:miter/>
          </a:ln>
        </p:spPr>
        <p:txBody>
          <a:bodyPr rtlCol="0" anchor="ctr"/>
          <a:lstStyle/>
          <a:p>
            <a:pPr algn="ctr" defTabSz="1088449"/>
            <a:r>
              <a:rPr lang="en-US" sz="1200">
                <a:solidFill>
                  <a:srgbClr val="000000"/>
                </a:solidFill>
                <a:latin typeface="72 Brand"/>
              </a:rPr>
              <a:t>Mango 2</a:t>
            </a:r>
            <a:br>
              <a:rPr lang="en-US" sz="1200">
                <a:solidFill>
                  <a:srgbClr val="000000"/>
                </a:solidFill>
                <a:latin typeface="72 Brand"/>
              </a:rPr>
            </a:br>
            <a:r>
              <a:rPr lang="en-US" sz="1200">
                <a:solidFill>
                  <a:srgbClr val="000000"/>
                </a:solidFill>
                <a:latin typeface="72 Brand"/>
              </a:rPr>
              <a:t>#FFF3B8</a:t>
            </a:r>
          </a:p>
        </p:txBody>
      </p:sp>
      <p:sp>
        <p:nvSpPr>
          <p:cNvPr id="28" name="Freeform 88">
            <a:extLst>
              <a:ext uri="{FF2B5EF4-FFF2-40B4-BE49-F238E27FC236}">
                <a16:creationId xmlns:a16="http://schemas.microsoft.com/office/drawing/2014/main" id="{8F604492-C37F-A63E-B6EF-C1D9DA958F6A}"/>
              </a:ext>
            </a:extLst>
          </p:cNvPr>
          <p:cNvSpPr/>
          <p:nvPr userDrawn="1"/>
        </p:nvSpPr>
        <p:spPr>
          <a:xfrm>
            <a:off x="2405161" y="3519559"/>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FFC933"/>
          </a:solidFill>
          <a:ln w="0" cap="flat">
            <a:noFill/>
            <a:prstDash val="solid"/>
            <a:miter/>
          </a:ln>
        </p:spPr>
        <p:txBody>
          <a:bodyPr rtlCol="0" anchor="ctr"/>
          <a:lstStyle/>
          <a:p>
            <a:pPr algn="ctr" defTabSz="1088449"/>
            <a:r>
              <a:rPr lang="en-US" sz="1200">
                <a:solidFill>
                  <a:srgbClr val="000000"/>
                </a:solidFill>
                <a:latin typeface="72 Brand"/>
              </a:rPr>
              <a:t>Mango 4</a:t>
            </a:r>
            <a:br>
              <a:rPr lang="en-US" sz="1200">
                <a:solidFill>
                  <a:srgbClr val="000000"/>
                </a:solidFill>
                <a:latin typeface="72 Brand"/>
              </a:rPr>
            </a:br>
            <a:r>
              <a:rPr lang="en-US" sz="1200">
                <a:solidFill>
                  <a:srgbClr val="000000"/>
                </a:solidFill>
                <a:latin typeface="72 Brand"/>
              </a:rPr>
              <a:t>#FFC933</a:t>
            </a:r>
          </a:p>
        </p:txBody>
      </p:sp>
      <p:sp>
        <p:nvSpPr>
          <p:cNvPr id="29" name="Freeform 87">
            <a:extLst>
              <a:ext uri="{FF2B5EF4-FFF2-40B4-BE49-F238E27FC236}">
                <a16:creationId xmlns:a16="http://schemas.microsoft.com/office/drawing/2014/main" id="{1903B33E-7553-03DE-1850-350C0DCE0478}"/>
              </a:ext>
            </a:extLst>
          </p:cNvPr>
          <p:cNvSpPr/>
          <p:nvPr userDrawn="1"/>
        </p:nvSpPr>
        <p:spPr>
          <a:xfrm>
            <a:off x="4306321" y="3519559"/>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chemeClr val="accent1"/>
          </a:solidFill>
          <a:ln w="0" cap="flat">
            <a:noFill/>
            <a:prstDash val="solid"/>
            <a:miter/>
          </a:ln>
        </p:spPr>
        <p:txBody>
          <a:bodyPr rtlCol="0" anchor="ctr"/>
          <a:lstStyle/>
          <a:p>
            <a:pPr algn="ctr" defTabSz="1088449"/>
            <a:r>
              <a:rPr lang="en-US" sz="1200">
                <a:latin typeface="72 Brand"/>
              </a:rPr>
              <a:t>Mango 6</a:t>
            </a:r>
            <a:br>
              <a:rPr lang="en-US" sz="1200">
                <a:latin typeface="72 Brand"/>
              </a:rPr>
            </a:br>
            <a:r>
              <a:rPr lang="en-US" sz="1200">
                <a:latin typeface="72 Brand"/>
              </a:rPr>
              <a:t>#E76500</a:t>
            </a:r>
          </a:p>
        </p:txBody>
      </p:sp>
      <p:sp>
        <p:nvSpPr>
          <p:cNvPr id="30" name="Freeform 86">
            <a:extLst>
              <a:ext uri="{FF2B5EF4-FFF2-40B4-BE49-F238E27FC236}">
                <a16:creationId xmlns:a16="http://schemas.microsoft.com/office/drawing/2014/main" id="{220419B0-04C2-995C-B267-365BA4A8314C}"/>
              </a:ext>
            </a:extLst>
          </p:cNvPr>
          <p:cNvSpPr/>
          <p:nvPr userDrawn="1"/>
        </p:nvSpPr>
        <p:spPr>
          <a:xfrm>
            <a:off x="6227422" y="3519559"/>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C35500"/>
          </a:solidFill>
          <a:ln w="0" cap="flat">
            <a:noFill/>
            <a:prstDash val="solid"/>
            <a:miter/>
          </a:ln>
        </p:spPr>
        <p:txBody>
          <a:bodyPr rtlCol="0" anchor="ctr"/>
          <a:lstStyle/>
          <a:p>
            <a:pPr algn="ctr" defTabSz="1088449"/>
            <a:r>
              <a:rPr lang="en-US" sz="1200">
                <a:solidFill>
                  <a:srgbClr val="FFFFFF"/>
                </a:solidFill>
                <a:latin typeface="72 Brand"/>
              </a:rPr>
              <a:t>Mango 7</a:t>
            </a:r>
            <a:br>
              <a:rPr lang="en-US" sz="1200">
                <a:solidFill>
                  <a:srgbClr val="FFFFFF"/>
                </a:solidFill>
                <a:latin typeface="72 Brand"/>
              </a:rPr>
            </a:br>
            <a:r>
              <a:rPr lang="en-US" sz="1200">
                <a:solidFill>
                  <a:srgbClr val="FFFFFF"/>
                </a:solidFill>
                <a:latin typeface="72 Brand"/>
              </a:rPr>
              <a:t>#C35500</a:t>
            </a:r>
          </a:p>
        </p:txBody>
      </p:sp>
      <p:sp>
        <p:nvSpPr>
          <p:cNvPr id="31" name="Freeform 85">
            <a:extLst>
              <a:ext uri="{FF2B5EF4-FFF2-40B4-BE49-F238E27FC236}">
                <a16:creationId xmlns:a16="http://schemas.microsoft.com/office/drawing/2014/main" id="{5291C6D6-3C0A-1EC1-0DE4-3468327A01FC}"/>
              </a:ext>
            </a:extLst>
          </p:cNvPr>
          <p:cNvSpPr/>
          <p:nvPr userDrawn="1"/>
        </p:nvSpPr>
        <p:spPr>
          <a:xfrm>
            <a:off x="8129588" y="3518734"/>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6D1900"/>
          </a:solidFill>
          <a:ln w="0" cap="flat">
            <a:noFill/>
            <a:prstDash val="solid"/>
            <a:miter/>
          </a:ln>
        </p:spPr>
        <p:txBody>
          <a:bodyPr rtlCol="0" anchor="ctr"/>
          <a:lstStyle/>
          <a:p>
            <a:pPr algn="ctr" defTabSz="1088449"/>
            <a:r>
              <a:rPr lang="en-US" sz="1200">
                <a:solidFill>
                  <a:srgbClr val="FFFFFF"/>
                </a:solidFill>
                <a:latin typeface="72 Brand"/>
              </a:rPr>
              <a:t>Mango 10</a:t>
            </a:r>
            <a:br>
              <a:rPr lang="en-US" sz="1200">
                <a:solidFill>
                  <a:srgbClr val="FFFFFF"/>
                </a:solidFill>
                <a:latin typeface="72 Brand"/>
              </a:rPr>
            </a:br>
            <a:r>
              <a:rPr lang="en-US" sz="1200">
                <a:solidFill>
                  <a:srgbClr val="FFFFFF"/>
                </a:solidFill>
                <a:latin typeface="72 Brand"/>
              </a:rPr>
              <a:t>#6D1900</a:t>
            </a:r>
          </a:p>
        </p:txBody>
      </p:sp>
      <p:sp>
        <p:nvSpPr>
          <p:cNvPr id="32" name="Freeform 84">
            <a:extLst>
              <a:ext uri="{FF2B5EF4-FFF2-40B4-BE49-F238E27FC236}">
                <a16:creationId xmlns:a16="http://schemas.microsoft.com/office/drawing/2014/main" id="{0C8AFC63-A495-CD19-A678-5D1C65A0F630}"/>
              </a:ext>
            </a:extLst>
          </p:cNvPr>
          <p:cNvSpPr/>
          <p:nvPr userDrawn="1"/>
        </p:nvSpPr>
        <p:spPr>
          <a:xfrm>
            <a:off x="10050689" y="3518734"/>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450B00"/>
          </a:solidFill>
          <a:ln w="0" cap="flat">
            <a:noFill/>
            <a:prstDash val="solid"/>
            <a:miter/>
          </a:ln>
        </p:spPr>
        <p:txBody>
          <a:bodyPr rtlCol="0" anchor="ctr"/>
          <a:lstStyle/>
          <a:p>
            <a:pPr algn="ctr" defTabSz="1088449"/>
            <a:r>
              <a:rPr lang="en-US" sz="1200">
                <a:solidFill>
                  <a:srgbClr val="FFFFFF"/>
                </a:solidFill>
                <a:latin typeface="72 Brand"/>
              </a:rPr>
              <a:t>Mango 11</a:t>
            </a:r>
            <a:br>
              <a:rPr lang="en-US" sz="1200">
                <a:solidFill>
                  <a:srgbClr val="FFFFFF"/>
                </a:solidFill>
                <a:latin typeface="72 Brand"/>
              </a:rPr>
            </a:br>
            <a:r>
              <a:rPr lang="en-US" sz="1200">
                <a:solidFill>
                  <a:srgbClr val="FFFFFF"/>
                </a:solidFill>
                <a:latin typeface="72 Brand"/>
              </a:rPr>
              <a:t>#450B00</a:t>
            </a:r>
          </a:p>
        </p:txBody>
      </p:sp>
      <p:sp>
        <p:nvSpPr>
          <p:cNvPr id="33" name="Freeform 89">
            <a:extLst>
              <a:ext uri="{FF2B5EF4-FFF2-40B4-BE49-F238E27FC236}">
                <a16:creationId xmlns:a16="http://schemas.microsoft.com/office/drawing/2014/main" id="{88F1E754-E8C5-5438-3533-D344315E7FC2}"/>
              </a:ext>
            </a:extLst>
          </p:cNvPr>
          <p:cNvSpPr/>
          <p:nvPr userDrawn="1"/>
        </p:nvSpPr>
        <p:spPr>
          <a:xfrm>
            <a:off x="504001" y="4114197"/>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FFD5EA"/>
          </a:solidFill>
          <a:ln w="0" cap="flat">
            <a:noFill/>
            <a:prstDash val="solid"/>
            <a:miter/>
          </a:ln>
        </p:spPr>
        <p:txBody>
          <a:bodyPr rtlCol="0" anchor="ctr"/>
          <a:lstStyle/>
          <a:p>
            <a:pPr algn="ctr" defTabSz="1088449"/>
            <a:r>
              <a:rPr lang="en-US" sz="1200">
                <a:solidFill>
                  <a:srgbClr val="000000"/>
                </a:solidFill>
                <a:latin typeface="72 Brand"/>
              </a:rPr>
              <a:t>Red 2</a:t>
            </a:r>
            <a:br>
              <a:rPr lang="en-US" sz="1200">
                <a:solidFill>
                  <a:srgbClr val="000000"/>
                </a:solidFill>
                <a:latin typeface="72 Brand"/>
              </a:rPr>
            </a:br>
            <a:r>
              <a:rPr lang="en-US" sz="1200">
                <a:solidFill>
                  <a:srgbClr val="000000"/>
                </a:solidFill>
                <a:latin typeface="72 Brand"/>
              </a:rPr>
              <a:t>#FFD5EA</a:t>
            </a:r>
          </a:p>
        </p:txBody>
      </p:sp>
      <p:sp>
        <p:nvSpPr>
          <p:cNvPr id="34" name="Freeform 94">
            <a:extLst>
              <a:ext uri="{FF2B5EF4-FFF2-40B4-BE49-F238E27FC236}">
                <a16:creationId xmlns:a16="http://schemas.microsoft.com/office/drawing/2014/main" id="{F9CAB2F5-111E-9B62-A950-2766E6062CBF}"/>
              </a:ext>
            </a:extLst>
          </p:cNvPr>
          <p:cNvSpPr/>
          <p:nvPr userDrawn="1"/>
        </p:nvSpPr>
        <p:spPr>
          <a:xfrm>
            <a:off x="2405161" y="4114197"/>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FF8CB2"/>
          </a:solidFill>
          <a:ln w="0" cap="flat">
            <a:noFill/>
            <a:prstDash val="solid"/>
            <a:miter/>
          </a:ln>
        </p:spPr>
        <p:txBody>
          <a:bodyPr rtlCol="0" anchor="ctr"/>
          <a:lstStyle/>
          <a:p>
            <a:pPr algn="ctr" defTabSz="1088449"/>
            <a:r>
              <a:rPr lang="en-US" sz="1200">
                <a:solidFill>
                  <a:srgbClr val="000000"/>
                </a:solidFill>
                <a:latin typeface="72 Brand"/>
              </a:rPr>
              <a:t>Red 4</a:t>
            </a:r>
            <a:br>
              <a:rPr lang="en-US" sz="1200">
                <a:solidFill>
                  <a:srgbClr val="000000"/>
                </a:solidFill>
                <a:latin typeface="72 Brand"/>
              </a:rPr>
            </a:br>
            <a:r>
              <a:rPr lang="en-US" sz="1200">
                <a:solidFill>
                  <a:srgbClr val="000000"/>
                </a:solidFill>
                <a:latin typeface="72 Brand"/>
              </a:rPr>
              <a:t>#FF8CB2</a:t>
            </a:r>
          </a:p>
        </p:txBody>
      </p:sp>
      <p:sp>
        <p:nvSpPr>
          <p:cNvPr id="35" name="Freeform 93">
            <a:extLst>
              <a:ext uri="{FF2B5EF4-FFF2-40B4-BE49-F238E27FC236}">
                <a16:creationId xmlns:a16="http://schemas.microsoft.com/office/drawing/2014/main" id="{20875E28-2038-256F-D469-19622F84F475}"/>
              </a:ext>
            </a:extLst>
          </p:cNvPr>
          <p:cNvSpPr/>
          <p:nvPr userDrawn="1"/>
        </p:nvSpPr>
        <p:spPr>
          <a:xfrm>
            <a:off x="4306321" y="4114197"/>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EE3939"/>
          </a:solidFill>
          <a:ln w="0" cap="flat">
            <a:noFill/>
            <a:prstDash val="solid"/>
            <a:miter/>
          </a:ln>
        </p:spPr>
        <p:txBody>
          <a:bodyPr rtlCol="0" anchor="ctr"/>
          <a:lstStyle/>
          <a:p>
            <a:pPr algn="ctr" defTabSz="1088449"/>
            <a:r>
              <a:rPr lang="en-US" sz="1200">
                <a:latin typeface="72 Brand"/>
              </a:rPr>
              <a:t>Red 6</a:t>
            </a:r>
            <a:br>
              <a:rPr lang="en-US" sz="1200">
                <a:latin typeface="72 Brand"/>
              </a:rPr>
            </a:br>
            <a:r>
              <a:rPr lang="en-US" sz="1200">
                <a:latin typeface="72 Brand"/>
              </a:rPr>
              <a:t>#EE3939</a:t>
            </a:r>
          </a:p>
        </p:txBody>
      </p:sp>
      <p:sp>
        <p:nvSpPr>
          <p:cNvPr id="36" name="Freeform 92">
            <a:extLst>
              <a:ext uri="{FF2B5EF4-FFF2-40B4-BE49-F238E27FC236}">
                <a16:creationId xmlns:a16="http://schemas.microsoft.com/office/drawing/2014/main" id="{54067863-63ED-3E20-7BA9-91BA18863CAC}"/>
              </a:ext>
            </a:extLst>
          </p:cNvPr>
          <p:cNvSpPr/>
          <p:nvPr userDrawn="1"/>
        </p:nvSpPr>
        <p:spPr>
          <a:xfrm>
            <a:off x="6227422" y="4114197"/>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D20A0A"/>
          </a:solidFill>
          <a:ln w="0" cap="flat">
            <a:noFill/>
            <a:prstDash val="solid"/>
            <a:miter/>
          </a:ln>
        </p:spPr>
        <p:txBody>
          <a:bodyPr rtlCol="0" anchor="ctr"/>
          <a:lstStyle/>
          <a:p>
            <a:pPr algn="ctr" defTabSz="1088449"/>
            <a:r>
              <a:rPr lang="en-US" sz="1200">
                <a:solidFill>
                  <a:srgbClr val="FFFFFF"/>
                </a:solidFill>
                <a:latin typeface="72 Brand"/>
              </a:rPr>
              <a:t>Red 7</a:t>
            </a:r>
            <a:br>
              <a:rPr lang="en-US" sz="1200">
                <a:solidFill>
                  <a:srgbClr val="FFFFFF"/>
                </a:solidFill>
                <a:latin typeface="72 Brand"/>
              </a:rPr>
            </a:br>
            <a:r>
              <a:rPr lang="en-US" sz="1200">
                <a:solidFill>
                  <a:srgbClr val="FFFFFF"/>
                </a:solidFill>
                <a:latin typeface="72 Brand"/>
              </a:rPr>
              <a:t>#D20A0A</a:t>
            </a:r>
          </a:p>
        </p:txBody>
      </p:sp>
      <p:sp>
        <p:nvSpPr>
          <p:cNvPr id="37" name="Freeform 91">
            <a:extLst>
              <a:ext uri="{FF2B5EF4-FFF2-40B4-BE49-F238E27FC236}">
                <a16:creationId xmlns:a16="http://schemas.microsoft.com/office/drawing/2014/main" id="{16AC9816-9312-095C-CA75-9BB225C4252E}"/>
              </a:ext>
            </a:extLst>
          </p:cNvPr>
          <p:cNvSpPr/>
          <p:nvPr userDrawn="1"/>
        </p:nvSpPr>
        <p:spPr>
          <a:xfrm>
            <a:off x="8129588" y="4113372"/>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5A0404"/>
          </a:solidFill>
          <a:ln w="0" cap="flat">
            <a:noFill/>
            <a:prstDash val="solid"/>
            <a:miter/>
          </a:ln>
        </p:spPr>
        <p:txBody>
          <a:bodyPr rtlCol="0" anchor="ctr"/>
          <a:lstStyle/>
          <a:p>
            <a:pPr algn="ctr" defTabSz="1088449"/>
            <a:r>
              <a:rPr lang="en-US" sz="1200">
                <a:solidFill>
                  <a:srgbClr val="FFFFFF"/>
                </a:solidFill>
                <a:latin typeface="72 Brand"/>
              </a:rPr>
              <a:t>Red 10</a:t>
            </a:r>
            <a:br>
              <a:rPr lang="en-US" sz="1200">
                <a:solidFill>
                  <a:srgbClr val="FFFFFF"/>
                </a:solidFill>
                <a:latin typeface="72 Brand"/>
              </a:rPr>
            </a:br>
            <a:r>
              <a:rPr lang="en-US" sz="1200">
                <a:solidFill>
                  <a:srgbClr val="FFFFFF"/>
                </a:solidFill>
                <a:latin typeface="72 Brand"/>
              </a:rPr>
              <a:t>#5A0404</a:t>
            </a:r>
          </a:p>
        </p:txBody>
      </p:sp>
      <p:sp>
        <p:nvSpPr>
          <p:cNvPr id="38" name="Freeform 90">
            <a:extLst>
              <a:ext uri="{FF2B5EF4-FFF2-40B4-BE49-F238E27FC236}">
                <a16:creationId xmlns:a16="http://schemas.microsoft.com/office/drawing/2014/main" id="{AEF6149F-55EA-8B85-D5DF-EFB6B2FF4645}"/>
              </a:ext>
            </a:extLst>
          </p:cNvPr>
          <p:cNvSpPr/>
          <p:nvPr userDrawn="1"/>
        </p:nvSpPr>
        <p:spPr>
          <a:xfrm>
            <a:off x="10050689" y="4113372"/>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350000"/>
          </a:solidFill>
          <a:ln w="0" cap="flat">
            <a:noFill/>
            <a:prstDash val="solid"/>
            <a:miter/>
          </a:ln>
        </p:spPr>
        <p:txBody>
          <a:bodyPr rtlCol="0" anchor="ctr"/>
          <a:lstStyle/>
          <a:p>
            <a:pPr algn="ctr" defTabSz="1088449"/>
            <a:r>
              <a:rPr lang="en-US" sz="1200">
                <a:solidFill>
                  <a:srgbClr val="FFFFFF"/>
                </a:solidFill>
                <a:latin typeface="72 Brand"/>
              </a:rPr>
              <a:t>Red 11</a:t>
            </a:r>
            <a:br>
              <a:rPr lang="en-US" sz="1200">
                <a:solidFill>
                  <a:srgbClr val="FFFFFF"/>
                </a:solidFill>
                <a:latin typeface="72 Brand"/>
              </a:rPr>
            </a:br>
            <a:r>
              <a:rPr lang="en-US" sz="1200">
                <a:solidFill>
                  <a:srgbClr val="FFFFFF"/>
                </a:solidFill>
                <a:latin typeface="72 Brand"/>
              </a:rPr>
              <a:t>#350000</a:t>
            </a:r>
          </a:p>
        </p:txBody>
      </p:sp>
      <p:sp>
        <p:nvSpPr>
          <p:cNvPr id="39" name="Freeform 95">
            <a:extLst>
              <a:ext uri="{FF2B5EF4-FFF2-40B4-BE49-F238E27FC236}">
                <a16:creationId xmlns:a16="http://schemas.microsoft.com/office/drawing/2014/main" id="{4027EC94-48C6-D9D1-D350-2C19E151F706}"/>
              </a:ext>
            </a:extLst>
          </p:cNvPr>
          <p:cNvSpPr/>
          <p:nvPr userDrawn="1"/>
        </p:nvSpPr>
        <p:spPr>
          <a:xfrm>
            <a:off x="504001" y="4708836"/>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FFDCE8"/>
          </a:solidFill>
          <a:ln w="0" cap="flat">
            <a:noFill/>
            <a:prstDash val="solid"/>
            <a:miter/>
          </a:ln>
        </p:spPr>
        <p:txBody>
          <a:bodyPr rtlCol="0" anchor="ctr"/>
          <a:lstStyle/>
          <a:p>
            <a:pPr algn="ctr" defTabSz="1088449"/>
            <a:r>
              <a:rPr lang="en-US" sz="1200">
                <a:solidFill>
                  <a:srgbClr val="000000"/>
                </a:solidFill>
                <a:latin typeface="72 Brand"/>
              </a:rPr>
              <a:t>Raspberry 2</a:t>
            </a:r>
            <a:br>
              <a:rPr lang="en-US" sz="1200">
                <a:solidFill>
                  <a:srgbClr val="000000"/>
                </a:solidFill>
                <a:latin typeface="72 Brand"/>
              </a:rPr>
            </a:br>
            <a:r>
              <a:rPr lang="en-US" sz="1200">
                <a:solidFill>
                  <a:srgbClr val="000000"/>
                </a:solidFill>
                <a:latin typeface="72 Brand"/>
              </a:rPr>
              <a:t>#FFDCE8</a:t>
            </a:r>
          </a:p>
        </p:txBody>
      </p:sp>
      <p:sp>
        <p:nvSpPr>
          <p:cNvPr id="40" name="Freeform 100">
            <a:extLst>
              <a:ext uri="{FF2B5EF4-FFF2-40B4-BE49-F238E27FC236}">
                <a16:creationId xmlns:a16="http://schemas.microsoft.com/office/drawing/2014/main" id="{74AAC3CA-6774-EA05-39D2-6BFA7B4DF9B5}"/>
              </a:ext>
            </a:extLst>
          </p:cNvPr>
          <p:cNvSpPr/>
          <p:nvPr userDrawn="1"/>
        </p:nvSpPr>
        <p:spPr>
          <a:xfrm>
            <a:off x="2405161" y="4708836"/>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FEADC8"/>
          </a:solidFill>
          <a:ln w="0" cap="flat">
            <a:noFill/>
            <a:prstDash val="solid"/>
            <a:miter/>
          </a:ln>
        </p:spPr>
        <p:txBody>
          <a:bodyPr rtlCol="0" anchor="ctr"/>
          <a:lstStyle/>
          <a:p>
            <a:pPr algn="ctr" defTabSz="1088449"/>
            <a:r>
              <a:rPr lang="en-US" sz="1200">
                <a:solidFill>
                  <a:srgbClr val="000000"/>
                </a:solidFill>
                <a:latin typeface="72 Brand"/>
              </a:rPr>
              <a:t>Raspberry 4</a:t>
            </a:r>
            <a:br>
              <a:rPr lang="en-US" sz="1200">
                <a:solidFill>
                  <a:srgbClr val="000000"/>
                </a:solidFill>
                <a:latin typeface="72 Brand"/>
              </a:rPr>
            </a:br>
            <a:r>
              <a:rPr lang="en-US" sz="1200">
                <a:solidFill>
                  <a:srgbClr val="000000"/>
                </a:solidFill>
                <a:latin typeface="72 Brand"/>
              </a:rPr>
              <a:t>#FEADC8</a:t>
            </a:r>
          </a:p>
        </p:txBody>
      </p:sp>
      <p:sp>
        <p:nvSpPr>
          <p:cNvPr id="41" name="Freeform 99">
            <a:extLst>
              <a:ext uri="{FF2B5EF4-FFF2-40B4-BE49-F238E27FC236}">
                <a16:creationId xmlns:a16="http://schemas.microsoft.com/office/drawing/2014/main" id="{81CE6DC8-B91F-EDAE-0084-E839B0BE2C32}"/>
              </a:ext>
            </a:extLst>
          </p:cNvPr>
          <p:cNvSpPr/>
          <p:nvPr userDrawn="1"/>
        </p:nvSpPr>
        <p:spPr>
          <a:xfrm>
            <a:off x="4306321" y="4708836"/>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chemeClr val="accent4"/>
          </a:solidFill>
          <a:ln w="0" cap="flat">
            <a:noFill/>
            <a:prstDash val="solid"/>
            <a:miter/>
          </a:ln>
        </p:spPr>
        <p:txBody>
          <a:bodyPr rtlCol="0" anchor="ctr"/>
          <a:lstStyle/>
          <a:p>
            <a:pPr algn="ctr" defTabSz="1088449"/>
            <a:r>
              <a:rPr lang="en-US" sz="1200">
                <a:latin typeface="72 Brand"/>
              </a:rPr>
              <a:t>Raspberry 6</a:t>
            </a:r>
            <a:br>
              <a:rPr lang="en-US" sz="1200">
                <a:latin typeface="72 Brand"/>
              </a:rPr>
            </a:br>
            <a:r>
              <a:rPr lang="en-US" sz="1200">
                <a:latin typeface="72 Brand"/>
              </a:rPr>
              <a:t>#FA4F96</a:t>
            </a:r>
          </a:p>
        </p:txBody>
      </p:sp>
      <p:sp>
        <p:nvSpPr>
          <p:cNvPr id="42" name="Freeform 98">
            <a:extLst>
              <a:ext uri="{FF2B5EF4-FFF2-40B4-BE49-F238E27FC236}">
                <a16:creationId xmlns:a16="http://schemas.microsoft.com/office/drawing/2014/main" id="{445568CB-5C4B-F612-2395-62D135B605D9}"/>
              </a:ext>
            </a:extLst>
          </p:cNvPr>
          <p:cNvSpPr/>
          <p:nvPr userDrawn="1"/>
        </p:nvSpPr>
        <p:spPr>
          <a:xfrm>
            <a:off x="6227422" y="4708836"/>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DF1278"/>
          </a:solidFill>
          <a:ln w="0" cap="flat">
            <a:noFill/>
            <a:prstDash val="solid"/>
            <a:miter/>
          </a:ln>
        </p:spPr>
        <p:txBody>
          <a:bodyPr rtlCol="0" anchor="ctr"/>
          <a:lstStyle/>
          <a:p>
            <a:pPr algn="ctr" defTabSz="1088449"/>
            <a:r>
              <a:rPr lang="en-US" sz="1200">
                <a:solidFill>
                  <a:srgbClr val="FFFFFF"/>
                </a:solidFill>
                <a:latin typeface="72 Brand"/>
              </a:rPr>
              <a:t>Raspberry 7</a:t>
            </a:r>
            <a:br>
              <a:rPr lang="en-US" sz="1200">
                <a:solidFill>
                  <a:srgbClr val="FFFFFF"/>
                </a:solidFill>
                <a:latin typeface="72 Brand"/>
              </a:rPr>
            </a:br>
            <a:r>
              <a:rPr lang="en-US" sz="1200">
                <a:solidFill>
                  <a:srgbClr val="FFFFFF"/>
                </a:solidFill>
                <a:latin typeface="72 Brand"/>
              </a:rPr>
              <a:t>#DF1278</a:t>
            </a:r>
          </a:p>
        </p:txBody>
      </p:sp>
      <p:sp>
        <p:nvSpPr>
          <p:cNvPr id="43" name="Freeform 97">
            <a:extLst>
              <a:ext uri="{FF2B5EF4-FFF2-40B4-BE49-F238E27FC236}">
                <a16:creationId xmlns:a16="http://schemas.microsoft.com/office/drawing/2014/main" id="{880D550A-2A0C-9B91-BC01-2F055CD55C3E}"/>
              </a:ext>
            </a:extLst>
          </p:cNvPr>
          <p:cNvSpPr/>
          <p:nvPr userDrawn="1"/>
        </p:nvSpPr>
        <p:spPr>
          <a:xfrm>
            <a:off x="8129588" y="4708011"/>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71014B"/>
          </a:solidFill>
          <a:ln w="0" cap="flat">
            <a:noFill/>
            <a:prstDash val="solid"/>
            <a:miter/>
          </a:ln>
        </p:spPr>
        <p:txBody>
          <a:bodyPr rtlCol="0" anchor="ctr"/>
          <a:lstStyle/>
          <a:p>
            <a:pPr algn="ctr" defTabSz="1088449"/>
            <a:r>
              <a:rPr lang="en-US" sz="1200">
                <a:solidFill>
                  <a:srgbClr val="FFFFFF"/>
                </a:solidFill>
                <a:latin typeface="72 Brand"/>
              </a:rPr>
              <a:t>Raspberry 10</a:t>
            </a:r>
            <a:br>
              <a:rPr lang="en-US" sz="1200">
                <a:solidFill>
                  <a:srgbClr val="FFFFFF"/>
                </a:solidFill>
                <a:latin typeface="72 Brand"/>
              </a:rPr>
            </a:br>
            <a:r>
              <a:rPr lang="en-US" sz="1200">
                <a:solidFill>
                  <a:srgbClr val="FFFFFF"/>
                </a:solidFill>
                <a:latin typeface="72 Brand"/>
              </a:rPr>
              <a:t>#71014B</a:t>
            </a:r>
          </a:p>
        </p:txBody>
      </p:sp>
      <p:sp>
        <p:nvSpPr>
          <p:cNvPr id="44" name="Freeform 96">
            <a:extLst>
              <a:ext uri="{FF2B5EF4-FFF2-40B4-BE49-F238E27FC236}">
                <a16:creationId xmlns:a16="http://schemas.microsoft.com/office/drawing/2014/main" id="{B990BC40-0AED-879D-23F0-E5EC2B7BFC43}"/>
              </a:ext>
            </a:extLst>
          </p:cNvPr>
          <p:cNvSpPr/>
          <p:nvPr userDrawn="1"/>
        </p:nvSpPr>
        <p:spPr>
          <a:xfrm>
            <a:off x="10050689" y="4708011"/>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510136"/>
          </a:solidFill>
          <a:ln w="0" cap="flat">
            <a:noFill/>
            <a:prstDash val="solid"/>
            <a:miter/>
          </a:ln>
        </p:spPr>
        <p:txBody>
          <a:bodyPr rtlCol="0" anchor="ctr"/>
          <a:lstStyle/>
          <a:p>
            <a:pPr algn="ctr" defTabSz="1088449"/>
            <a:r>
              <a:rPr lang="en-US" sz="1200">
                <a:solidFill>
                  <a:srgbClr val="FFFFFF"/>
                </a:solidFill>
                <a:latin typeface="72 Brand"/>
              </a:rPr>
              <a:t>Raspberry 11</a:t>
            </a:r>
            <a:br>
              <a:rPr lang="en-US" sz="1200">
                <a:solidFill>
                  <a:srgbClr val="FFFFFF"/>
                </a:solidFill>
                <a:latin typeface="72 Brand"/>
              </a:rPr>
            </a:br>
            <a:r>
              <a:rPr lang="en-US" sz="1200">
                <a:solidFill>
                  <a:srgbClr val="FFFFFF"/>
                </a:solidFill>
                <a:latin typeface="72 Brand"/>
              </a:rPr>
              <a:t>#510136</a:t>
            </a:r>
          </a:p>
        </p:txBody>
      </p:sp>
      <p:sp>
        <p:nvSpPr>
          <p:cNvPr id="45" name="Freeform 101">
            <a:extLst>
              <a:ext uri="{FF2B5EF4-FFF2-40B4-BE49-F238E27FC236}">
                <a16:creationId xmlns:a16="http://schemas.microsoft.com/office/drawing/2014/main" id="{917F0007-E6BC-B6A0-B878-68DA78CFED8B}"/>
              </a:ext>
            </a:extLst>
          </p:cNvPr>
          <p:cNvSpPr/>
          <p:nvPr userDrawn="1"/>
        </p:nvSpPr>
        <p:spPr>
          <a:xfrm>
            <a:off x="504001" y="5303474"/>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FFDCF3"/>
          </a:solidFill>
          <a:ln w="0" cap="flat">
            <a:noFill/>
            <a:prstDash val="solid"/>
            <a:miter/>
          </a:ln>
        </p:spPr>
        <p:txBody>
          <a:bodyPr rtlCol="0" anchor="ctr"/>
          <a:lstStyle/>
          <a:p>
            <a:pPr algn="ctr" defTabSz="1088449"/>
            <a:r>
              <a:rPr lang="en-US" sz="1200">
                <a:solidFill>
                  <a:srgbClr val="000000"/>
                </a:solidFill>
                <a:latin typeface="72 Brand"/>
              </a:rPr>
              <a:t>Pink 2</a:t>
            </a:r>
            <a:br>
              <a:rPr lang="en-US" sz="1200">
                <a:solidFill>
                  <a:srgbClr val="000000"/>
                </a:solidFill>
                <a:latin typeface="72 Brand"/>
              </a:rPr>
            </a:br>
            <a:r>
              <a:rPr lang="en-US" sz="1200">
                <a:solidFill>
                  <a:srgbClr val="000000"/>
                </a:solidFill>
                <a:latin typeface="72 Brand"/>
              </a:rPr>
              <a:t>#FFDCF3</a:t>
            </a:r>
          </a:p>
        </p:txBody>
      </p:sp>
      <p:sp>
        <p:nvSpPr>
          <p:cNvPr id="46" name="Freeform 106">
            <a:extLst>
              <a:ext uri="{FF2B5EF4-FFF2-40B4-BE49-F238E27FC236}">
                <a16:creationId xmlns:a16="http://schemas.microsoft.com/office/drawing/2014/main" id="{0AD9E1EE-5506-751B-38EA-38841C8A80ED}"/>
              </a:ext>
            </a:extLst>
          </p:cNvPr>
          <p:cNvSpPr/>
          <p:nvPr userDrawn="1"/>
        </p:nvSpPr>
        <p:spPr>
          <a:xfrm>
            <a:off x="2405161" y="5303474"/>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FF8AF0"/>
          </a:solidFill>
          <a:ln w="0" cap="flat">
            <a:noFill/>
            <a:prstDash val="solid"/>
            <a:miter/>
          </a:ln>
        </p:spPr>
        <p:txBody>
          <a:bodyPr rtlCol="0" anchor="ctr"/>
          <a:lstStyle/>
          <a:p>
            <a:pPr algn="ctr" defTabSz="1088449"/>
            <a:r>
              <a:rPr lang="en-US" sz="1200">
                <a:solidFill>
                  <a:srgbClr val="000000"/>
                </a:solidFill>
                <a:latin typeface="72 Brand"/>
              </a:rPr>
              <a:t>Pink 4</a:t>
            </a:r>
            <a:br>
              <a:rPr lang="en-US" sz="1200">
                <a:solidFill>
                  <a:srgbClr val="000000"/>
                </a:solidFill>
                <a:latin typeface="72 Brand"/>
              </a:rPr>
            </a:br>
            <a:r>
              <a:rPr lang="en-US" sz="1200">
                <a:solidFill>
                  <a:srgbClr val="000000"/>
                </a:solidFill>
                <a:latin typeface="72 Brand"/>
              </a:rPr>
              <a:t>#FF8AF0</a:t>
            </a:r>
          </a:p>
        </p:txBody>
      </p:sp>
      <p:sp>
        <p:nvSpPr>
          <p:cNvPr id="47" name="Freeform 105">
            <a:extLst>
              <a:ext uri="{FF2B5EF4-FFF2-40B4-BE49-F238E27FC236}">
                <a16:creationId xmlns:a16="http://schemas.microsoft.com/office/drawing/2014/main" id="{33BC0809-597B-D705-027A-A75FF023724C}"/>
              </a:ext>
            </a:extLst>
          </p:cNvPr>
          <p:cNvSpPr/>
          <p:nvPr userDrawn="1"/>
        </p:nvSpPr>
        <p:spPr>
          <a:xfrm>
            <a:off x="4306321" y="5303474"/>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F31DED"/>
          </a:solidFill>
          <a:ln w="0" cap="flat">
            <a:noFill/>
            <a:prstDash val="solid"/>
            <a:miter/>
          </a:ln>
        </p:spPr>
        <p:txBody>
          <a:bodyPr rtlCol="0" anchor="ctr"/>
          <a:lstStyle/>
          <a:p>
            <a:pPr algn="ctr" defTabSz="1088449"/>
            <a:r>
              <a:rPr lang="en-US" sz="1200">
                <a:latin typeface="72 Brand"/>
              </a:rPr>
              <a:t>Pink 6</a:t>
            </a:r>
            <a:br>
              <a:rPr lang="en-US" sz="1200">
                <a:latin typeface="72 Brand"/>
              </a:rPr>
            </a:br>
            <a:r>
              <a:rPr lang="en-US" sz="1200">
                <a:latin typeface="72 Brand"/>
              </a:rPr>
              <a:t>#F31DED</a:t>
            </a:r>
          </a:p>
        </p:txBody>
      </p:sp>
      <p:sp>
        <p:nvSpPr>
          <p:cNvPr id="48" name="Freeform 104">
            <a:extLst>
              <a:ext uri="{FF2B5EF4-FFF2-40B4-BE49-F238E27FC236}">
                <a16:creationId xmlns:a16="http://schemas.microsoft.com/office/drawing/2014/main" id="{EA8325A0-3800-3844-7028-1335F7DA6DD4}"/>
              </a:ext>
            </a:extLst>
          </p:cNvPr>
          <p:cNvSpPr/>
          <p:nvPr userDrawn="1"/>
        </p:nvSpPr>
        <p:spPr>
          <a:xfrm>
            <a:off x="6227422" y="5303474"/>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CC00DC"/>
          </a:solidFill>
          <a:ln w="0" cap="flat">
            <a:noFill/>
            <a:prstDash val="solid"/>
            <a:miter/>
          </a:ln>
        </p:spPr>
        <p:txBody>
          <a:bodyPr rtlCol="0" anchor="ctr"/>
          <a:lstStyle/>
          <a:p>
            <a:pPr algn="ctr" defTabSz="1088449"/>
            <a:r>
              <a:rPr lang="en-US" sz="1200">
                <a:solidFill>
                  <a:srgbClr val="FFFFFF"/>
                </a:solidFill>
                <a:latin typeface="72 Brand"/>
              </a:rPr>
              <a:t>Pink 7</a:t>
            </a:r>
            <a:br>
              <a:rPr lang="en-US" sz="1200">
                <a:solidFill>
                  <a:srgbClr val="FFFFFF"/>
                </a:solidFill>
                <a:latin typeface="72 Brand"/>
              </a:rPr>
            </a:br>
            <a:r>
              <a:rPr lang="en-US" sz="1200">
                <a:solidFill>
                  <a:srgbClr val="FFFFFF"/>
                </a:solidFill>
                <a:latin typeface="72 Brand"/>
              </a:rPr>
              <a:t>#CC00DC</a:t>
            </a:r>
          </a:p>
        </p:txBody>
      </p:sp>
      <p:sp>
        <p:nvSpPr>
          <p:cNvPr id="49" name="Freeform 103">
            <a:extLst>
              <a:ext uri="{FF2B5EF4-FFF2-40B4-BE49-F238E27FC236}">
                <a16:creationId xmlns:a16="http://schemas.microsoft.com/office/drawing/2014/main" id="{0FAC4B6B-3B2C-409E-6B7B-3332654C7A79}"/>
              </a:ext>
            </a:extLst>
          </p:cNvPr>
          <p:cNvSpPr/>
          <p:nvPr userDrawn="1"/>
        </p:nvSpPr>
        <p:spPr>
          <a:xfrm>
            <a:off x="8129588" y="5302649"/>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510080"/>
          </a:solidFill>
          <a:ln w="0" cap="flat">
            <a:noFill/>
            <a:prstDash val="solid"/>
            <a:miter/>
          </a:ln>
        </p:spPr>
        <p:txBody>
          <a:bodyPr rtlCol="0" anchor="ctr"/>
          <a:lstStyle/>
          <a:p>
            <a:pPr algn="ctr" defTabSz="1088449"/>
            <a:r>
              <a:rPr lang="en-US" sz="1200">
                <a:solidFill>
                  <a:srgbClr val="FFFFFF"/>
                </a:solidFill>
                <a:latin typeface="72 Brand"/>
              </a:rPr>
              <a:t>Pink 10</a:t>
            </a:r>
            <a:br>
              <a:rPr lang="en-US" sz="1200">
                <a:solidFill>
                  <a:srgbClr val="FFFFFF"/>
                </a:solidFill>
                <a:latin typeface="72 Brand"/>
              </a:rPr>
            </a:br>
            <a:r>
              <a:rPr lang="en-US" sz="1200">
                <a:solidFill>
                  <a:srgbClr val="FFFFFF"/>
                </a:solidFill>
                <a:latin typeface="72 Brand"/>
              </a:rPr>
              <a:t>#510080</a:t>
            </a:r>
          </a:p>
        </p:txBody>
      </p:sp>
      <p:sp>
        <p:nvSpPr>
          <p:cNvPr id="50" name="Freeform 102">
            <a:extLst>
              <a:ext uri="{FF2B5EF4-FFF2-40B4-BE49-F238E27FC236}">
                <a16:creationId xmlns:a16="http://schemas.microsoft.com/office/drawing/2014/main" id="{6A62005D-6E71-B214-2A29-BFD9F334AEF1}"/>
              </a:ext>
            </a:extLst>
          </p:cNvPr>
          <p:cNvSpPr/>
          <p:nvPr userDrawn="1"/>
        </p:nvSpPr>
        <p:spPr>
          <a:xfrm>
            <a:off x="10050689" y="5302649"/>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28004A"/>
          </a:solidFill>
          <a:ln w="0" cap="flat">
            <a:noFill/>
            <a:prstDash val="solid"/>
            <a:miter/>
          </a:ln>
        </p:spPr>
        <p:txBody>
          <a:bodyPr rtlCol="0" anchor="ctr"/>
          <a:lstStyle/>
          <a:p>
            <a:pPr algn="ctr" defTabSz="1088449"/>
            <a:r>
              <a:rPr lang="en-US" sz="1200">
                <a:solidFill>
                  <a:srgbClr val="FFFFFF"/>
                </a:solidFill>
                <a:latin typeface="72 Brand"/>
              </a:rPr>
              <a:t>Pink 11</a:t>
            </a:r>
            <a:br>
              <a:rPr lang="en-US" sz="1200">
                <a:solidFill>
                  <a:srgbClr val="FFFFFF"/>
                </a:solidFill>
                <a:latin typeface="72 Brand"/>
              </a:rPr>
            </a:br>
            <a:r>
              <a:rPr lang="en-US" sz="1200">
                <a:solidFill>
                  <a:srgbClr val="FFFFFF"/>
                </a:solidFill>
                <a:latin typeface="72 Brand"/>
              </a:rPr>
              <a:t>#28004A</a:t>
            </a:r>
          </a:p>
        </p:txBody>
      </p:sp>
      <p:sp>
        <p:nvSpPr>
          <p:cNvPr id="51" name="Freeform 107">
            <a:extLst>
              <a:ext uri="{FF2B5EF4-FFF2-40B4-BE49-F238E27FC236}">
                <a16:creationId xmlns:a16="http://schemas.microsoft.com/office/drawing/2014/main" id="{F9558B7D-AA7B-F466-C1B6-364275904FF5}"/>
              </a:ext>
            </a:extLst>
          </p:cNvPr>
          <p:cNvSpPr/>
          <p:nvPr userDrawn="1"/>
        </p:nvSpPr>
        <p:spPr>
          <a:xfrm>
            <a:off x="504001" y="5898112"/>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E2D8FF"/>
          </a:solidFill>
          <a:ln w="0" cap="flat">
            <a:noFill/>
            <a:prstDash val="solid"/>
            <a:miter/>
          </a:ln>
        </p:spPr>
        <p:txBody>
          <a:bodyPr rtlCol="0" anchor="ctr"/>
          <a:lstStyle/>
          <a:p>
            <a:pPr algn="ctr" defTabSz="1088449"/>
            <a:r>
              <a:rPr lang="en-US" sz="1200">
                <a:solidFill>
                  <a:srgbClr val="000000"/>
                </a:solidFill>
                <a:latin typeface="72 Brand"/>
              </a:rPr>
              <a:t>Indigo 2</a:t>
            </a:r>
            <a:br>
              <a:rPr lang="en-US" sz="1200">
                <a:solidFill>
                  <a:srgbClr val="000000"/>
                </a:solidFill>
                <a:latin typeface="72 Brand"/>
              </a:rPr>
            </a:br>
            <a:r>
              <a:rPr lang="en-US" sz="1200">
                <a:solidFill>
                  <a:srgbClr val="000000"/>
                </a:solidFill>
                <a:latin typeface="72 Brand"/>
              </a:rPr>
              <a:t>#E2D8FF</a:t>
            </a:r>
          </a:p>
        </p:txBody>
      </p:sp>
      <p:sp>
        <p:nvSpPr>
          <p:cNvPr id="52" name="Freeform 112">
            <a:extLst>
              <a:ext uri="{FF2B5EF4-FFF2-40B4-BE49-F238E27FC236}">
                <a16:creationId xmlns:a16="http://schemas.microsoft.com/office/drawing/2014/main" id="{F58FB485-B376-0DC0-AC60-1825E34C0BFE}"/>
              </a:ext>
            </a:extLst>
          </p:cNvPr>
          <p:cNvSpPr/>
          <p:nvPr userDrawn="1"/>
        </p:nvSpPr>
        <p:spPr>
          <a:xfrm>
            <a:off x="2405161" y="5898112"/>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B894FF"/>
          </a:solidFill>
          <a:ln w="0" cap="flat">
            <a:noFill/>
            <a:prstDash val="solid"/>
            <a:miter/>
          </a:ln>
        </p:spPr>
        <p:txBody>
          <a:bodyPr rtlCol="0" anchor="ctr"/>
          <a:lstStyle/>
          <a:p>
            <a:pPr algn="ctr" defTabSz="1088449"/>
            <a:r>
              <a:rPr lang="en-US" sz="1200">
                <a:solidFill>
                  <a:srgbClr val="000000"/>
                </a:solidFill>
                <a:latin typeface="72 Brand"/>
              </a:rPr>
              <a:t>Indigo 4</a:t>
            </a:r>
            <a:br>
              <a:rPr lang="en-US" sz="1200">
                <a:solidFill>
                  <a:srgbClr val="000000"/>
                </a:solidFill>
                <a:latin typeface="72 Brand"/>
              </a:rPr>
            </a:br>
            <a:r>
              <a:rPr lang="en-US" sz="1200">
                <a:solidFill>
                  <a:srgbClr val="000000"/>
                </a:solidFill>
                <a:latin typeface="72 Brand"/>
              </a:rPr>
              <a:t>#B894FF</a:t>
            </a:r>
          </a:p>
        </p:txBody>
      </p:sp>
      <p:sp>
        <p:nvSpPr>
          <p:cNvPr id="53" name="Freeform 111">
            <a:extLst>
              <a:ext uri="{FF2B5EF4-FFF2-40B4-BE49-F238E27FC236}">
                <a16:creationId xmlns:a16="http://schemas.microsoft.com/office/drawing/2014/main" id="{E507AF13-4657-238A-2511-149A7719182F}"/>
              </a:ext>
            </a:extLst>
          </p:cNvPr>
          <p:cNvSpPr/>
          <p:nvPr userDrawn="1"/>
        </p:nvSpPr>
        <p:spPr>
          <a:xfrm>
            <a:off x="4306321" y="5898112"/>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7858FF"/>
          </a:solidFill>
          <a:ln w="0" cap="flat">
            <a:noFill/>
            <a:prstDash val="solid"/>
            <a:miter/>
          </a:ln>
        </p:spPr>
        <p:txBody>
          <a:bodyPr rtlCol="0" anchor="ctr"/>
          <a:lstStyle/>
          <a:p>
            <a:pPr algn="ctr" defTabSz="1088449"/>
            <a:r>
              <a:rPr lang="en-US" sz="1200">
                <a:solidFill>
                  <a:srgbClr val="FFFFFF"/>
                </a:solidFill>
                <a:latin typeface="72 Brand"/>
              </a:rPr>
              <a:t>Indigo 6</a:t>
            </a:r>
            <a:br>
              <a:rPr lang="en-US" sz="1200">
                <a:solidFill>
                  <a:srgbClr val="FFFFFF"/>
                </a:solidFill>
                <a:latin typeface="72 Brand"/>
              </a:rPr>
            </a:br>
            <a:r>
              <a:rPr lang="en-US" sz="1200">
                <a:solidFill>
                  <a:srgbClr val="FFFFFF"/>
                </a:solidFill>
                <a:latin typeface="72 Brand"/>
              </a:rPr>
              <a:t>#7858FF</a:t>
            </a:r>
          </a:p>
        </p:txBody>
      </p:sp>
      <p:sp>
        <p:nvSpPr>
          <p:cNvPr id="54" name="Freeform 110">
            <a:extLst>
              <a:ext uri="{FF2B5EF4-FFF2-40B4-BE49-F238E27FC236}">
                <a16:creationId xmlns:a16="http://schemas.microsoft.com/office/drawing/2014/main" id="{D856B3A7-2366-B45C-16D0-FE87105F81DD}"/>
              </a:ext>
            </a:extLst>
          </p:cNvPr>
          <p:cNvSpPr/>
          <p:nvPr userDrawn="1"/>
        </p:nvSpPr>
        <p:spPr>
          <a:xfrm>
            <a:off x="6227422" y="5898112"/>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5D36FF"/>
          </a:solidFill>
          <a:ln w="0" cap="flat">
            <a:noFill/>
            <a:prstDash val="solid"/>
            <a:miter/>
          </a:ln>
        </p:spPr>
        <p:txBody>
          <a:bodyPr rtlCol="0" anchor="ctr"/>
          <a:lstStyle/>
          <a:p>
            <a:pPr algn="ctr" defTabSz="1088449"/>
            <a:r>
              <a:rPr lang="en-US" sz="1200">
                <a:solidFill>
                  <a:srgbClr val="FFFFFF"/>
                </a:solidFill>
                <a:latin typeface="72 Brand"/>
              </a:rPr>
              <a:t>Indigo 7</a:t>
            </a:r>
            <a:br>
              <a:rPr lang="en-US" sz="1200">
                <a:solidFill>
                  <a:srgbClr val="FFFFFF"/>
                </a:solidFill>
                <a:latin typeface="72 Brand"/>
              </a:rPr>
            </a:br>
            <a:r>
              <a:rPr lang="en-US" sz="1200">
                <a:solidFill>
                  <a:srgbClr val="FFFFFF"/>
                </a:solidFill>
                <a:latin typeface="72 Brand"/>
              </a:rPr>
              <a:t>#5D36FF</a:t>
            </a:r>
          </a:p>
        </p:txBody>
      </p:sp>
      <p:sp>
        <p:nvSpPr>
          <p:cNvPr id="55" name="Freeform 109">
            <a:extLst>
              <a:ext uri="{FF2B5EF4-FFF2-40B4-BE49-F238E27FC236}">
                <a16:creationId xmlns:a16="http://schemas.microsoft.com/office/drawing/2014/main" id="{7799D5EF-EB56-B65F-BAE3-2C832902B6E1}"/>
              </a:ext>
            </a:extLst>
          </p:cNvPr>
          <p:cNvSpPr/>
          <p:nvPr userDrawn="1"/>
        </p:nvSpPr>
        <p:spPr>
          <a:xfrm>
            <a:off x="8129588" y="5897287"/>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1C0C6E"/>
          </a:solidFill>
          <a:ln w="0" cap="flat">
            <a:noFill/>
            <a:prstDash val="solid"/>
            <a:miter/>
          </a:ln>
        </p:spPr>
        <p:txBody>
          <a:bodyPr rtlCol="0" anchor="ctr"/>
          <a:lstStyle/>
          <a:p>
            <a:pPr algn="ctr" defTabSz="1088449"/>
            <a:r>
              <a:rPr lang="en-US" sz="1200">
                <a:solidFill>
                  <a:srgbClr val="FFFFFF"/>
                </a:solidFill>
                <a:latin typeface="72 Brand"/>
              </a:rPr>
              <a:t>Indigo 10</a:t>
            </a:r>
            <a:br>
              <a:rPr lang="en-US" sz="1200">
                <a:solidFill>
                  <a:srgbClr val="FFFFFF"/>
                </a:solidFill>
                <a:latin typeface="72 Brand"/>
              </a:rPr>
            </a:br>
            <a:r>
              <a:rPr lang="en-US" sz="1200">
                <a:solidFill>
                  <a:srgbClr val="FFFFFF"/>
                </a:solidFill>
                <a:latin typeface="72 Brand"/>
              </a:rPr>
              <a:t>#1C0C6E</a:t>
            </a:r>
          </a:p>
        </p:txBody>
      </p:sp>
      <p:sp>
        <p:nvSpPr>
          <p:cNvPr id="56" name="Freeform 108">
            <a:extLst>
              <a:ext uri="{FF2B5EF4-FFF2-40B4-BE49-F238E27FC236}">
                <a16:creationId xmlns:a16="http://schemas.microsoft.com/office/drawing/2014/main" id="{FEBFCC16-A965-7C12-80D6-5D77FCCE96ED}"/>
              </a:ext>
            </a:extLst>
          </p:cNvPr>
          <p:cNvSpPr/>
          <p:nvPr userDrawn="1"/>
        </p:nvSpPr>
        <p:spPr>
          <a:xfrm>
            <a:off x="10050689" y="5897287"/>
            <a:ext cx="1656000" cy="455888"/>
          </a:xfrm>
          <a:custGeom>
            <a:avLst/>
            <a:gdLst>
              <a:gd name="connsiteX0" fmla="*/ 0 w 1601333"/>
              <a:gd name="connsiteY0" fmla="*/ 0 h 456007"/>
              <a:gd name="connsiteX1" fmla="*/ 1601334 w 1601333"/>
              <a:gd name="connsiteY1" fmla="*/ 0 h 456007"/>
              <a:gd name="connsiteX2" fmla="*/ 1601334 w 1601333"/>
              <a:gd name="connsiteY2" fmla="*/ 456008 h 456007"/>
              <a:gd name="connsiteX3" fmla="*/ 0 w 1601333"/>
              <a:gd name="connsiteY3" fmla="*/ 456008 h 456007"/>
            </a:gdLst>
            <a:ahLst/>
            <a:cxnLst>
              <a:cxn ang="0">
                <a:pos x="connsiteX0" y="connsiteY0"/>
              </a:cxn>
              <a:cxn ang="0">
                <a:pos x="connsiteX1" y="connsiteY1"/>
              </a:cxn>
              <a:cxn ang="0">
                <a:pos x="connsiteX2" y="connsiteY2"/>
              </a:cxn>
              <a:cxn ang="0">
                <a:pos x="connsiteX3" y="connsiteY3"/>
              </a:cxn>
            </a:cxnLst>
            <a:rect l="l" t="t" r="r" b="b"/>
            <a:pathLst>
              <a:path w="1601333" h="456007">
                <a:moveTo>
                  <a:pt x="0" y="0"/>
                </a:moveTo>
                <a:lnTo>
                  <a:pt x="1601334" y="0"/>
                </a:lnTo>
                <a:lnTo>
                  <a:pt x="1601334" y="456008"/>
                </a:lnTo>
                <a:lnTo>
                  <a:pt x="0" y="456008"/>
                </a:lnTo>
                <a:close/>
              </a:path>
            </a:pathLst>
          </a:custGeom>
          <a:solidFill>
            <a:srgbClr val="0E0637"/>
          </a:solidFill>
          <a:ln w="0" cap="flat">
            <a:noFill/>
            <a:prstDash val="solid"/>
            <a:miter/>
          </a:ln>
        </p:spPr>
        <p:txBody>
          <a:bodyPr rtlCol="0" anchor="ctr"/>
          <a:lstStyle/>
          <a:p>
            <a:pPr algn="ctr" defTabSz="1088449"/>
            <a:r>
              <a:rPr lang="en-US" sz="1200">
                <a:solidFill>
                  <a:srgbClr val="FFFFFF"/>
                </a:solidFill>
                <a:latin typeface="72 Brand"/>
              </a:rPr>
              <a:t>Indigo 11</a:t>
            </a:r>
            <a:br>
              <a:rPr lang="en-US" sz="1200">
                <a:solidFill>
                  <a:srgbClr val="FFFFFF"/>
                </a:solidFill>
                <a:latin typeface="72 Brand"/>
              </a:rPr>
            </a:br>
            <a:r>
              <a:rPr lang="en-US" sz="1200">
                <a:solidFill>
                  <a:srgbClr val="FFFFFF"/>
                </a:solidFill>
                <a:latin typeface="72 Brand"/>
              </a:rPr>
              <a:t>#0E0637</a:t>
            </a:r>
          </a:p>
        </p:txBody>
      </p:sp>
      <p:sp>
        <p:nvSpPr>
          <p:cNvPr id="59" name="TextBox 58">
            <a:extLst>
              <a:ext uri="{FF2B5EF4-FFF2-40B4-BE49-F238E27FC236}">
                <a16:creationId xmlns:a16="http://schemas.microsoft.com/office/drawing/2014/main" id="{F07FA32D-3AB1-18F1-69D9-16F835A2D5D6}"/>
              </a:ext>
            </a:extLst>
          </p:cNvPr>
          <p:cNvSpPr txBox="1"/>
          <p:nvPr userDrawn="1"/>
        </p:nvSpPr>
        <p:spPr>
          <a:xfrm>
            <a:off x="504001" y="309985"/>
            <a:ext cx="5560809" cy="193899"/>
          </a:xfrm>
          <a:prstGeom prst="rect">
            <a:avLst/>
          </a:prstGeom>
          <a:noFill/>
        </p:spPr>
        <p:txBody>
          <a:bodyPr wrap="square" lIns="0" tIns="0" rIns="0" bIns="0" rtlCol="0">
            <a:spAutoFit/>
          </a:bodyPr>
          <a:lstStyle/>
          <a:p>
            <a:pPr>
              <a:lnSpc>
                <a:spcPct val="90000"/>
              </a:lnSpc>
            </a:pPr>
            <a:r>
              <a:rPr lang="en-GB" sz="1400">
                <a:latin typeface="+mn-lt"/>
              </a:rPr>
              <a:t>Delete this slide after reading</a:t>
            </a:r>
          </a:p>
        </p:txBody>
      </p:sp>
      <p:sp>
        <p:nvSpPr>
          <p:cNvPr id="3" name="TextBox 2">
            <a:extLst>
              <a:ext uri="{FF2B5EF4-FFF2-40B4-BE49-F238E27FC236}">
                <a16:creationId xmlns:a16="http://schemas.microsoft.com/office/drawing/2014/main" id="{DB80C01D-E3A8-4569-013D-D597865C884B}"/>
              </a:ext>
            </a:extLst>
          </p:cNvPr>
          <p:cNvSpPr txBox="1"/>
          <p:nvPr userDrawn="1"/>
        </p:nvSpPr>
        <p:spPr>
          <a:xfrm>
            <a:off x="505575" y="537299"/>
            <a:ext cx="10728000" cy="332399"/>
          </a:xfrm>
          <a:prstGeom prst="rect">
            <a:avLst/>
          </a:prstGeom>
          <a:noFill/>
        </p:spPr>
        <p:txBody>
          <a:bodyPr wrap="square" lIns="0" tIns="0" rIns="0" bIns="0" rtlCol="0" anchor="ctr">
            <a:spAutoFit/>
          </a:bodyPr>
          <a:lstStyle/>
          <a:p>
            <a:pPr>
              <a:lnSpc>
                <a:spcPct val="90000"/>
              </a:lnSpc>
            </a:pPr>
            <a:r>
              <a:rPr lang="en-GB" sz="2400">
                <a:latin typeface="72 Brand Medium" panose="020B0604030603020204" pitchFamily="34" charset="0"/>
              </a:rPr>
              <a:t>Tips &amp; tricks – your user guide – </a:t>
            </a:r>
            <a:r>
              <a:rPr lang="en-GB" sz="2400" err="1">
                <a:latin typeface="72 Brand Medium" panose="020B0604030603020204" pitchFamily="34" charset="0"/>
              </a:rPr>
              <a:t>color</a:t>
            </a:r>
            <a:r>
              <a:rPr lang="en-GB" sz="2400">
                <a:latin typeface="72 Brand Medium" panose="020B0604030603020204" pitchFamily="34" charset="0"/>
              </a:rPr>
              <a:t> palette</a:t>
            </a:r>
          </a:p>
        </p:txBody>
      </p:sp>
    </p:spTree>
    <p:extLst>
      <p:ext uri="{BB962C8B-B14F-4D97-AF65-F5344CB8AC3E}">
        <p14:creationId xmlns:p14="http://schemas.microsoft.com/office/powerpoint/2010/main" val="1922348347"/>
      </p:ext>
    </p:extLst>
  </p:cSld>
  <p:clrMapOvr>
    <a:masterClrMapping/>
  </p:clrMapOvr>
  <p:extLst>
    <p:ext uri="{DCECCB84-F9BA-43D5-87BE-67443E8EF086}">
      <p15:sldGuideLst xmlns:p15="http://schemas.microsoft.com/office/powerpoint/2012/main">
        <p15:guide id="2" orient="horz" pos="317">
          <p15:clr>
            <a:srgbClr val="FBAE40"/>
          </p15:clr>
        </p15:guide>
        <p15:guide id="4" orient="horz" pos="55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gt;Copilot layouts &gt;">
    <p:bg>
      <p:bgPr>
        <a:solidFill>
          <a:schemeClr val="tx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F124504-36FD-4753-851D-5B7D02D4A2D1}"/>
              </a:ext>
            </a:extLst>
          </p:cNvPr>
          <p:cNvSpPr/>
          <p:nvPr userDrawn="1"/>
        </p:nvSpPr>
        <p:spPr bwMode="white">
          <a:xfrm>
            <a:off x="0" y="0"/>
            <a:ext cx="12195175" cy="6858000"/>
          </a:xfrm>
          <a:prstGeom prst="rect">
            <a:avLst/>
          </a:prstGeom>
          <a:solidFill>
            <a:srgbClr val="8E908C"/>
          </a:solidFill>
          <a:ln w="6350"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spcBef>
                <a:spcPts val="600"/>
              </a:spcBef>
              <a:buClr>
                <a:srgbClr val="003755"/>
              </a:buClr>
            </a:pPr>
            <a:endParaRPr lang="en-GB" sz="1400" err="1">
              <a:solidFill>
                <a:srgbClr val="A4A6A2"/>
              </a:solidFill>
            </a:endParaRPr>
          </a:p>
        </p:txBody>
      </p:sp>
      <p:sp>
        <p:nvSpPr>
          <p:cNvPr id="5" name="Do not use"/>
          <p:cNvSpPr txBox="1"/>
          <p:nvPr userDrawn="1"/>
        </p:nvSpPr>
        <p:spPr>
          <a:xfrm>
            <a:off x="430325" y="656823"/>
            <a:ext cx="11359935" cy="2893100"/>
          </a:xfrm>
          <a:prstGeom prst="rect">
            <a:avLst/>
          </a:prstGeom>
          <a:noFill/>
        </p:spPr>
        <p:txBody>
          <a:bodyPr wrap="square" lIns="0" tIns="0" rIns="0" bIns="0" rtlCol="0">
            <a:spAutoFit/>
          </a:bodyPr>
          <a:lstStyle/>
          <a:p>
            <a:pPr marL="0" marR="0" indent="0" algn="ctr" fontAlgn="auto">
              <a:lnSpc>
                <a:spcPct val="100000"/>
              </a:lnSpc>
              <a:spcBef>
                <a:spcPts val="600"/>
              </a:spcBef>
              <a:spcAft>
                <a:spcPts val="0"/>
              </a:spcAft>
              <a:buClr>
                <a:srgbClr val="003755"/>
              </a:buClr>
              <a:buSzTx/>
              <a:buFontTx/>
              <a:buNone/>
              <a:tabLst/>
            </a:pPr>
            <a:r>
              <a:rPr lang="en-GB" sz="4400" b="0" noProof="0">
                <a:solidFill>
                  <a:schemeClr val="bg1"/>
                </a:solidFill>
                <a:latin typeface="+mj-lt"/>
              </a:rPr>
              <a:t>The layouts following this </a:t>
            </a:r>
            <a:r>
              <a:rPr lang="en-GB" sz="4400" b="0" i="1" noProof="0">
                <a:solidFill>
                  <a:schemeClr val="bg1"/>
                </a:solidFill>
                <a:latin typeface="+mj-lt"/>
              </a:rPr>
              <a:t>are MS Copilot ones</a:t>
            </a:r>
            <a:r>
              <a:rPr lang="en-GB" sz="4400" b="0" i="0" noProof="0">
                <a:solidFill>
                  <a:schemeClr val="bg1"/>
                </a:solidFill>
                <a:latin typeface="+mj-lt"/>
              </a:rPr>
              <a:t> – please </a:t>
            </a:r>
            <a:r>
              <a:rPr lang="en-GB" sz="4400" b="0" noProof="0">
                <a:solidFill>
                  <a:schemeClr val="bg1"/>
                </a:solidFill>
                <a:latin typeface="+mn-lt"/>
              </a:rPr>
              <a:t>do not use them. </a:t>
            </a:r>
            <a:br>
              <a:rPr lang="en-GB" sz="4400" b="0" noProof="0">
                <a:solidFill>
                  <a:schemeClr val="bg1"/>
                </a:solidFill>
                <a:latin typeface="+mn-lt"/>
              </a:rPr>
            </a:br>
            <a:r>
              <a:rPr lang="en-GB" sz="4400" b="0" noProof="0">
                <a:solidFill>
                  <a:schemeClr val="bg1"/>
                </a:solidFill>
                <a:latin typeface="+mn-lt"/>
              </a:rPr>
              <a:t>These layouts </a:t>
            </a:r>
            <a:r>
              <a:rPr lang="en-GB" sz="4400" b="0" i="0" u="none" noProof="0">
                <a:solidFill>
                  <a:schemeClr val="bg1"/>
                </a:solidFill>
                <a:latin typeface="72 Brand" panose="020B0504030603020204" pitchFamily="34" charset="0"/>
              </a:rPr>
              <a:t>are</a:t>
            </a:r>
            <a:r>
              <a:rPr lang="en-GB" sz="4400" b="0" i="0" u="none" noProof="0">
                <a:solidFill>
                  <a:schemeClr val="bg1"/>
                </a:solidFill>
                <a:latin typeface="+mj-lt"/>
              </a:rPr>
              <a:t> </a:t>
            </a:r>
            <a:r>
              <a:rPr lang="en-GB" sz="4400" b="0" i="1" u="sng" noProof="0">
                <a:solidFill>
                  <a:schemeClr val="bg1"/>
                </a:solidFill>
                <a:latin typeface="+mj-lt"/>
              </a:rPr>
              <a:t>not</a:t>
            </a:r>
            <a:r>
              <a:rPr lang="en-GB" sz="4400" b="0" i="0" u="none" noProof="0">
                <a:solidFill>
                  <a:schemeClr val="bg1"/>
                </a:solidFill>
                <a:latin typeface="+mj-lt"/>
              </a:rPr>
              <a:t> </a:t>
            </a:r>
            <a:r>
              <a:rPr lang="en-GB" sz="4400" b="0" noProof="0">
                <a:solidFill>
                  <a:schemeClr val="bg1"/>
                </a:solidFill>
                <a:latin typeface="+mn-lt"/>
              </a:rPr>
              <a:t>for manual use</a:t>
            </a:r>
            <a:br>
              <a:rPr lang="en-GB" sz="2800" b="0" noProof="0">
                <a:solidFill>
                  <a:schemeClr val="bg1"/>
                </a:solidFill>
                <a:latin typeface="+mn-lt"/>
              </a:rPr>
            </a:br>
            <a:br>
              <a:rPr lang="en-GB" sz="2800" b="0" noProof="0">
                <a:solidFill>
                  <a:schemeClr val="bg1"/>
                </a:solidFill>
                <a:latin typeface="+mn-lt"/>
              </a:rPr>
            </a:br>
            <a:endParaRPr lang="en-GB" sz="2800" b="0" noProof="0">
              <a:solidFill>
                <a:schemeClr val="bg1"/>
              </a:solidFill>
              <a:latin typeface="+mn-lt"/>
            </a:endParaRPr>
          </a:p>
        </p:txBody>
      </p:sp>
      <p:grpSp>
        <p:nvGrpSpPr>
          <p:cNvPr id="4" name="Group 3">
            <a:extLst>
              <a:ext uri="{FF2B5EF4-FFF2-40B4-BE49-F238E27FC236}">
                <a16:creationId xmlns:a16="http://schemas.microsoft.com/office/drawing/2014/main" id="{2BEB5E5A-DA85-4D5B-80B9-F94482F55D76}"/>
              </a:ext>
            </a:extLst>
          </p:cNvPr>
          <p:cNvGrpSpPr/>
          <p:nvPr userDrawn="1"/>
        </p:nvGrpSpPr>
        <p:grpSpPr bwMode="black">
          <a:xfrm rot="8100000">
            <a:off x="10407584" y="3325226"/>
            <a:ext cx="1037058" cy="1036788"/>
            <a:chOff x="6096000" y="4963130"/>
            <a:chExt cx="1456719" cy="1456719"/>
          </a:xfrm>
          <a:solidFill>
            <a:schemeClr val="bg1"/>
          </a:solidFill>
        </p:grpSpPr>
        <p:sp>
          <p:nvSpPr>
            <p:cNvPr id="3" name="Rectangle 2">
              <a:extLst>
                <a:ext uri="{FF2B5EF4-FFF2-40B4-BE49-F238E27FC236}">
                  <a16:creationId xmlns:a16="http://schemas.microsoft.com/office/drawing/2014/main" id="{C823227E-A862-4A7F-BC20-0D107430AB2C}"/>
                </a:ext>
              </a:extLst>
            </p:cNvPr>
            <p:cNvSpPr/>
            <p:nvPr userDrawn="1"/>
          </p:nvSpPr>
          <p:spPr bwMode="black">
            <a:xfrm rot="5400000">
              <a:off x="5534135" y="5524995"/>
              <a:ext cx="1456719" cy="332990"/>
            </a:xfrm>
            <a:prstGeom prst="rect">
              <a:avLst/>
            </a:prstGeom>
            <a:grpFill/>
            <a:ln w="6350"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spcBef>
                  <a:spcPts val="600"/>
                </a:spcBef>
                <a:buClr>
                  <a:srgbClr val="003755"/>
                </a:buClr>
              </a:pPr>
              <a:endParaRPr lang="en-GB" sz="1400" err="1">
                <a:solidFill>
                  <a:schemeClr val="tx1"/>
                </a:solidFill>
              </a:endParaRPr>
            </a:p>
          </p:txBody>
        </p:sp>
        <p:sp>
          <p:nvSpPr>
            <p:cNvPr id="6" name="Rectangle 5">
              <a:extLst>
                <a:ext uri="{FF2B5EF4-FFF2-40B4-BE49-F238E27FC236}">
                  <a16:creationId xmlns:a16="http://schemas.microsoft.com/office/drawing/2014/main" id="{08501AE6-6504-4184-9443-E89AFACF769D}"/>
                </a:ext>
              </a:extLst>
            </p:cNvPr>
            <p:cNvSpPr/>
            <p:nvPr userDrawn="1"/>
          </p:nvSpPr>
          <p:spPr bwMode="black">
            <a:xfrm rot="10800000">
              <a:off x="6096000" y="4963130"/>
              <a:ext cx="1456719" cy="332990"/>
            </a:xfrm>
            <a:prstGeom prst="rect">
              <a:avLst/>
            </a:prstGeom>
            <a:grpFill/>
            <a:ln w="6350"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spcBef>
                  <a:spcPts val="600"/>
                </a:spcBef>
                <a:buClr>
                  <a:srgbClr val="003755"/>
                </a:buClr>
              </a:pPr>
              <a:endParaRPr lang="en-GB" sz="1400" err="1">
                <a:solidFill>
                  <a:schemeClr val="tx1"/>
                </a:solidFill>
              </a:endParaRPr>
            </a:p>
          </p:txBody>
        </p:sp>
      </p:grpSp>
      <p:sp>
        <p:nvSpPr>
          <p:cNvPr id="12" name="Rectangle 11">
            <a:extLst>
              <a:ext uri="{FF2B5EF4-FFF2-40B4-BE49-F238E27FC236}">
                <a16:creationId xmlns:a16="http://schemas.microsoft.com/office/drawing/2014/main" id="{67CEE09B-6EE1-4BF2-85A3-DE69E91BC4C6}"/>
              </a:ext>
            </a:extLst>
          </p:cNvPr>
          <p:cNvSpPr/>
          <p:nvPr userDrawn="1"/>
        </p:nvSpPr>
        <p:spPr>
          <a:xfrm>
            <a:off x="430325" y="3029169"/>
            <a:ext cx="10154990" cy="1569660"/>
          </a:xfrm>
          <a:prstGeom prst="rect">
            <a:avLst/>
          </a:prstGeom>
        </p:spPr>
        <p:txBody>
          <a:bodyPr wrap="square">
            <a:spAutoFit/>
          </a:bodyPr>
          <a:lstStyle/>
          <a:p>
            <a:pPr algn="ctr"/>
            <a:r>
              <a:rPr lang="en-GB" sz="9600" b="0" i="1" noProof="0">
                <a:solidFill>
                  <a:schemeClr val="bg1"/>
                </a:solidFill>
                <a:latin typeface="+mj-lt"/>
              </a:rPr>
              <a:t>Copilot layouts</a:t>
            </a:r>
            <a:endParaRPr lang="en-GB" sz="1800" b="0" i="1" noProof="0">
              <a:latin typeface="+mj-lt"/>
            </a:endParaRPr>
          </a:p>
        </p:txBody>
      </p:sp>
      <p:sp>
        <p:nvSpPr>
          <p:cNvPr id="16" name="Do not use">
            <a:extLst>
              <a:ext uri="{FF2B5EF4-FFF2-40B4-BE49-F238E27FC236}">
                <a16:creationId xmlns:a16="http://schemas.microsoft.com/office/drawing/2014/main" id="{A8FA78FA-4D94-4717-B7C6-6F86378D6B01}"/>
              </a:ext>
            </a:extLst>
          </p:cNvPr>
          <p:cNvSpPr txBox="1"/>
          <p:nvPr userDrawn="1"/>
        </p:nvSpPr>
        <p:spPr>
          <a:xfrm>
            <a:off x="430326" y="5186455"/>
            <a:ext cx="11359932" cy="923330"/>
          </a:xfrm>
          <a:prstGeom prst="rect">
            <a:avLst/>
          </a:prstGeom>
          <a:noFill/>
        </p:spPr>
        <p:txBody>
          <a:bodyPr wrap="square" lIns="0" tIns="0" rIns="0" bIns="0" rtlCol="0">
            <a:spAutoFit/>
          </a:bodyPr>
          <a:lstStyle/>
          <a:p>
            <a:pPr marL="0" marR="0" indent="0" algn="ctr" fontAlgn="auto">
              <a:lnSpc>
                <a:spcPct val="100000"/>
              </a:lnSpc>
              <a:spcBef>
                <a:spcPts val="600"/>
              </a:spcBef>
              <a:spcAft>
                <a:spcPts val="0"/>
              </a:spcAft>
              <a:buClr>
                <a:srgbClr val="003755"/>
              </a:buClr>
              <a:buSzTx/>
              <a:buFontTx/>
              <a:buNone/>
              <a:tabLst/>
            </a:pPr>
            <a:r>
              <a:rPr lang="en-GB" sz="2000" b="0" noProof="0">
                <a:solidFill>
                  <a:schemeClr val="bg1"/>
                </a:solidFill>
                <a:latin typeface="+mn-lt"/>
              </a:rPr>
              <a:t>Due to MS Copilot functionality these layouts are placed in your template to be used ONLY in the Generative AI process. </a:t>
            </a:r>
            <a:br>
              <a:rPr lang="en-GB" sz="2000" b="0" noProof="0">
                <a:solidFill>
                  <a:schemeClr val="bg1"/>
                </a:solidFill>
                <a:latin typeface="+mn-lt"/>
              </a:rPr>
            </a:br>
            <a:endParaRPr lang="en-GB" sz="2000" b="0" noProof="0">
              <a:solidFill>
                <a:schemeClr val="bg1"/>
              </a:solidFill>
              <a:latin typeface="+mn-lt"/>
            </a:endParaRPr>
          </a:p>
        </p:txBody>
      </p:sp>
      <p:sp>
        <p:nvSpPr>
          <p:cNvPr id="13" name="Date Placeholder 6" hidden="1">
            <a:extLst>
              <a:ext uri="{FF2B5EF4-FFF2-40B4-BE49-F238E27FC236}">
                <a16:creationId xmlns:a16="http://schemas.microsoft.com/office/drawing/2014/main" id="{706505A8-87EA-4BA0-B698-35156BC765D0}"/>
              </a:ext>
            </a:extLst>
          </p:cNvPr>
          <p:cNvSpPr>
            <a:spLocks noGrp="1"/>
          </p:cNvSpPr>
          <p:nvPr>
            <p:ph type="dt" sz="half" idx="15"/>
          </p:nvPr>
        </p:nvSpPr>
        <p:spPr>
          <a:xfrm>
            <a:off x="590249" y="6537073"/>
            <a:ext cx="985275" cy="141861"/>
          </a:xfrm>
          <a:prstGeom prst="rect">
            <a:avLst/>
          </a:prstGeom>
        </p:spPr>
        <p:txBody>
          <a:bodyPr vert="horz" lIns="0" tIns="0" rIns="0" bIns="0" rtlCol="0" anchor="t" anchorCtr="0"/>
          <a:lstStyle>
            <a:defPPr>
              <a:defRPr lang="en-US"/>
            </a:defPPr>
            <a:lvl1pPr marL="0" algn="l" defTabSz="914400" rtl="0" eaLnBrk="1" latinLnBrk="0" hangingPunct="1">
              <a:defRPr sz="700" kern="1200">
                <a:solidFill>
                  <a:schemeClr val="tx2"/>
                </a:solidFill>
                <a:latin typeface="72 Brand" panose="020B0504030603020204" pitchFamily="34" charset="0"/>
                <a:ea typeface="72 Brand" panose="020B0504030603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BE5A79F-CEE8-4C11-A8A5-0D02CD0019B9}" type="datetime4">
              <a:rPr lang="en-US" smtClean="0"/>
              <a:pPr/>
              <a:t>June 3, 2026</a:t>
            </a:fld>
            <a:endParaRPr lang="en-GB"/>
          </a:p>
        </p:txBody>
      </p:sp>
      <p:sp>
        <p:nvSpPr>
          <p:cNvPr id="14" name="Footer Placeholder 8" hidden="1">
            <a:extLst>
              <a:ext uri="{FF2B5EF4-FFF2-40B4-BE49-F238E27FC236}">
                <a16:creationId xmlns:a16="http://schemas.microsoft.com/office/drawing/2014/main" id="{AB150C2C-2030-498B-8262-6BD5BCCBB345}"/>
              </a:ext>
            </a:extLst>
          </p:cNvPr>
          <p:cNvSpPr>
            <a:spLocks noGrp="1"/>
          </p:cNvSpPr>
          <p:nvPr>
            <p:ph type="ftr" sz="quarter" idx="16"/>
          </p:nvPr>
        </p:nvSpPr>
        <p:spPr>
          <a:xfrm>
            <a:off x="1584685" y="6537073"/>
            <a:ext cx="2948351" cy="141861"/>
          </a:xfrm>
          <a:prstGeom prst="rect">
            <a:avLst/>
          </a:prstGeom>
        </p:spPr>
        <p:txBody>
          <a:bodyPr vert="horz" lIns="0" tIns="0" rIns="0" bIns="0" rtlCol="0" anchor="t" anchorCtr="0"/>
          <a:lstStyle>
            <a:defPPr>
              <a:defRPr lang="en-US"/>
            </a:defPPr>
            <a:lvl1pPr marL="0" algn="l" defTabSz="914400" rtl="0" eaLnBrk="1" latinLnBrk="0" hangingPunct="1">
              <a:defRPr sz="700" kern="1200">
                <a:solidFill>
                  <a:schemeClr val="tx2"/>
                </a:solidFill>
                <a:latin typeface="72 Brand" panose="020B0504030603020204" pitchFamily="34" charset="0"/>
                <a:ea typeface="72 Brand" panose="020B0504030603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15" name="Slide Number Placeholder 10" hidden="1">
            <a:extLst>
              <a:ext uri="{FF2B5EF4-FFF2-40B4-BE49-F238E27FC236}">
                <a16:creationId xmlns:a16="http://schemas.microsoft.com/office/drawing/2014/main" id="{E81B246F-92C7-4EF8-ACD0-05F73C7095BE}"/>
              </a:ext>
            </a:extLst>
          </p:cNvPr>
          <p:cNvSpPr>
            <a:spLocks noGrp="1"/>
          </p:cNvSpPr>
          <p:nvPr>
            <p:ph type="sldNum" sz="quarter" idx="17"/>
          </p:nvPr>
        </p:nvSpPr>
        <p:spPr>
          <a:xfrm>
            <a:off x="320341" y="6537073"/>
            <a:ext cx="265838" cy="141861"/>
          </a:xfrm>
          <a:prstGeom prst="rect">
            <a:avLst/>
          </a:prstGeom>
        </p:spPr>
        <p:txBody>
          <a:bodyPr vert="horz" lIns="0" tIns="0" rIns="0" bIns="0" rtlCol="0" anchor="t" anchorCtr="0"/>
          <a:lstStyle>
            <a:defPPr>
              <a:defRPr lang="en-US"/>
            </a:defPPr>
            <a:lvl1pPr marL="0" algn="l" defTabSz="914400" rtl="0" eaLnBrk="1" latinLnBrk="0" hangingPunct="1">
              <a:defRPr sz="700" b="0" i="0" kern="1200">
                <a:solidFill>
                  <a:schemeClr val="tx2"/>
                </a:solidFill>
                <a:latin typeface="72 Brand" panose="020B0504030603020204" pitchFamily="34" charset="0"/>
                <a:ea typeface="72 Brand" panose="020B0504030603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3AA811B-2EBD-4900-905E-5BE206449611}" type="slidenum">
              <a:rPr lang="en-US" smtClean="0"/>
              <a:pPr/>
              <a:t>‹#›</a:t>
            </a:fld>
            <a:endParaRPr lang="en-GB"/>
          </a:p>
        </p:txBody>
      </p:sp>
    </p:spTree>
    <p:extLst>
      <p:ext uri="{BB962C8B-B14F-4D97-AF65-F5344CB8AC3E}">
        <p14:creationId xmlns:p14="http://schemas.microsoft.com/office/powerpoint/2010/main" val="158027895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Title Photo">
    <p:bg>
      <p:bgRef idx="1001">
        <a:schemeClr val="bg1"/>
      </p:bgRef>
    </p:bg>
    <p:spTree>
      <p:nvGrpSpPr>
        <p:cNvPr id="1" name=""/>
        <p:cNvGrpSpPr/>
        <p:nvPr/>
      </p:nvGrpSpPr>
      <p:grpSpPr>
        <a:xfrm>
          <a:off x="0" y="0"/>
          <a:ext cx="0" cy="0"/>
          <a:chOff x="0" y="0"/>
          <a:chExt cx="0" cy="0"/>
        </a:xfrm>
      </p:grpSpPr>
      <p:pic>
        <p:nvPicPr>
          <p:cNvPr id="10" name="Image 0" descr="preencoded.png">
            <a:extLst>
              <a:ext uri="{FF2B5EF4-FFF2-40B4-BE49-F238E27FC236}">
                <a16:creationId xmlns:a16="http://schemas.microsoft.com/office/drawing/2014/main" id="{9DE307C8-D1C3-00E2-C5B0-2A7EBB981384}"/>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0" y="0"/>
            <a:ext cx="12195175" cy="6861496"/>
          </a:xfrm>
          <a:prstGeom prst="rect">
            <a:avLst/>
          </a:prstGeom>
        </p:spPr>
      </p:pic>
      <p:pic>
        <p:nvPicPr>
          <p:cNvPr id="11" name="Image 1" descr="preencoded.png">
            <a:extLst>
              <a:ext uri="{FF2B5EF4-FFF2-40B4-BE49-F238E27FC236}">
                <a16:creationId xmlns:a16="http://schemas.microsoft.com/office/drawing/2014/main" id="{6C575B3E-49FD-8450-F2CB-84C6E7A1153D}"/>
              </a:ext>
            </a:extLst>
          </p:cNvPr>
          <p:cNvPicPr>
            <a:picLocks noChangeAspect="1"/>
          </p:cNvPicPr>
          <p:nvPr/>
        </p:nvPicPr>
        <p:blipFill>
          <a:blip cstate="email">
            <a:extLst>
              <a:ext uri="{28A0092B-C50C-407E-A947-70E740481C1C}">
                <a14:useLocalDpi xmlns:a14="http://schemas.microsoft.com/office/drawing/2010/main"/>
              </a:ext>
              <a:ext uri="{96DAC541-7B7A-43D3-8B79-37D633B846F1}">
                <asvg:svgBlip xmlns:asvg="http://schemas.microsoft.com/office/drawing/2016/SVG/main" r:embed="rId3"/>
              </a:ext>
            </a:extLst>
          </a:blip>
          <a:srcRect/>
          <a:stretch/>
        </p:blipFill>
        <p:spPr>
          <a:xfrm>
            <a:off x="752355" y="1230008"/>
            <a:ext cx="5613722" cy="2756252"/>
          </a:xfrm>
          <a:prstGeom prst="rect">
            <a:avLst/>
          </a:prstGeom>
        </p:spPr>
      </p:pic>
      <p:pic>
        <p:nvPicPr>
          <p:cNvPr id="28936725" name="Acquired Company Logo Placeholder" descr="{&quot;templafy&quot;:{&quot;id&quot;:&quot;e24a6e43-600a-4c6b-89de-bcf3787a4fa8&quot;}}" hidden="1"/>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282575" y="2141327"/>
            <a:ext cx="4125924" cy="266010"/>
          </a:xfrm>
          <a:prstGeom prst="rect">
            <a:avLst/>
          </a:prstGeom>
        </p:spPr>
      </p:pic>
      <p:sp>
        <p:nvSpPr>
          <p:cNvPr id="13" name="Picture Placeholder 12">
            <a:extLst>
              <a:ext uri="{FF2B5EF4-FFF2-40B4-BE49-F238E27FC236}">
                <a16:creationId xmlns:a16="http://schemas.microsoft.com/office/drawing/2014/main" id="{FF6D8674-EA25-0C87-7F7A-4B6FFA7F1F14}"/>
              </a:ext>
            </a:extLst>
          </p:cNvPr>
          <p:cNvSpPr>
            <a:spLocks noGrp="1"/>
          </p:cNvSpPr>
          <p:nvPr>
            <p:ph type="pic" sz="quarter" idx="10" hasCustomPrompt="1"/>
          </p:nvPr>
        </p:nvSpPr>
        <p:spPr>
          <a:xfrm>
            <a:off x="7875176" y="0"/>
            <a:ext cx="4320000" cy="6858000"/>
          </a:xfrm>
        </p:spPr>
        <p:txBody>
          <a:bodyPr anchor="ctr" anchorCtr="0"/>
          <a:lstStyle>
            <a:lvl1pPr marL="0" indent="0" algn="ctr">
              <a:buNone/>
              <a:defRPr>
                <a:solidFill>
                  <a:schemeClr val="bg1"/>
                </a:solidFill>
              </a:defRPr>
            </a:lvl1pPr>
          </a:lstStyle>
          <a:p>
            <a:r>
              <a:rPr lang="en-US"/>
              <a:t>Click to insert picture</a:t>
            </a:r>
          </a:p>
        </p:txBody>
      </p:sp>
      <p:sp>
        <p:nvSpPr>
          <p:cNvPr id="4" name="Title">
            <a:extLst>
              <a:ext uri="{FF2B5EF4-FFF2-40B4-BE49-F238E27FC236}">
                <a16:creationId xmlns:a16="http://schemas.microsoft.com/office/drawing/2014/main" id="{A222ABC1-A03E-5EDE-02E2-6F3794850CC1}"/>
              </a:ext>
            </a:extLst>
          </p:cNvPr>
          <p:cNvSpPr>
            <a:spLocks noGrp="1"/>
          </p:cNvSpPr>
          <p:nvPr>
            <p:ph type="title" hasCustomPrompt="1"/>
          </p:nvPr>
        </p:nvSpPr>
        <p:spPr>
          <a:xfrm>
            <a:off x="504000" y="2206502"/>
            <a:ext cx="5465762" cy="997196"/>
          </a:xfrm>
        </p:spPr>
        <p:txBody>
          <a:bodyPr anchor="b" anchorCtr="0">
            <a:noAutofit/>
          </a:bodyPr>
          <a:lstStyle>
            <a:lvl1pPr>
              <a:lnSpc>
                <a:spcPct val="90000"/>
              </a:lnSpc>
              <a:defRPr sz="3600" b="0" i="0">
                <a:solidFill>
                  <a:schemeClr val="bg1"/>
                </a:solidFill>
                <a:latin typeface="+mj-lt"/>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600" kern="0" err="1">
              <a:ea typeface="72 Brand" pitchFamily="34" charset="-128"/>
              <a:cs typeface="72 Brand" pitchFamily="34" charset="-128"/>
            </a:endParaRPr>
          </a:p>
        </p:txBody>
      </p:sp>
      <p:pic>
        <p:nvPicPr>
          <p:cNvPr id="979758931" name="LogoWhite-Dynamic" descr="{&quot;templafy&quot;:{&quot;id&quot;:&quot;19613a61-37f7-403e-8a9d-0953593464e8&quot;}}"/>
          <p:cNvPicPr>
            <a:picLocks noChangeAspect="1"/>
          </p:cNvPicPr>
          <p:nvPr/>
        </p:nvPicPr>
        <p:blipFill>
          <a:blip r:embed="rId5"/>
          <a:stretch>
            <a:fillRect/>
          </a:stretch>
        </p:blipFill>
        <p:spPr>
          <a:xfrm>
            <a:off x="504000" y="504000"/>
            <a:ext cx="2997983" cy="360000"/>
          </a:xfrm>
          <a:prstGeom prst="rect">
            <a:avLst/>
          </a:prstGeom>
        </p:spPr>
      </p:pic>
      <p:sp>
        <p:nvSpPr>
          <p:cNvPr id="5" name="Subtitle 2">
            <a:extLst>
              <a:ext uri="{FF2B5EF4-FFF2-40B4-BE49-F238E27FC236}">
                <a16:creationId xmlns:a16="http://schemas.microsoft.com/office/drawing/2014/main" id="{170C7C75-B8E8-8263-D763-8DE1A07D604F}"/>
              </a:ext>
            </a:extLst>
          </p:cNvPr>
          <p:cNvSpPr>
            <a:spLocks noGrp="1"/>
          </p:cNvSpPr>
          <p:nvPr>
            <p:ph type="subTitle" idx="1"/>
          </p:nvPr>
        </p:nvSpPr>
        <p:spPr>
          <a:xfrm>
            <a:off x="504000" y="4267200"/>
            <a:ext cx="5471873" cy="493713"/>
          </a:xfrm>
        </p:spPr>
        <p:txBody>
          <a:bodyPr anchor="t">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744145108"/>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2" orient="horz" pos="1389">
          <p15:clr>
            <a:srgbClr val="FBAE40"/>
          </p15:clr>
        </p15:guide>
        <p15:guide id="3" orient="horz" pos="2688">
          <p15:clr>
            <a:srgbClr val="FBAE40"/>
          </p15:clr>
        </p15:guide>
        <p15:guide id="4" orient="horz" pos="2334">
          <p15:clr>
            <a:srgbClr val="FBAE40"/>
          </p15:clr>
        </p15:guide>
        <p15:guide id="5" orient="horz" pos="2999">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Title">
    <p:bg>
      <p:bgPr>
        <a:solidFill>
          <a:srgbClr val="1B90FF"/>
        </a:solidFill>
        <a:effectLst/>
      </p:bgPr>
    </p:bg>
    <p:spTree>
      <p:nvGrpSpPr>
        <p:cNvPr id="1" name=""/>
        <p:cNvGrpSpPr/>
        <p:nvPr/>
      </p:nvGrpSpPr>
      <p:grpSpPr>
        <a:xfrm>
          <a:off x="0" y="0"/>
          <a:ext cx="0" cy="0"/>
          <a:chOff x="0" y="0"/>
          <a:chExt cx="0" cy="0"/>
        </a:xfrm>
      </p:grpSpPr>
      <p:sp>
        <p:nvSpPr>
          <p:cNvPr id="5" name="Free-form: Shape 4">
            <a:extLst>
              <a:ext uri="{FF2B5EF4-FFF2-40B4-BE49-F238E27FC236}">
                <a16:creationId xmlns:a16="http://schemas.microsoft.com/office/drawing/2014/main" id="{2CB99639-CA6D-C021-C2BB-8FB93A08B673}"/>
              </a:ext>
            </a:extLst>
          </p:cNvPr>
          <p:cNvSpPr/>
          <p:nvPr userDrawn="1"/>
        </p:nvSpPr>
        <p:spPr bwMode="gray">
          <a:xfrm>
            <a:off x="6923314" y="0"/>
            <a:ext cx="5271861" cy="6858000"/>
          </a:xfrm>
          <a:custGeom>
            <a:avLst/>
            <a:gdLst>
              <a:gd name="connsiteX0" fmla="*/ 4527845 w 5271861"/>
              <a:gd name="connsiteY0" fmla="*/ 6407328 h 6858000"/>
              <a:gd name="connsiteX1" fmla="*/ 4527845 w 5271861"/>
              <a:gd name="connsiteY1" fmla="*/ 6579564 h 6858000"/>
              <a:gd name="connsiteX2" fmla="*/ 4716336 w 5271861"/>
              <a:gd name="connsiteY2" fmla="*/ 6579564 h 6858000"/>
              <a:gd name="connsiteX3" fmla="*/ 4898746 w 5271861"/>
              <a:gd name="connsiteY3" fmla="*/ 6407328 h 6858000"/>
              <a:gd name="connsiteX4" fmla="*/ 3485857 w 5271861"/>
              <a:gd name="connsiteY4" fmla="*/ 6407328 h 6858000"/>
              <a:gd name="connsiteX5" fmla="*/ 3485857 w 5271861"/>
              <a:gd name="connsiteY5" fmla="*/ 6579564 h 6858000"/>
              <a:gd name="connsiteX6" fmla="*/ 3674348 w 5271861"/>
              <a:gd name="connsiteY6" fmla="*/ 6579564 h 6858000"/>
              <a:gd name="connsiteX7" fmla="*/ 3856758 w 5271861"/>
              <a:gd name="connsiteY7" fmla="*/ 6407328 h 6858000"/>
              <a:gd name="connsiteX8" fmla="*/ 2443870 w 5271861"/>
              <a:gd name="connsiteY8" fmla="*/ 6407328 h 6858000"/>
              <a:gd name="connsiteX9" fmla="*/ 2443870 w 5271861"/>
              <a:gd name="connsiteY9" fmla="*/ 6579564 h 6858000"/>
              <a:gd name="connsiteX10" fmla="*/ 2635134 w 5271861"/>
              <a:gd name="connsiteY10" fmla="*/ 6579564 h 6858000"/>
              <a:gd name="connsiteX11" fmla="*/ 2820227 w 5271861"/>
              <a:gd name="connsiteY11" fmla="*/ 6407328 h 6858000"/>
              <a:gd name="connsiteX12" fmla="*/ 1407336 w 5271861"/>
              <a:gd name="connsiteY12" fmla="*/ 6407328 h 6858000"/>
              <a:gd name="connsiteX13" fmla="*/ 1407336 w 5271861"/>
              <a:gd name="connsiteY13" fmla="*/ 6579564 h 6858000"/>
              <a:gd name="connsiteX14" fmla="*/ 1595827 w 5271861"/>
              <a:gd name="connsiteY14" fmla="*/ 6579564 h 6858000"/>
              <a:gd name="connsiteX15" fmla="*/ 1778237 w 5271861"/>
              <a:gd name="connsiteY15" fmla="*/ 6407328 h 6858000"/>
              <a:gd name="connsiteX16" fmla="*/ 365348 w 5271861"/>
              <a:gd name="connsiteY16" fmla="*/ 6407328 h 6858000"/>
              <a:gd name="connsiteX17" fmla="*/ 365348 w 5271861"/>
              <a:gd name="connsiteY17" fmla="*/ 6579564 h 6858000"/>
              <a:gd name="connsiteX18" fmla="*/ 553839 w 5271861"/>
              <a:gd name="connsiteY18" fmla="*/ 6579564 h 6858000"/>
              <a:gd name="connsiteX19" fmla="*/ 736249 w 5271861"/>
              <a:gd name="connsiteY19" fmla="*/ 6407328 h 6858000"/>
              <a:gd name="connsiteX20" fmla="*/ 4527845 w 5271861"/>
              <a:gd name="connsiteY20" fmla="*/ 5635335 h 6858000"/>
              <a:gd name="connsiteX21" fmla="*/ 4527845 w 5271861"/>
              <a:gd name="connsiteY21" fmla="*/ 5807571 h 6858000"/>
              <a:gd name="connsiteX22" fmla="*/ 4716336 w 5271861"/>
              <a:gd name="connsiteY22" fmla="*/ 5807571 h 6858000"/>
              <a:gd name="connsiteX23" fmla="*/ 4898746 w 5271861"/>
              <a:gd name="connsiteY23" fmla="*/ 5635335 h 6858000"/>
              <a:gd name="connsiteX24" fmla="*/ 3485857 w 5271861"/>
              <a:gd name="connsiteY24" fmla="*/ 5635335 h 6858000"/>
              <a:gd name="connsiteX25" fmla="*/ 3485857 w 5271861"/>
              <a:gd name="connsiteY25" fmla="*/ 5807571 h 6858000"/>
              <a:gd name="connsiteX26" fmla="*/ 3674348 w 5271861"/>
              <a:gd name="connsiteY26" fmla="*/ 5807571 h 6858000"/>
              <a:gd name="connsiteX27" fmla="*/ 3856758 w 5271861"/>
              <a:gd name="connsiteY27" fmla="*/ 5635335 h 6858000"/>
              <a:gd name="connsiteX28" fmla="*/ 2443870 w 5271861"/>
              <a:gd name="connsiteY28" fmla="*/ 5635335 h 6858000"/>
              <a:gd name="connsiteX29" fmla="*/ 2443870 w 5271861"/>
              <a:gd name="connsiteY29" fmla="*/ 5807571 h 6858000"/>
              <a:gd name="connsiteX30" fmla="*/ 2635134 w 5271861"/>
              <a:gd name="connsiteY30" fmla="*/ 5807571 h 6858000"/>
              <a:gd name="connsiteX31" fmla="*/ 2820227 w 5271861"/>
              <a:gd name="connsiteY31" fmla="*/ 5635335 h 6858000"/>
              <a:gd name="connsiteX32" fmla="*/ 1407336 w 5271861"/>
              <a:gd name="connsiteY32" fmla="*/ 5635335 h 6858000"/>
              <a:gd name="connsiteX33" fmla="*/ 1407336 w 5271861"/>
              <a:gd name="connsiteY33" fmla="*/ 5807571 h 6858000"/>
              <a:gd name="connsiteX34" fmla="*/ 1595827 w 5271861"/>
              <a:gd name="connsiteY34" fmla="*/ 5807571 h 6858000"/>
              <a:gd name="connsiteX35" fmla="*/ 1778237 w 5271861"/>
              <a:gd name="connsiteY35" fmla="*/ 5635335 h 6858000"/>
              <a:gd name="connsiteX36" fmla="*/ 365348 w 5271861"/>
              <a:gd name="connsiteY36" fmla="*/ 5635335 h 6858000"/>
              <a:gd name="connsiteX37" fmla="*/ 365348 w 5271861"/>
              <a:gd name="connsiteY37" fmla="*/ 5807571 h 6858000"/>
              <a:gd name="connsiteX38" fmla="*/ 553839 w 5271861"/>
              <a:gd name="connsiteY38" fmla="*/ 5807571 h 6858000"/>
              <a:gd name="connsiteX39" fmla="*/ 736249 w 5271861"/>
              <a:gd name="connsiteY39" fmla="*/ 5635335 h 6858000"/>
              <a:gd name="connsiteX40" fmla="*/ 4527845 w 5271861"/>
              <a:gd name="connsiteY40" fmla="*/ 4869722 h 6858000"/>
              <a:gd name="connsiteX41" fmla="*/ 4527845 w 5271861"/>
              <a:gd name="connsiteY41" fmla="*/ 5041958 h 6858000"/>
              <a:gd name="connsiteX42" fmla="*/ 4716336 w 5271861"/>
              <a:gd name="connsiteY42" fmla="*/ 5041958 h 6858000"/>
              <a:gd name="connsiteX43" fmla="*/ 4898746 w 5271861"/>
              <a:gd name="connsiteY43" fmla="*/ 4869722 h 6858000"/>
              <a:gd name="connsiteX44" fmla="*/ 3485857 w 5271861"/>
              <a:gd name="connsiteY44" fmla="*/ 4869722 h 6858000"/>
              <a:gd name="connsiteX45" fmla="*/ 3485857 w 5271861"/>
              <a:gd name="connsiteY45" fmla="*/ 5041958 h 6858000"/>
              <a:gd name="connsiteX46" fmla="*/ 3674348 w 5271861"/>
              <a:gd name="connsiteY46" fmla="*/ 5041958 h 6858000"/>
              <a:gd name="connsiteX47" fmla="*/ 3856758 w 5271861"/>
              <a:gd name="connsiteY47" fmla="*/ 4869722 h 6858000"/>
              <a:gd name="connsiteX48" fmla="*/ 2443870 w 5271861"/>
              <a:gd name="connsiteY48" fmla="*/ 4869722 h 6858000"/>
              <a:gd name="connsiteX49" fmla="*/ 2443870 w 5271861"/>
              <a:gd name="connsiteY49" fmla="*/ 5041958 h 6858000"/>
              <a:gd name="connsiteX50" fmla="*/ 2635134 w 5271861"/>
              <a:gd name="connsiteY50" fmla="*/ 5041958 h 6858000"/>
              <a:gd name="connsiteX51" fmla="*/ 2820227 w 5271861"/>
              <a:gd name="connsiteY51" fmla="*/ 4869722 h 6858000"/>
              <a:gd name="connsiteX52" fmla="*/ 1407336 w 5271861"/>
              <a:gd name="connsiteY52" fmla="*/ 4869722 h 6858000"/>
              <a:gd name="connsiteX53" fmla="*/ 1407336 w 5271861"/>
              <a:gd name="connsiteY53" fmla="*/ 5041958 h 6858000"/>
              <a:gd name="connsiteX54" fmla="*/ 1595827 w 5271861"/>
              <a:gd name="connsiteY54" fmla="*/ 5041958 h 6858000"/>
              <a:gd name="connsiteX55" fmla="*/ 1778237 w 5271861"/>
              <a:gd name="connsiteY55" fmla="*/ 4869722 h 6858000"/>
              <a:gd name="connsiteX56" fmla="*/ 365348 w 5271861"/>
              <a:gd name="connsiteY56" fmla="*/ 4869722 h 6858000"/>
              <a:gd name="connsiteX57" fmla="*/ 365348 w 5271861"/>
              <a:gd name="connsiteY57" fmla="*/ 5041958 h 6858000"/>
              <a:gd name="connsiteX58" fmla="*/ 553839 w 5271861"/>
              <a:gd name="connsiteY58" fmla="*/ 5041958 h 6858000"/>
              <a:gd name="connsiteX59" fmla="*/ 736249 w 5271861"/>
              <a:gd name="connsiteY59" fmla="*/ 4869722 h 6858000"/>
              <a:gd name="connsiteX60" fmla="*/ 4527845 w 5271861"/>
              <a:gd name="connsiteY60" fmla="*/ 4097728 h 6858000"/>
              <a:gd name="connsiteX61" fmla="*/ 4527845 w 5271861"/>
              <a:gd name="connsiteY61" fmla="*/ 4269964 h 6858000"/>
              <a:gd name="connsiteX62" fmla="*/ 4716336 w 5271861"/>
              <a:gd name="connsiteY62" fmla="*/ 4269964 h 6858000"/>
              <a:gd name="connsiteX63" fmla="*/ 4898746 w 5271861"/>
              <a:gd name="connsiteY63" fmla="*/ 4097728 h 6858000"/>
              <a:gd name="connsiteX64" fmla="*/ 3485857 w 5271861"/>
              <a:gd name="connsiteY64" fmla="*/ 4097728 h 6858000"/>
              <a:gd name="connsiteX65" fmla="*/ 3485857 w 5271861"/>
              <a:gd name="connsiteY65" fmla="*/ 4269964 h 6858000"/>
              <a:gd name="connsiteX66" fmla="*/ 3674348 w 5271861"/>
              <a:gd name="connsiteY66" fmla="*/ 4269964 h 6858000"/>
              <a:gd name="connsiteX67" fmla="*/ 3856758 w 5271861"/>
              <a:gd name="connsiteY67" fmla="*/ 4097728 h 6858000"/>
              <a:gd name="connsiteX68" fmla="*/ 2443870 w 5271861"/>
              <a:gd name="connsiteY68" fmla="*/ 4097728 h 6858000"/>
              <a:gd name="connsiteX69" fmla="*/ 2443870 w 5271861"/>
              <a:gd name="connsiteY69" fmla="*/ 4269964 h 6858000"/>
              <a:gd name="connsiteX70" fmla="*/ 2635134 w 5271861"/>
              <a:gd name="connsiteY70" fmla="*/ 4269964 h 6858000"/>
              <a:gd name="connsiteX71" fmla="*/ 2820227 w 5271861"/>
              <a:gd name="connsiteY71" fmla="*/ 4097728 h 6858000"/>
              <a:gd name="connsiteX72" fmla="*/ 1407336 w 5271861"/>
              <a:gd name="connsiteY72" fmla="*/ 4097728 h 6858000"/>
              <a:gd name="connsiteX73" fmla="*/ 1407336 w 5271861"/>
              <a:gd name="connsiteY73" fmla="*/ 4269964 h 6858000"/>
              <a:gd name="connsiteX74" fmla="*/ 1595827 w 5271861"/>
              <a:gd name="connsiteY74" fmla="*/ 4269964 h 6858000"/>
              <a:gd name="connsiteX75" fmla="*/ 1778237 w 5271861"/>
              <a:gd name="connsiteY75" fmla="*/ 4097728 h 6858000"/>
              <a:gd name="connsiteX76" fmla="*/ 365348 w 5271861"/>
              <a:gd name="connsiteY76" fmla="*/ 4097728 h 6858000"/>
              <a:gd name="connsiteX77" fmla="*/ 365348 w 5271861"/>
              <a:gd name="connsiteY77" fmla="*/ 4269964 h 6858000"/>
              <a:gd name="connsiteX78" fmla="*/ 553839 w 5271861"/>
              <a:gd name="connsiteY78" fmla="*/ 4269964 h 6858000"/>
              <a:gd name="connsiteX79" fmla="*/ 736249 w 5271861"/>
              <a:gd name="connsiteY79" fmla="*/ 4097728 h 6858000"/>
              <a:gd name="connsiteX80" fmla="*/ 4527847 w 5271861"/>
              <a:gd name="connsiteY80" fmla="*/ 3332115 h 6858000"/>
              <a:gd name="connsiteX81" fmla="*/ 4527847 w 5271861"/>
              <a:gd name="connsiteY81" fmla="*/ 3497972 h 6858000"/>
              <a:gd name="connsiteX82" fmla="*/ 4716338 w 5271861"/>
              <a:gd name="connsiteY82" fmla="*/ 3497972 h 6858000"/>
              <a:gd name="connsiteX83" fmla="*/ 4898750 w 5271861"/>
              <a:gd name="connsiteY83" fmla="*/ 3332115 h 6858000"/>
              <a:gd name="connsiteX84" fmla="*/ 3485859 w 5271861"/>
              <a:gd name="connsiteY84" fmla="*/ 3332115 h 6858000"/>
              <a:gd name="connsiteX85" fmla="*/ 3485859 w 5271861"/>
              <a:gd name="connsiteY85" fmla="*/ 3497972 h 6858000"/>
              <a:gd name="connsiteX86" fmla="*/ 3674350 w 5271861"/>
              <a:gd name="connsiteY86" fmla="*/ 3497972 h 6858000"/>
              <a:gd name="connsiteX87" fmla="*/ 3856762 w 5271861"/>
              <a:gd name="connsiteY87" fmla="*/ 3332115 h 6858000"/>
              <a:gd name="connsiteX88" fmla="*/ 2443871 w 5271861"/>
              <a:gd name="connsiteY88" fmla="*/ 3332115 h 6858000"/>
              <a:gd name="connsiteX89" fmla="*/ 2443871 w 5271861"/>
              <a:gd name="connsiteY89" fmla="*/ 3497972 h 6858000"/>
              <a:gd name="connsiteX90" fmla="*/ 2635134 w 5271861"/>
              <a:gd name="connsiteY90" fmla="*/ 3497972 h 6858000"/>
              <a:gd name="connsiteX91" fmla="*/ 2820228 w 5271861"/>
              <a:gd name="connsiteY91" fmla="*/ 3332115 h 6858000"/>
              <a:gd name="connsiteX92" fmla="*/ 1407338 w 5271861"/>
              <a:gd name="connsiteY92" fmla="*/ 3332115 h 6858000"/>
              <a:gd name="connsiteX93" fmla="*/ 1407338 w 5271861"/>
              <a:gd name="connsiteY93" fmla="*/ 3497972 h 6858000"/>
              <a:gd name="connsiteX94" fmla="*/ 1595829 w 5271861"/>
              <a:gd name="connsiteY94" fmla="*/ 3497972 h 6858000"/>
              <a:gd name="connsiteX95" fmla="*/ 1778241 w 5271861"/>
              <a:gd name="connsiteY95" fmla="*/ 3332115 h 6858000"/>
              <a:gd name="connsiteX96" fmla="*/ 365350 w 5271861"/>
              <a:gd name="connsiteY96" fmla="*/ 3332115 h 6858000"/>
              <a:gd name="connsiteX97" fmla="*/ 365350 w 5271861"/>
              <a:gd name="connsiteY97" fmla="*/ 3497972 h 6858000"/>
              <a:gd name="connsiteX98" fmla="*/ 553841 w 5271861"/>
              <a:gd name="connsiteY98" fmla="*/ 3497972 h 6858000"/>
              <a:gd name="connsiteX99" fmla="*/ 736253 w 5271861"/>
              <a:gd name="connsiteY99" fmla="*/ 3332115 h 6858000"/>
              <a:gd name="connsiteX100" fmla="*/ 4527845 w 5271861"/>
              <a:gd name="connsiteY100" fmla="*/ 2560122 h 6858000"/>
              <a:gd name="connsiteX101" fmla="*/ 4527845 w 5271861"/>
              <a:gd name="connsiteY101" fmla="*/ 2732358 h 6858000"/>
              <a:gd name="connsiteX102" fmla="*/ 4716336 w 5271861"/>
              <a:gd name="connsiteY102" fmla="*/ 2732358 h 6858000"/>
              <a:gd name="connsiteX103" fmla="*/ 4898746 w 5271861"/>
              <a:gd name="connsiteY103" fmla="*/ 2560122 h 6858000"/>
              <a:gd name="connsiteX104" fmla="*/ 3485857 w 5271861"/>
              <a:gd name="connsiteY104" fmla="*/ 2560122 h 6858000"/>
              <a:gd name="connsiteX105" fmla="*/ 3485857 w 5271861"/>
              <a:gd name="connsiteY105" fmla="*/ 2732358 h 6858000"/>
              <a:gd name="connsiteX106" fmla="*/ 3674348 w 5271861"/>
              <a:gd name="connsiteY106" fmla="*/ 2732358 h 6858000"/>
              <a:gd name="connsiteX107" fmla="*/ 3856758 w 5271861"/>
              <a:gd name="connsiteY107" fmla="*/ 2560122 h 6858000"/>
              <a:gd name="connsiteX108" fmla="*/ 2443870 w 5271861"/>
              <a:gd name="connsiteY108" fmla="*/ 2560122 h 6858000"/>
              <a:gd name="connsiteX109" fmla="*/ 2443870 w 5271861"/>
              <a:gd name="connsiteY109" fmla="*/ 2732358 h 6858000"/>
              <a:gd name="connsiteX110" fmla="*/ 2635134 w 5271861"/>
              <a:gd name="connsiteY110" fmla="*/ 2732358 h 6858000"/>
              <a:gd name="connsiteX111" fmla="*/ 2820227 w 5271861"/>
              <a:gd name="connsiteY111" fmla="*/ 2560122 h 6858000"/>
              <a:gd name="connsiteX112" fmla="*/ 1407336 w 5271861"/>
              <a:gd name="connsiteY112" fmla="*/ 2560122 h 6858000"/>
              <a:gd name="connsiteX113" fmla="*/ 1407336 w 5271861"/>
              <a:gd name="connsiteY113" fmla="*/ 2732358 h 6858000"/>
              <a:gd name="connsiteX114" fmla="*/ 1595827 w 5271861"/>
              <a:gd name="connsiteY114" fmla="*/ 2732358 h 6858000"/>
              <a:gd name="connsiteX115" fmla="*/ 1778237 w 5271861"/>
              <a:gd name="connsiteY115" fmla="*/ 2560122 h 6858000"/>
              <a:gd name="connsiteX116" fmla="*/ 365348 w 5271861"/>
              <a:gd name="connsiteY116" fmla="*/ 2560122 h 6858000"/>
              <a:gd name="connsiteX117" fmla="*/ 365348 w 5271861"/>
              <a:gd name="connsiteY117" fmla="*/ 2732357 h 6858000"/>
              <a:gd name="connsiteX118" fmla="*/ 553839 w 5271861"/>
              <a:gd name="connsiteY118" fmla="*/ 2732357 h 6858000"/>
              <a:gd name="connsiteX119" fmla="*/ 736249 w 5271861"/>
              <a:gd name="connsiteY119" fmla="*/ 2560122 h 6858000"/>
              <a:gd name="connsiteX120" fmla="*/ 4527845 w 5271861"/>
              <a:gd name="connsiteY120" fmla="*/ 1788129 h 6858000"/>
              <a:gd name="connsiteX121" fmla="*/ 4527845 w 5271861"/>
              <a:gd name="connsiteY121" fmla="*/ 1960365 h 6858000"/>
              <a:gd name="connsiteX122" fmla="*/ 4716336 w 5271861"/>
              <a:gd name="connsiteY122" fmla="*/ 1960365 h 6858000"/>
              <a:gd name="connsiteX123" fmla="*/ 4898746 w 5271861"/>
              <a:gd name="connsiteY123" fmla="*/ 1788129 h 6858000"/>
              <a:gd name="connsiteX124" fmla="*/ 3485857 w 5271861"/>
              <a:gd name="connsiteY124" fmla="*/ 1788129 h 6858000"/>
              <a:gd name="connsiteX125" fmla="*/ 3485857 w 5271861"/>
              <a:gd name="connsiteY125" fmla="*/ 1960365 h 6858000"/>
              <a:gd name="connsiteX126" fmla="*/ 3674348 w 5271861"/>
              <a:gd name="connsiteY126" fmla="*/ 1960365 h 6858000"/>
              <a:gd name="connsiteX127" fmla="*/ 3856758 w 5271861"/>
              <a:gd name="connsiteY127" fmla="*/ 1788129 h 6858000"/>
              <a:gd name="connsiteX128" fmla="*/ 2443870 w 5271861"/>
              <a:gd name="connsiteY128" fmla="*/ 1788129 h 6858000"/>
              <a:gd name="connsiteX129" fmla="*/ 2443870 w 5271861"/>
              <a:gd name="connsiteY129" fmla="*/ 1960365 h 6858000"/>
              <a:gd name="connsiteX130" fmla="*/ 2635134 w 5271861"/>
              <a:gd name="connsiteY130" fmla="*/ 1960365 h 6858000"/>
              <a:gd name="connsiteX131" fmla="*/ 2820227 w 5271861"/>
              <a:gd name="connsiteY131" fmla="*/ 1788129 h 6858000"/>
              <a:gd name="connsiteX132" fmla="*/ 1407336 w 5271861"/>
              <a:gd name="connsiteY132" fmla="*/ 1788129 h 6858000"/>
              <a:gd name="connsiteX133" fmla="*/ 1407336 w 5271861"/>
              <a:gd name="connsiteY133" fmla="*/ 1960365 h 6858000"/>
              <a:gd name="connsiteX134" fmla="*/ 1595827 w 5271861"/>
              <a:gd name="connsiteY134" fmla="*/ 1960365 h 6858000"/>
              <a:gd name="connsiteX135" fmla="*/ 1778237 w 5271861"/>
              <a:gd name="connsiteY135" fmla="*/ 1788129 h 6858000"/>
              <a:gd name="connsiteX136" fmla="*/ 365348 w 5271861"/>
              <a:gd name="connsiteY136" fmla="*/ 1788128 h 6858000"/>
              <a:gd name="connsiteX137" fmla="*/ 365348 w 5271861"/>
              <a:gd name="connsiteY137" fmla="*/ 1960364 h 6858000"/>
              <a:gd name="connsiteX138" fmla="*/ 553839 w 5271861"/>
              <a:gd name="connsiteY138" fmla="*/ 1960364 h 6858000"/>
              <a:gd name="connsiteX139" fmla="*/ 736249 w 5271861"/>
              <a:gd name="connsiteY139" fmla="*/ 1788128 h 6858000"/>
              <a:gd name="connsiteX140" fmla="*/ 4527845 w 5271861"/>
              <a:gd name="connsiteY140" fmla="*/ 1022516 h 6858000"/>
              <a:gd name="connsiteX141" fmla="*/ 4527845 w 5271861"/>
              <a:gd name="connsiteY141" fmla="*/ 1194753 h 6858000"/>
              <a:gd name="connsiteX142" fmla="*/ 4716336 w 5271861"/>
              <a:gd name="connsiteY142" fmla="*/ 1194753 h 6858000"/>
              <a:gd name="connsiteX143" fmla="*/ 4898746 w 5271861"/>
              <a:gd name="connsiteY143" fmla="*/ 1022516 h 6858000"/>
              <a:gd name="connsiteX144" fmla="*/ 3485857 w 5271861"/>
              <a:gd name="connsiteY144" fmla="*/ 1022516 h 6858000"/>
              <a:gd name="connsiteX145" fmla="*/ 3485857 w 5271861"/>
              <a:gd name="connsiteY145" fmla="*/ 1194753 h 6858000"/>
              <a:gd name="connsiteX146" fmla="*/ 3674348 w 5271861"/>
              <a:gd name="connsiteY146" fmla="*/ 1194753 h 6858000"/>
              <a:gd name="connsiteX147" fmla="*/ 3856758 w 5271861"/>
              <a:gd name="connsiteY147" fmla="*/ 1022516 h 6858000"/>
              <a:gd name="connsiteX148" fmla="*/ 2443870 w 5271861"/>
              <a:gd name="connsiteY148" fmla="*/ 1022516 h 6858000"/>
              <a:gd name="connsiteX149" fmla="*/ 2443870 w 5271861"/>
              <a:gd name="connsiteY149" fmla="*/ 1194753 h 6858000"/>
              <a:gd name="connsiteX150" fmla="*/ 2635134 w 5271861"/>
              <a:gd name="connsiteY150" fmla="*/ 1194753 h 6858000"/>
              <a:gd name="connsiteX151" fmla="*/ 2820227 w 5271861"/>
              <a:gd name="connsiteY151" fmla="*/ 1022516 h 6858000"/>
              <a:gd name="connsiteX152" fmla="*/ 1407336 w 5271861"/>
              <a:gd name="connsiteY152" fmla="*/ 1022516 h 6858000"/>
              <a:gd name="connsiteX153" fmla="*/ 1407336 w 5271861"/>
              <a:gd name="connsiteY153" fmla="*/ 1194753 h 6858000"/>
              <a:gd name="connsiteX154" fmla="*/ 1595827 w 5271861"/>
              <a:gd name="connsiteY154" fmla="*/ 1194753 h 6858000"/>
              <a:gd name="connsiteX155" fmla="*/ 1778237 w 5271861"/>
              <a:gd name="connsiteY155" fmla="*/ 1022516 h 6858000"/>
              <a:gd name="connsiteX156" fmla="*/ 365348 w 5271861"/>
              <a:gd name="connsiteY156" fmla="*/ 1022515 h 6858000"/>
              <a:gd name="connsiteX157" fmla="*/ 365348 w 5271861"/>
              <a:gd name="connsiteY157" fmla="*/ 1194751 h 6858000"/>
              <a:gd name="connsiteX158" fmla="*/ 553839 w 5271861"/>
              <a:gd name="connsiteY158" fmla="*/ 1194751 h 6858000"/>
              <a:gd name="connsiteX159" fmla="*/ 736249 w 5271861"/>
              <a:gd name="connsiteY159" fmla="*/ 1022515 h 6858000"/>
              <a:gd name="connsiteX160" fmla="*/ 4527845 w 5271861"/>
              <a:gd name="connsiteY160" fmla="*/ 250524 h 6858000"/>
              <a:gd name="connsiteX161" fmla="*/ 4527845 w 5271861"/>
              <a:gd name="connsiteY161" fmla="*/ 422759 h 6858000"/>
              <a:gd name="connsiteX162" fmla="*/ 4716336 w 5271861"/>
              <a:gd name="connsiteY162" fmla="*/ 422759 h 6858000"/>
              <a:gd name="connsiteX163" fmla="*/ 4898746 w 5271861"/>
              <a:gd name="connsiteY163" fmla="*/ 250524 h 6858000"/>
              <a:gd name="connsiteX164" fmla="*/ 3485857 w 5271861"/>
              <a:gd name="connsiteY164" fmla="*/ 250524 h 6858000"/>
              <a:gd name="connsiteX165" fmla="*/ 3485857 w 5271861"/>
              <a:gd name="connsiteY165" fmla="*/ 422759 h 6858000"/>
              <a:gd name="connsiteX166" fmla="*/ 3674348 w 5271861"/>
              <a:gd name="connsiteY166" fmla="*/ 422759 h 6858000"/>
              <a:gd name="connsiteX167" fmla="*/ 3856758 w 5271861"/>
              <a:gd name="connsiteY167" fmla="*/ 250524 h 6858000"/>
              <a:gd name="connsiteX168" fmla="*/ 2443870 w 5271861"/>
              <a:gd name="connsiteY168" fmla="*/ 250524 h 6858000"/>
              <a:gd name="connsiteX169" fmla="*/ 2443870 w 5271861"/>
              <a:gd name="connsiteY169" fmla="*/ 422759 h 6858000"/>
              <a:gd name="connsiteX170" fmla="*/ 2635134 w 5271861"/>
              <a:gd name="connsiteY170" fmla="*/ 422759 h 6858000"/>
              <a:gd name="connsiteX171" fmla="*/ 2820227 w 5271861"/>
              <a:gd name="connsiteY171" fmla="*/ 250524 h 6858000"/>
              <a:gd name="connsiteX172" fmla="*/ 1407336 w 5271861"/>
              <a:gd name="connsiteY172" fmla="*/ 250524 h 6858000"/>
              <a:gd name="connsiteX173" fmla="*/ 1407336 w 5271861"/>
              <a:gd name="connsiteY173" fmla="*/ 422759 h 6858000"/>
              <a:gd name="connsiteX174" fmla="*/ 1595827 w 5271861"/>
              <a:gd name="connsiteY174" fmla="*/ 422759 h 6858000"/>
              <a:gd name="connsiteX175" fmla="*/ 1778237 w 5271861"/>
              <a:gd name="connsiteY175" fmla="*/ 250524 h 6858000"/>
              <a:gd name="connsiteX176" fmla="*/ 365348 w 5271861"/>
              <a:gd name="connsiteY176" fmla="*/ 250522 h 6858000"/>
              <a:gd name="connsiteX177" fmla="*/ 365348 w 5271861"/>
              <a:gd name="connsiteY177" fmla="*/ 422758 h 6858000"/>
              <a:gd name="connsiteX178" fmla="*/ 553839 w 5271861"/>
              <a:gd name="connsiteY178" fmla="*/ 422758 h 6858000"/>
              <a:gd name="connsiteX179" fmla="*/ 736249 w 5271861"/>
              <a:gd name="connsiteY179" fmla="*/ 250522 h 6858000"/>
              <a:gd name="connsiteX180" fmla="*/ 0 w 5271861"/>
              <a:gd name="connsiteY180" fmla="*/ 0 h 6858000"/>
              <a:gd name="connsiteX181" fmla="*/ 4923065 w 5271861"/>
              <a:gd name="connsiteY181" fmla="*/ 0 h 6858000"/>
              <a:gd name="connsiteX182" fmla="*/ 5092917 w 5271861"/>
              <a:gd name="connsiteY182" fmla="*/ 0 h 6858000"/>
              <a:gd name="connsiteX183" fmla="*/ 5271861 w 5271861"/>
              <a:gd name="connsiteY183" fmla="*/ 0 h 6858000"/>
              <a:gd name="connsiteX184" fmla="*/ 5271861 w 5271861"/>
              <a:gd name="connsiteY184" fmla="*/ 6858000 h 6858000"/>
              <a:gd name="connsiteX185" fmla="*/ 5092917 w 5271861"/>
              <a:gd name="connsiteY185" fmla="*/ 6858000 h 6858000"/>
              <a:gd name="connsiteX186" fmla="*/ 4923065 w 5271861"/>
              <a:gd name="connsiteY186" fmla="*/ 6858000 h 6858000"/>
              <a:gd name="connsiteX187" fmla="*/ 0 w 5271861"/>
              <a:gd name="connsiteY18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Lst>
            <a:rect l="l" t="t" r="r" b="b"/>
            <a:pathLst>
              <a:path w="5271861" h="6858000">
                <a:moveTo>
                  <a:pt x="4527845" y="6407328"/>
                </a:moveTo>
                <a:lnTo>
                  <a:pt x="4527845" y="6579564"/>
                </a:lnTo>
                <a:lnTo>
                  <a:pt x="4716336" y="6579564"/>
                </a:lnTo>
                <a:lnTo>
                  <a:pt x="4898746" y="6407328"/>
                </a:lnTo>
                <a:close/>
                <a:moveTo>
                  <a:pt x="3485857" y="6407328"/>
                </a:moveTo>
                <a:lnTo>
                  <a:pt x="3485857" y="6579564"/>
                </a:lnTo>
                <a:lnTo>
                  <a:pt x="3674348" y="6579564"/>
                </a:lnTo>
                <a:lnTo>
                  <a:pt x="3856758" y="6407328"/>
                </a:lnTo>
                <a:close/>
                <a:moveTo>
                  <a:pt x="2443870" y="6407328"/>
                </a:moveTo>
                <a:lnTo>
                  <a:pt x="2443870" y="6579564"/>
                </a:lnTo>
                <a:lnTo>
                  <a:pt x="2635134" y="6579564"/>
                </a:lnTo>
                <a:lnTo>
                  <a:pt x="2820227" y="6407328"/>
                </a:lnTo>
                <a:close/>
                <a:moveTo>
                  <a:pt x="1407336" y="6407328"/>
                </a:moveTo>
                <a:lnTo>
                  <a:pt x="1407336" y="6579564"/>
                </a:lnTo>
                <a:lnTo>
                  <a:pt x="1595827" y="6579564"/>
                </a:lnTo>
                <a:lnTo>
                  <a:pt x="1778237" y="6407328"/>
                </a:lnTo>
                <a:close/>
                <a:moveTo>
                  <a:pt x="365348" y="6407328"/>
                </a:moveTo>
                <a:lnTo>
                  <a:pt x="365348" y="6579564"/>
                </a:lnTo>
                <a:lnTo>
                  <a:pt x="553839" y="6579564"/>
                </a:lnTo>
                <a:lnTo>
                  <a:pt x="736249" y="6407328"/>
                </a:lnTo>
                <a:close/>
                <a:moveTo>
                  <a:pt x="4527845" y="5635335"/>
                </a:moveTo>
                <a:lnTo>
                  <a:pt x="4527845" y="5807571"/>
                </a:lnTo>
                <a:lnTo>
                  <a:pt x="4716336" y="5807571"/>
                </a:lnTo>
                <a:lnTo>
                  <a:pt x="4898746" y="5635335"/>
                </a:lnTo>
                <a:close/>
                <a:moveTo>
                  <a:pt x="3485857" y="5635335"/>
                </a:moveTo>
                <a:lnTo>
                  <a:pt x="3485857" y="5807571"/>
                </a:lnTo>
                <a:lnTo>
                  <a:pt x="3674348" y="5807571"/>
                </a:lnTo>
                <a:lnTo>
                  <a:pt x="3856758" y="5635335"/>
                </a:lnTo>
                <a:close/>
                <a:moveTo>
                  <a:pt x="2443870" y="5635335"/>
                </a:moveTo>
                <a:lnTo>
                  <a:pt x="2443870" y="5807571"/>
                </a:lnTo>
                <a:lnTo>
                  <a:pt x="2635134" y="5807571"/>
                </a:lnTo>
                <a:lnTo>
                  <a:pt x="2820227" y="5635335"/>
                </a:lnTo>
                <a:close/>
                <a:moveTo>
                  <a:pt x="1407336" y="5635335"/>
                </a:moveTo>
                <a:lnTo>
                  <a:pt x="1407336" y="5807571"/>
                </a:lnTo>
                <a:lnTo>
                  <a:pt x="1595827" y="5807571"/>
                </a:lnTo>
                <a:lnTo>
                  <a:pt x="1778237" y="5635335"/>
                </a:lnTo>
                <a:close/>
                <a:moveTo>
                  <a:pt x="365348" y="5635335"/>
                </a:moveTo>
                <a:lnTo>
                  <a:pt x="365348" y="5807571"/>
                </a:lnTo>
                <a:lnTo>
                  <a:pt x="553839" y="5807571"/>
                </a:lnTo>
                <a:lnTo>
                  <a:pt x="736249" y="5635335"/>
                </a:lnTo>
                <a:close/>
                <a:moveTo>
                  <a:pt x="4527845" y="4869722"/>
                </a:moveTo>
                <a:lnTo>
                  <a:pt x="4527845" y="5041958"/>
                </a:lnTo>
                <a:lnTo>
                  <a:pt x="4716336" y="5041958"/>
                </a:lnTo>
                <a:lnTo>
                  <a:pt x="4898746" y="4869722"/>
                </a:lnTo>
                <a:close/>
                <a:moveTo>
                  <a:pt x="3485857" y="4869722"/>
                </a:moveTo>
                <a:lnTo>
                  <a:pt x="3485857" y="5041958"/>
                </a:lnTo>
                <a:lnTo>
                  <a:pt x="3674348" y="5041958"/>
                </a:lnTo>
                <a:lnTo>
                  <a:pt x="3856758" y="4869722"/>
                </a:lnTo>
                <a:close/>
                <a:moveTo>
                  <a:pt x="2443870" y="4869722"/>
                </a:moveTo>
                <a:lnTo>
                  <a:pt x="2443870" y="5041958"/>
                </a:lnTo>
                <a:lnTo>
                  <a:pt x="2635134" y="5041958"/>
                </a:lnTo>
                <a:lnTo>
                  <a:pt x="2820227" y="4869722"/>
                </a:lnTo>
                <a:close/>
                <a:moveTo>
                  <a:pt x="1407336" y="4869722"/>
                </a:moveTo>
                <a:lnTo>
                  <a:pt x="1407336" y="5041958"/>
                </a:lnTo>
                <a:lnTo>
                  <a:pt x="1595827" y="5041958"/>
                </a:lnTo>
                <a:lnTo>
                  <a:pt x="1778237" y="4869722"/>
                </a:lnTo>
                <a:close/>
                <a:moveTo>
                  <a:pt x="365348" y="4869722"/>
                </a:moveTo>
                <a:lnTo>
                  <a:pt x="365348" y="5041958"/>
                </a:lnTo>
                <a:lnTo>
                  <a:pt x="553839" y="5041958"/>
                </a:lnTo>
                <a:lnTo>
                  <a:pt x="736249" y="4869722"/>
                </a:lnTo>
                <a:close/>
                <a:moveTo>
                  <a:pt x="4527845" y="4097728"/>
                </a:moveTo>
                <a:lnTo>
                  <a:pt x="4527845" y="4269964"/>
                </a:lnTo>
                <a:lnTo>
                  <a:pt x="4716336" y="4269964"/>
                </a:lnTo>
                <a:lnTo>
                  <a:pt x="4898746" y="4097728"/>
                </a:lnTo>
                <a:close/>
                <a:moveTo>
                  <a:pt x="3485857" y="4097728"/>
                </a:moveTo>
                <a:lnTo>
                  <a:pt x="3485857" y="4269964"/>
                </a:lnTo>
                <a:lnTo>
                  <a:pt x="3674348" y="4269964"/>
                </a:lnTo>
                <a:lnTo>
                  <a:pt x="3856758" y="4097728"/>
                </a:lnTo>
                <a:close/>
                <a:moveTo>
                  <a:pt x="2443870" y="4097728"/>
                </a:moveTo>
                <a:lnTo>
                  <a:pt x="2443870" y="4269964"/>
                </a:lnTo>
                <a:lnTo>
                  <a:pt x="2635134" y="4269964"/>
                </a:lnTo>
                <a:lnTo>
                  <a:pt x="2820227" y="4097728"/>
                </a:lnTo>
                <a:close/>
                <a:moveTo>
                  <a:pt x="1407336" y="4097728"/>
                </a:moveTo>
                <a:lnTo>
                  <a:pt x="1407336" y="4269964"/>
                </a:lnTo>
                <a:lnTo>
                  <a:pt x="1595827" y="4269964"/>
                </a:lnTo>
                <a:lnTo>
                  <a:pt x="1778237" y="4097728"/>
                </a:lnTo>
                <a:close/>
                <a:moveTo>
                  <a:pt x="365348" y="4097728"/>
                </a:moveTo>
                <a:lnTo>
                  <a:pt x="365348" y="4269964"/>
                </a:lnTo>
                <a:lnTo>
                  <a:pt x="553839" y="4269964"/>
                </a:lnTo>
                <a:lnTo>
                  <a:pt x="736249" y="4097728"/>
                </a:lnTo>
                <a:close/>
                <a:moveTo>
                  <a:pt x="4527847" y="3332115"/>
                </a:moveTo>
                <a:lnTo>
                  <a:pt x="4527847" y="3497972"/>
                </a:lnTo>
                <a:lnTo>
                  <a:pt x="4716338" y="3497972"/>
                </a:lnTo>
                <a:lnTo>
                  <a:pt x="4898750" y="3332115"/>
                </a:lnTo>
                <a:close/>
                <a:moveTo>
                  <a:pt x="3485859" y="3332115"/>
                </a:moveTo>
                <a:lnTo>
                  <a:pt x="3485859" y="3497972"/>
                </a:lnTo>
                <a:lnTo>
                  <a:pt x="3674350" y="3497972"/>
                </a:lnTo>
                <a:lnTo>
                  <a:pt x="3856762" y="3332115"/>
                </a:lnTo>
                <a:close/>
                <a:moveTo>
                  <a:pt x="2443871" y="3332115"/>
                </a:moveTo>
                <a:lnTo>
                  <a:pt x="2443871" y="3497972"/>
                </a:lnTo>
                <a:lnTo>
                  <a:pt x="2635134" y="3497972"/>
                </a:lnTo>
                <a:lnTo>
                  <a:pt x="2820228" y="3332115"/>
                </a:lnTo>
                <a:close/>
                <a:moveTo>
                  <a:pt x="1407338" y="3332115"/>
                </a:moveTo>
                <a:lnTo>
                  <a:pt x="1407338" y="3497972"/>
                </a:lnTo>
                <a:lnTo>
                  <a:pt x="1595829" y="3497972"/>
                </a:lnTo>
                <a:lnTo>
                  <a:pt x="1778241" y="3332115"/>
                </a:lnTo>
                <a:close/>
                <a:moveTo>
                  <a:pt x="365350" y="3332115"/>
                </a:moveTo>
                <a:lnTo>
                  <a:pt x="365350" y="3497972"/>
                </a:lnTo>
                <a:lnTo>
                  <a:pt x="553841" y="3497972"/>
                </a:lnTo>
                <a:lnTo>
                  <a:pt x="736253" y="3332115"/>
                </a:lnTo>
                <a:close/>
                <a:moveTo>
                  <a:pt x="4527845" y="2560122"/>
                </a:moveTo>
                <a:lnTo>
                  <a:pt x="4527845" y="2732358"/>
                </a:lnTo>
                <a:lnTo>
                  <a:pt x="4716336" y="2732358"/>
                </a:lnTo>
                <a:lnTo>
                  <a:pt x="4898746" y="2560122"/>
                </a:lnTo>
                <a:close/>
                <a:moveTo>
                  <a:pt x="3485857" y="2560122"/>
                </a:moveTo>
                <a:lnTo>
                  <a:pt x="3485857" y="2732358"/>
                </a:lnTo>
                <a:lnTo>
                  <a:pt x="3674348" y="2732358"/>
                </a:lnTo>
                <a:lnTo>
                  <a:pt x="3856758" y="2560122"/>
                </a:lnTo>
                <a:close/>
                <a:moveTo>
                  <a:pt x="2443870" y="2560122"/>
                </a:moveTo>
                <a:lnTo>
                  <a:pt x="2443870" y="2732358"/>
                </a:lnTo>
                <a:lnTo>
                  <a:pt x="2635134" y="2732358"/>
                </a:lnTo>
                <a:lnTo>
                  <a:pt x="2820227" y="2560122"/>
                </a:lnTo>
                <a:close/>
                <a:moveTo>
                  <a:pt x="1407336" y="2560122"/>
                </a:moveTo>
                <a:lnTo>
                  <a:pt x="1407336" y="2732358"/>
                </a:lnTo>
                <a:lnTo>
                  <a:pt x="1595827" y="2732358"/>
                </a:lnTo>
                <a:lnTo>
                  <a:pt x="1778237" y="2560122"/>
                </a:lnTo>
                <a:close/>
                <a:moveTo>
                  <a:pt x="365348" y="2560122"/>
                </a:moveTo>
                <a:lnTo>
                  <a:pt x="365348" y="2732357"/>
                </a:lnTo>
                <a:lnTo>
                  <a:pt x="553839" y="2732357"/>
                </a:lnTo>
                <a:lnTo>
                  <a:pt x="736249" y="2560122"/>
                </a:lnTo>
                <a:close/>
                <a:moveTo>
                  <a:pt x="4527845" y="1788129"/>
                </a:moveTo>
                <a:lnTo>
                  <a:pt x="4527845" y="1960365"/>
                </a:lnTo>
                <a:lnTo>
                  <a:pt x="4716336" y="1960365"/>
                </a:lnTo>
                <a:lnTo>
                  <a:pt x="4898746" y="1788129"/>
                </a:lnTo>
                <a:close/>
                <a:moveTo>
                  <a:pt x="3485857" y="1788129"/>
                </a:moveTo>
                <a:lnTo>
                  <a:pt x="3485857" y="1960365"/>
                </a:lnTo>
                <a:lnTo>
                  <a:pt x="3674348" y="1960365"/>
                </a:lnTo>
                <a:lnTo>
                  <a:pt x="3856758" y="1788129"/>
                </a:lnTo>
                <a:close/>
                <a:moveTo>
                  <a:pt x="2443870" y="1788129"/>
                </a:moveTo>
                <a:lnTo>
                  <a:pt x="2443870" y="1960365"/>
                </a:lnTo>
                <a:lnTo>
                  <a:pt x="2635134" y="1960365"/>
                </a:lnTo>
                <a:lnTo>
                  <a:pt x="2820227" y="1788129"/>
                </a:lnTo>
                <a:close/>
                <a:moveTo>
                  <a:pt x="1407336" y="1788129"/>
                </a:moveTo>
                <a:lnTo>
                  <a:pt x="1407336" y="1960365"/>
                </a:lnTo>
                <a:lnTo>
                  <a:pt x="1595827" y="1960365"/>
                </a:lnTo>
                <a:lnTo>
                  <a:pt x="1778237" y="1788129"/>
                </a:lnTo>
                <a:close/>
                <a:moveTo>
                  <a:pt x="365348" y="1788128"/>
                </a:moveTo>
                <a:lnTo>
                  <a:pt x="365348" y="1960364"/>
                </a:lnTo>
                <a:lnTo>
                  <a:pt x="553839" y="1960364"/>
                </a:lnTo>
                <a:lnTo>
                  <a:pt x="736249" y="1788128"/>
                </a:lnTo>
                <a:close/>
                <a:moveTo>
                  <a:pt x="4527845" y="1022516"/>
                </a:moveTo>
                <a:lnTo>
                  <a:pt x="4527845" y="1194753"/>
                </a:lnTo>
                <a:lnTo>
                  <a:pt x="4716336" y="1194753"/>
                </a:lnTo>
                <a:lnTo>
                  <a:pt x="4898746" y="1022516"/>
                </a:lnTo>
                <a:close/>
                <a:moveTo>
                  <a:pt x="3485857" y="1022516"/>
                </a:moveTo>
                <a:lnTo>
                  <a:pt x="3485857" y="1194753"/>
                </a:lnTo>
                <a:lnTo>
                  <a:pt x="3674348" y="1194753"/>
                </a:lnTo>
                <a:lnTo>
                  <a:pt x="3856758" y="1022516"/>
                </a:lnTo>
                <a:close/>
                <a:moveTo>
                  <a:pt x="2443870" y="1022516"/>
                </a:moveTo>
                <a:lnTo>
                  <a:pt x="2443870" y="1194753"/>
                </a:lnTo>
                <a:lnTo>
                  <a:pt x="2635134" y="1194753"/>
                </a:lnTo>
                <a:lnTo>
                  <a:pt x="2820227" y="1022516"/>
                </a:lnTo>
                <a:close/>
                <a:moveTo>
                  <a:pt x="1407336" y="1022516"/>
                </a:moveTo>
                <a:lnTo>
                  <a:pt x="1407336" y="1194753"/>
                </a:lnTo>
                <a:lnTo>
                  <a:pt x="1595827" y="1194753"/>
                </a:lnTo>
                <a:lnTo>
                  <a:pt x="1778237" y="1022516"/>
                </a:lnTo>
                <a:close/>
                <a:moveTo>
                  <a:pt x="365348" y="1022515"/>
                </a:moveTo>
                <a:lnTo>
                  <a:pt x="365348" y="1194751"/>
                </a:lnTo>
                <a:lnTo>
                  <a:pt x="553839" y="1194751"/>
                </a:lnTo>
                <a:lnTo>
                  <a:pt x="736249" y="1022515"/>
                </a:lnTo>
                <a:close/>
                <a:moveTo>
                  <a:pt x="4527845" y="250524"/>
                </a:moveTo>
                <a:lnTo>
                  <a:pt x="4527845" y="422759"/>
                </a:lnTo>
                <a:lnTo>
                  <a:pt x="4716336" y="422759"/>
                </a:lnTo>
                <a:lnTo>
                  <a:pt x="4898746" y="250524"/>
                </a:lnTo>
                <a:close/>
                <a:moveTo>
                  <a:pt x="3485857" y="250524"/>
                </a:moveTo>
                <a:lnTo>
                  <a:pt x="3485857" y="422759"/>
                </a:lnTo>
                <a:lnTo>
                  <a:pt x="3674348" y="422759"/>
                </a:lnTo>
                <a:lnTo>
                  <a:pt x="3856758" y="250524"/>
                </a:lnTo>
                <a:close/>
                <a:moveTo>
                  <a:pt x="2443870" y="250524"/>
                </a:moveTo>
                <a:lnTo>
                  <a:pt x="2443870" y="422759"/>
                </a:lnTo>
                <a:lnTo>
                  <a:pt x="2635134" y="422759"/>
                </a:lnTo>
                <a:lnTo>
                  <a:pt x="2820227" y="250524"/>
                </a:lnTo>
                <a:close/>
                <a:moveTo>
                  <a:pt x="1407336" y="250524"/>
                </a:moveTo>
                <a:lnTo>
                  <a:pt x="1407336" y="422759"/>
                </a:lnTo>
                <a:lnTo>
                  <a:pt x="1595827" y="422759"/>
                </a:lnTo>
                <a:lnTo>
                  <a:pt x="1778237" y="250524"/>
                </a:lnTo>
                <a:close/>
                <a:moveTo>
                  <a:pt x="365348" y="250522"/>
                </a:moveTo>
                <a:lnTo>
                  <a:pt x="365348" y="422758"/>
                </a:lnTo>
                <a:lnTo>
                  <a:pt x="553839" y="422758"/>
                </a:lnTo>
                <a:lnTo>
                  <a:pt x="736249" y="250522"/>
                </a:lnTo>
                <a:close/>
                <a:moveTo>
                  <a:pt x="0" y="0"/>
                </a:moveTo>
                <a:lnTo>
                  <a:pt x="4923065" y="0"/>
                </a:lnTo>
                <a:lnTo>
                  <a:pt x="5092917" y="0"/>
                </a:lnTo>
                <a:lnTo>
                  <a:pt x="5271861" y="0"/>
                </a:lnTo>
                <a:lnTo>
                  <a:pt x="5271861" y="6858000"/>
                </a:lnTo>
                <a:lnTo>
                  <a:pt x="5092917" y="6858000"/>
                </a:lnTo>
                <a:lnTo>
                  <a:pt x="4923065" y="6858000"/>
                </a:lnTo>
                <a:lnTo>
                  <a:pt x="0" y="6858000"/>
                </a:lnTo>
                <a:close/>
              </a:path>
            </a:pathLst>
          </a:custGeom>
          <a:solidFill>
            <a:srgbClr val="89D1FF"/>
          </a:solidFill>
          <a:ln w="28575" algn="ctr">
            <a:noFill/>
            <a:miter lim="800000"/>
            <a:headEnd/>
            <a:tailEnd/>
          </a:ln>
        </p:spPr>
        <p:txBody>
          <a:bodyPr wrap="square" lIns="90000" tIns="72000" rIns="90000" bIns="72000" rtlCol="0" anchor="ctr">
            <a:noAutofit/>
          </a:bodyP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DE" sz="1400" b="0" i="0" u="none" strike="noStrike" kern="0" cap="none" spc="0" normalizeH="0" baseline="0" noProof="0" err="1">
              <a:ln>
                <a:noFill/>
              </a:ln>
              <a:effectLst/>
              <a:uLnTx/>
              <a:uFillTx/>
              <a:latin typeface="+mn-lt"/>
              <a:ea typeface="72 Brand" pitchFamily="34" charset="-128"/>
              <a:cs typeface="72 Brand" pitchFamily="34" charset="-128"/>
            </a:endParaRPr>
          </a:p>
        </p:txBody>
      </p:sp>
      <p:pic>
        <p:nvPicPr>
          <p:cNvPr id="973602169" name="LogoWhite-Dynamic" descr="{&quot;templafy&quot;:{&quot;id&quot;:&quot;be010b5a-8f1c-49b8-adfa-ec128397bcbe&quot;}}"/>
          <p:cNvPicPr>
            <a:picLocks noChangeAspect="1"/>
          </p:cNvPicPr>
          <p:nvPr/>
        </p:nvPicPr>
        <p:blipFill>
          <a:blip r:embed="rId2"/>
          <a:stretch>
            <a:fillRect/>
          </a:stretch>
        </p:blipFill>
        <p:spPr>
          <a:xfrm>
            <a:off x="504000" y="504000"/>
            <a:ext cx="2997983" cy="360000"/>
          </a:xfrm>
          <a:prstGeom prst="rect">
            <a:avLst/>
          </a:prstGeom>
        </p:spPr>
      </p:pic>
      <p:sp>
        <p:nvSpPr>
          <p:cNvPr id="4" name="Title"/>
          <p:cNvSpPr>
            <a:spLocks noGrp="1"/>
          </p:cNvSpPr>
          <p:nvPr>
            <p:ph type="title" hasCustomPrompt="1"/>
          </p:nvPr>
        </p:nvSpPr>
        <p:spPr>
          <a:xfrm>
            <a:off x="504000" y="2706317"/>
            <a:ext cx="6418067" cy="997196"/>
          </a:xfrm>
        </p:spPr>
        <p:txBody>
          <a:bodyPr anchor="b" anchorCtr="0">
            <a:noAutofit/>
          </a:bodyPr>
          <a:lstStyle>
            <a:lvl1pPr>
              <a:lnSpc>
                <a:spcPct val="90000"/>
              </a:lnSpc>
              <a:defRPr sz="3600" b="0" i="0">
                <a:solidFill>
                  <a:schemeClr val="bg1"/>
                </a:solidFill>
                <a:latin typeface="72 Brand Medium" panose="020B0504030603020204" pitchFamily="34" charset="0"/>
                <a:cs typeface="Arial" panose="020B0604020202020204" pitchFamily="34" charset="0"/>
              </a:defRPr>
            </a:lvl1pPr>
          </a:lstStyle>
          <a:p>
            <a:pPr fontAlgn="base">
              <a:spcBef>
                <a:spcPct val="50000"/>
              </a:spcBef>
              <a:spcAft>
                <a:spcPct val="0"/>
              </a:spcAft>
              <a:buClr>
                <a:srgbClr val="F0AB00"/>
              </a:buClr>
              <a:buSzPct val="80000"/>
            </a:pPr>
            <a:r>
              <a:rPr lang="en-US"/>
              <a:t>Title goes here</a:t>
            </a:r>
            <a:br>
              <a:rPr lang="en-US"/>
            </a:br>
            <a:r>
              <a:rPr lang="en-US"/>
              <a:t>and here and here</a:t>
            </a:r>
            <a:endParaRPr lang="de-DE" sz="3600" kern="0" err="1">
              <a:ea typeface="72 Brand" pitchFamily="34" charset="-128"/>
              <a:cs typeface="72 Brand" pitchFamily="34" charset="-128"/>
            </a:endParaRPr>
          </a:p>
        </p:txBody>
      </p:sp>
      <p:sp>
        <p:nvSpPr>
          <p:cNvPr id="2" name="Subtitle 2">
            <a:extLst>
              <a:ext uri="{FF2B5EF4-FFF2-40B4-BE49-F238E27FC236}">
                <a16:creationId xmlns:a16="http://schemas.microsoft.com/office/drawing/2014/main" id="{3F8C5CA6-1B07-0B13-95CA-1433F380A598}"/>
              </a:ext>
            </a:extLst>
          </p:cNvPr>
          <p:cNvSpPr>
            <a:spLocks noGrp="1"/>
          </p:cNvSpPr>
          <p:nvPr>
            <p:ph type="subTitle" idx="1"/>
          </p:nvPr>
        </p:nvSpPr>
        <p:spPr>
          <a:xfrm>
            <a:off x="504000" y="4267200"/>
            <a:ext cx="5503449" cy="493713"/>
          </a:xfrm>
        </p:spPr>
        <p:txBody>
          <a:bodyPr anchor="t">
            <a:norm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1819942097"/>
      </p:ext>
    </p:extLst>
  </p:cSld>
  <p:clrMapOvr>
    <a:masterClrMapping/>
  </p:clrMapOvr>
  <p:extLst>
    <p:ext uri="{DCECCB84-F9BA-43D5-87BE-67443E8EF086}">
      <p15:sldGuideLst xmlns:p15="http://schemas.microsoft.com/office/powerpoint/2012/main">
        <p15:guide id="2" orient="horz" pos="1701">
          <p15:clr>
            <a:srgbClr val="FBAE40"/>
          </p15:clr>
        </p15:guide>
        <p15:guide id="3" orient="horz" pos="2688">
          <p15:clr>
            <a:srgbClr val="FBAE40"/>
          </p15:clr>
        </p15:guide>
        <p15:guide id="4" orient="horz" pos="2341">
          <p15:clr>
            <a:srgbClr val="FBAE40"/>
          </p15:clr>
        </p15:guide>
        <p15:guide id="5" orient="horz" pos="2999">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ontent 1">
    <p:spTree>
      <p:nvGrpSpPr>
        <p:cNvPr id="1" name=""/>
        <p:cNvGrpSpPr/>
        <p:nvPr/>
      </p:nvGrpSpPr>
      <p:grpSpPr>
        <a:xfrm>
          <a:off x="0" y="0"/>
          <a:ext cx="0" cy="0"/>
          <a:chOff x="0" y="0"/>
          <a:chExt cx="0" cy="0"/>
        </a:xfrm>
      </p:grpSpPr>
      <p:sp>
        <p:nvSpPr>
          <p:cNvPr id="3" name="Title"/>
          <p:cNvSpPr>
            <a:spLocks noGrp="1"/>
          </p:cNvSpPr>
          <p:nvPr>
            <p:ph type="title" hasCustomPrompt="1"/>
          </p:nvPr>
        </p:nvSpPr>
        <p:spPr>
          <a:xfrm>
            <a:off x="504000" y="504000"/>
            <a:ext cx="11186476" cy="369332"/>
          </a:xfrm>
        </p:spPr>
        <p:txBody>
          <a:bodyPr/>
          <a:lstStyle>
            <a:lvl1pPr>
              <a:defRPr b="0"/>
            </a:lvl1pPr>
          </a:lstStyle>
          <a:p>
            <a:r>
              <a:rPr lang="en-US" noProof="0"/>
              <a:t>Insert page title (sentence case)</a:t>
            </a:r>
            <a:endParaRPr lang="en-US"/>
          </a:p>
        </p:txBody>
      </p:sp>
      <p:sp>
        <p:nvSpPr>
          <p:cNvPr id="5" name="Content Placeholder 4">
            <a:extLst>
              <a:ext uri="{FF2B5EF4-FFF2-40B4-BE49-F238E27FC236}">
                <a16:creationId xmlns:a16="http://schemas.microsoft.com/office/drawing/2014/main" id="{7FA2F6B6-06DC-4EF7-2D70-B673B7F346CE}"/>
              </a:ext>
            </a:extLst>
          </p:cNvPr>
          <p:cNvSpPr>
            <a:spLocks noGrp="1"/>
          </p:cNvSpPr>
          <p:nvPr>
            <p:ph sz="quarter" idx="10"/>
          </p:nvPr>
        </p:nvSpPr>
        <p:spPr>
          <a:xfrm>
            <a:off x="503238" y="1543050"/>
            <a:ext cx="11187112" cy="4811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Tree>
    <p:extLst>
      <p:ext uri="{BB962C8B-B14F-4D97-AF65-F5344CB8AC3E}">
        <p14:creationId xmlns:p14="http://schemas.microsoft.com/office/powerpoint/2010/main" val="3130026017"/>
      </p:ext>
    </p:extLst>
  </p:cSld>
  <p:clrMapOvr>
    <a:masterClrMapping/>
  </p:clrMapOvr>
  <p:extLst>
    <p:ext uri="{DCECCB84-F9BA-43D5-87BE-67443E8EF086}">
      <p15:sldGuideLst xmlns:p15="http://schemas.microsoft.com/office/powerpoint/2012/main">
        <p15:guide id="4" orient="horz" pos="318">
          <p15:clr>
            <a:srgbClr val="FBAE40"/>
          </p15:clr>
        </p15:guide>
        <p15:guide id="5" orient="horz" pos="552">
          <p15:clr>
            <a:srgbClr val="FBAE40"/>
          </p15:clr>
        </p15:guide>
        <p15:guide id="6" orient="horz" pos="972">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
        <p:nvSpPr>
          <p:cNvPr id="6" name="Content Placeholder 5">
            <a:extLst>
              <a:ext uri="{FF2B5EF4-FFF2-40B4-BE49-F238E27FC236}">
                <a16:creationId xmlns:a16="http://schemas.microsoft.com/office/drawing/2014/main" id="{38C0164F-A425-DAFF-4F8D-CCD2435E155C}"/>
              </a:ext>
            </a:extLst>
          </p:cNvPr>
          <p:cNvSpPr>
            <a:spLocks noGrp="1"/>
          </p:cNvSpPr>
          <p:nvPr>
            <p:ph sz="quarter" idx="10"/>
          </p:nvPr>
        </p:nvSpPr>
        <p:spPr>
          <a:xfrm>
            <a:off x="503239" y="1543050"/>
            <a:ext cx="5467350" cy="4811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
        <p:nvSpPr>
          <p:cNvPr id="8" name="Content Placeholder 7">
            <a:extLst>
              <a:ext uri="{FF2B5EF4-FFF2-40B4-BE49-F238E27FC236}">
                <a16:creationId xmlns:a16="http://schemas.microsoft.com/office/drawing/2014/main" id="{03021143-2BA7-B3E8-AD6C-9FD4302A49EA}"/>
              </a:ext>
            </a:extLst>
          </p:cNvPr>
          <p:cNvSpPr>
            <a:spLocks noGrp="1"/>
          </p:cNvSpPr>
          <p:nvPr>
            <p:ph sz="quarter" idx="11"/>
          </p:nvPr>
        </p:nvSpPr>
        <p:spPr>
          <a:xfrm>
            <a:off x="6223000" y="1543050"/>
            <a:ext cx="5467350" cy="4811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Tree>
    <p:extLst>
      <p:ext uri="{BB962C8B-B14F-4D97-AF65-F5344CB8AC3E}">
        <p14:creationId xmlns:p14="http://schemas.microsoft.com/office/powerpoint/2010/main" val="312239138"/>
      </p:ext>
    </p:extLst>
  </p:cSld>
  <p:clrMapOvr>
    <a:masterClrMapping/>
  </p:clrMapOvr>
  <p:extLst>
    <p:ext uri="{DCECCB84-F9BA-43D5-87BE-67443E8EF086}">
      <p15:sldGuideLst xmlns:p15="http://schemas.microsoft.com/office/powerpoint/2012/main">
        <p15:guide id="6" orient="horz" pos="317">
          <p15:clr>
            <a:srgbClr val="FBAE40"/>
          </p15:clr>
        </p15:guide>
        <p15:guide id="7" orient="horz" pos="551">
          <p15:clr>
            <a:srgbClr val="FBAE40"/>
          </p15:clr>
        </p15:guide>
        <p15:guide id="8" orient="horz" pos="972">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Content Photo 1">
    <p:spTree>
      <p:nvGrpSpPr>
        <p:cNvPr id="1" name=""/>
        <p:cNvGrpSpPr/>
        <p:nvPr/>
      </p:nvGrpSpPr>
      <p:grpSpPr>
        <a:xfrm>
          <a:off x="0" y="0"/>
          <a:ext cx="0" cy="0"/>
          <a:chOff x="0" y="0"/>
          <a:chExt cx="0" cy="0"/>
        </a:xfrm>
      </p:grpSpPr>
      <p:sp>
        <p:nvSpPr>
          <p:cNvPr id="5" name="Picture Placeholder 1/3 right"/>
          <p:cNvSpPr>
            <a:spLocks noGrp="1"/>
          </p:cNvSpPr>
          <p:nvPr>
            <p:ph type="pic" sz="quarter" idx="10" hasCustomPrompt="1"/>
          </p:nvPr>
        </p:nvSpPr>
        <p:spPr bwMode="gray">
          <a:xfrm>
            <a:off x="8127175" y="0"/>
            <a:ext cx="4068000" cy="6858000"/>
          </a:xfrm>
          <a:noFill/>
        </p:spPr>
        <p:txBody>
          <a:bodyPr vert="horz" lIns="0" tIns="2448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image</a:t>
            </a:r>
            <a:endParaRPr lang="de-DE"/>
          </a:p>
        </p:txBody>
      </p:sp>
      <p:sp>
        <p:nvSpPr>
          <p:cNvPr id="3" name="Title"/>
          <p:cNvSpPr>
            <a:spLocks noGrp="1"/>
          </p:cNvSpPr>
          <p:nvPr>
            <p:ph type="title" hasCustomPrompt="1"/>
          </p:nvPr>
        </p:nvSpPr>
        <p:spPr>
          <a:xfrm>
            <a:off x="504000" y="504000"/>
            <a:ext cx="7371589" cy="369332"/>
          </a:xfrm>
        </p:spPr>
        <p:txBody>
          <a:bodyPr/>
          <a:lstStyle/>
          <a:p>
            <a:r>
              <a:rPr lang="en-US" noProof="0"/>
              <a:t>Insert page title (sentence case)</a:t>
            </a:r>
            <a:endParaRPr lang="en-US"/>
          </a:p>
        </p:txBody>
      </p:sp>
      <p:sp>
        <p:nvSpPr>
          <p:cNvPr id="4" name="Content Placeholder 3">
            <a:extLst>
              <a:ext uri="{FF2B5EF4-FFF2-40B4-BE49-F238E27FC236}">
                <a16:creationId xmlns:a16="http://schemas.microsoft.com/office/drawing/2014/main" id="{FAE487FD-3B81-5414-D8EE-7961A987577D}"/>
              </a:ext>
            </a:extLst>
          </p:cNvPr>
          <p:cNvSpPr>
            <a:spLocks noGrp="1"/>
          </p:cNvSpPr>
          <p:nvPr>
            <p:ph sz="quarter" idx="11"/>
          </p:nvPr>
        </p:nvSpPr>
        <p:spPr>
          <a:xfrm>
            <a:off x="503238" y="1543050"/>
            <a:ext cx="7372350" cy="48117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Tree>
    <p:extLst>
      <p:ext uri="{BB962C8B-B14F-4D97-AF65-F5344CB8AC3E}">
        <p14:creationId xmlns:p14="http://schemas.microsoft.com/office/powerpoint/2010/main" val="2166399178"/>
      </p:ext>
    </p:extLst>
  </p:cSld>
  <p:clrMapOvr>
    <a:masterClrMapping/>
  </p:clrMapOvr>
  <p:extLst>
    <p:ext uri="{DCECCB84-F9BA-43D5-87BE-67443E8EF086}">
      <p15:sldGuideLst xmlns:p15="http://schemas.microsoft.com/office/powerpoint/2012/main">
        <p15:guide id="4" pos="5111">
          <p15:clr>
            <a:srgbClr val="FBAE40"/>
          </p15:clr>
        </p15:guide>
        <p15:guide id="5" orient="horz" pos="317">
          <p15:clr>
            <a:srgbClr val="FBAE40"/>
          </p15:clr>
        </p15:guide>
        <p15:guide id="6" orient="horz" pos="551">
          <p15:clr>
            <a:srgbClr val="FBAE40"/>
          </p15:clr>
        </p15:guide>
        <p15:guide id="7" orient="horz" pos="972">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Content Photo 2">
    <p:spTree>
      <p:nvGrpSpPr>
        <p:cNvPr id="1" name=""/>
        <p:cNvGrpSpPr/>
        <p:nvPr/>
      </p:nvGrpSpPr>
      <p:grpSpPr>
        <a:xfrm>
          <a:off x="0" y="0"/>
          <a:ext cx="0" cy="0"/>
          <a:chOff x="0" y="0"/>
          <a:chExt cx="0" cy="0"/>
        </a:xfrm>
      </p:grpSpPr>
      <p:sp>
        <p:nvSpPr>
          <p:cNvPr id="5" name="Picture Placeholder"/>
          <p:cNvSpPr>
            <a:spLocks noGrp="1"/>
          </p:cNvSpPr>
          <p:nvPr>
            <p:ph type="pic" sz="quarter" idx="13" hasCustomPrompt="1"/>
          </p:nvPr>
        </p:nvSpPr>
        <p:spPr bwMode="gray">
          <a:xfrm>
            <a:off x="6221413" y="1557338"/>
            <a:ext cx="5469064" cy="4795837"/>
          </a:xfrm>
          <a:noFill/>
        </p:spPr>
        <p:txBody>
          <a:bodyPr vert="horz" lIns="0" tIns="1512000" rIns="0" bIns="0" rtlCol="0" anchor="t" anchorCtr="0">
            <a:noAutofit/>
          </a:bodyPr>
          <a:lstStyle>
            <a:lvl1pPr marL="0" indent="0" algn="ctr" defTabSz="1088558" rtl="0" eaLnBrk="1" latinLnBrk="0" hangingPunct="1">
              <a:spcBef>
                <a:spcPts val="1929"/>
              </a:spcBef>
              <a:buClr>
                <a:schemeClr val="accent1"/>
              </a:buClr>
              <a:buSzPct val="80000"/>
              <a:buFontTx/>
              <a:buNone/>
              <a:defRPr lang="de-DE" sz="1600" b="0" i="0" kern="1200" dirty="0">
                <a:solidFill>
                  <a:schemeClr val="tx1"/>
                </a:solidFill>
                <a:latin typeface="72 Brand" panose="020B0504030603020204" pitchFamily="34" charset="0"/>
                <a:ea typeface="+mn-ea"/>
                <a:cs typeface="+mn-cs"/>
              </a:defRPr>
            </a:lvl1pPr>
          </a:lstStyle>
          <a:p>
            <a:r>
              <a:rPr lang="en-US"/>
              <a:t>Click icon to add screenshot</a:t>
            </a:r>
            <a:endParaRPr lang="de-DE"/>
          </a:p>
        </p:txBody>
      </p:sp>
      <p:sp>
        <p:nvSpPr>
          <p:cNvPr id="3" name="Title"/>
          <p:cNvSpPr>
            <a:spLocks noGrp="1"/>
          </p:cNvSpPr>
          <p:nvPr>
            <p:ph type="title" hasCustomPrompt="1"/>
          </p:nvPr>
        </p:nvSpPr>
        <p:spPr>
          <a:xfrm>
            <a:off x="504001" y="504000"/>
            <a:ext cx="11186476" cy="369332"/>
          </a:xfrm>
        </p:spPr>
        <p:txBody>
          <a:bodyPr/>
          <a:lstStyle/>
          <a:p>
            <a:r>
              <a:rPr lang="en-US" noProof="0"/>
              <a:t>Insert page title (sentence case)</a:t>
            </a:r>
            <a:endParaRPr lang="en-US"/>
          </a:p>
        </p:txBody>
      </p:sp>
      <p:sp>
        <p:nvSpPr>
          <p:cNvPr id="6" name="Content Placeholder 5">
            <a:extLst>
              <a:ext uri="{FF2B5EF4-FFF2-40B4-BE49-F238E27FC236}">
                <a16:creationId xmlns:a16="http://schemas.microsoft.com/office/drawing/2014/main" id="{98772F2B-0434-6AC5-5E2E-E10ABDD1A745}"/>
              </a:ext>
            </a:extLst>
          </p:cNvPr>
          <p:cNvSpPr>
            <a:spLocks noGrp="1"/>
          </p:cNvSpPr>
          <p:nvPr>
            <p:ph sz="quarter" idx="14"/>
          </p:nvPr>
        </p:nvSpPr>
        <p:spPr>
          <a:xfrm>
            <a:off x="503237" y="1543050"/>
            <a:ext cx="5464175" cy="48101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DK"/>
          </a:p>
        </p:txBody>
      </p:sp>
    </p:spTree>
    <p:extLst>
      <p:ext uri="{BB962C8B-B14F-4D97-AF65-F5344CB8AC3E}">
        <p14:creationId xmlns:p14="http://schemas.microsoft.com/office/powerpoint/2010/main" val="4257200430"/>
      </p:ext>
    </p:extLst>
  </p:cSld>
  <p:clrMapOvr>
    <a:masterClrMapping/>
  </p:clrMapOvr>
  <p:extLst>
    <p:ext uri="{DCECCB84-F9BA-43D5-87BE-67443E8EF086}">
      <p15:sldGuideLst xmlns:p15="http://schemas.microsoft.com/office/powerpoint/2012/main">
        <p15:guide id="2" orient="horz" pos="972">
          <p15:clr>
            <a:srgbClr val="FBAE40"/>
          </p15:clr>
        </p15:guide>
        <p15:guide id="6" orient="horz" pos="317">
          <p15:clr>
            <a:srgbClr val="FBAE40"/>
          </p15:clr>
        </p15:guide>
        <p15:guide id="7" orient="horz" pos="551">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gt;DO NOT USE&gt;">
    <p:bg>
      <p:bgPr>
        <a:solidFill>
          <a:schemeClr val="tx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F124504-36FD-4753-851D-5B7D02D4A2D1}"/>
              </a:ext>
            </a:extLst>
          </p:cNvPr>
          <p:cNvSpPr/>
          <p:nvPr userDrawn="1"/>
        </p:nvSpPr>
        <p:spPr bwMode="white">
          <a:xfrm>
            <a:off x="0" y="0"/>
            <a:ext cx="12195175" cy="6858000"/>
          </a:xfrm>
          <a:prstGeom prst="rect">
            <a:avLst/>
          </a:prstGeom>
          <a:solidFill>
            <a:srgbClr val="EE3939"/>
          </a:solidFill>
          <a:ln w="6350"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spcBef>
                <a:spcPts val="600"/>
              </a:spcBef>
              <a:buClr>
                <a:srgbClr val="003755"/>
              </a:buClr>
            </a:pPr>
            <a:endParaRPr lang="en-GB" sz="1400" err="1">
              <a:solidFill>
                <a:srgbClr val="A4A6A2"/>
              </a:solidFill>
            </a:endParaRPr>
          </a:p>
        </p:txBody>
      </p:sp>
      <p:sp>
        <p:nvSpPr>
          <p:cNvPr id="5" name="Do not use"/>
          <p:cNvSpPr txBox="1"/>
          <p:nvPr userDrawn="1"/>
        </p:nvSpPr>
        <p:spPr>
          <a:xfrm>
            <a:off x="430325" y="656823"/>
            <a:ext cx="11359935" cy="2785378"/>
          </a:xfrm>
          <a:prstGeom prst="rect">
            <a:avLst/>
          </a:prstGeom>
          <a:noFill/>
        </p:spPr>
        <p:txBody>
          <a:bodyPr wrap="square" lIns="0" tIns="0" rIns="0" bIns="0" rtlCol="0">
            <a:spAutoFit/>
          </a:bodyPr>
          <a:lstStyle/>
          <a:p>
            <a:pPr marL="0" marR="0" indent="0" algn="ctr" fontAlgn="auto">
              <a:lnSpc>
                <a:spcPct val="100000"/>
              </a:lnSpc>
              <a:spcBef>
                <a:spcPts val="600"/>
              </a:spcBef>
              <a:spcAft>
                <a:spcPts val="0"/>
              </a:spcAft>
              <a:buClr>
                <a:srgbClr val="003755"/>
              </a:buClr>
              <a:buSzTx/>
              <a:buFontTx/>
              <a:buNone/>
              <a:tabLst/>
            </a:pPr>
            <a:r>
              <a:rPr lang="en-GB" sz="4400" b="0" noProof="0">
                <a:solidFill>
                  <a:schemeClr val="bg1"/>
                </a:solidFill>
                <a:latin typeface="+mj-lt"/>
              </a:rPr>
              <a:t>The layouts following this one belong </a:t>
            </a:r>
            <a:br>
              <a:rPr lang="en-GB" sz="4400" b="0" noProof="0">
                <a:solidFill>
                  <a:schemeClr val="bg1"/>
                </a:solidFill>
                <a:latin typeface="+mj-lt"/>
              </a:rPr>
            </a:br>
            <a:r>
              <a:rPr lang="en-GB" sz="4400" b="0" noProof="0">
                <a:solidFill>
                  <a:schemeClr val="bg1"/>
                </a:solidFill>
                <a:latin typeface="+mj-lt"/>
              </a:rPr>
              <a:t>to templates other than the officially distributed SAP PowerPoint template.</a:t>
            </a:r>
          </a:p>
          <a:p>
            <a:pPr marL="0" marR="0" indent="0" algn="ctr" fontAlgn="auto">
              <a:lnSpc>
                <a:spcPct val="100000"/>
              </a:lnSpc>
              <a:spcBef>
                <a:spcPts val="600"/>
              </a:spcBef>
              <a:spcAft>
                <a:spcPts val="0"/>
              </a:spcAft>
              <a:buClr>
                <a:srgbClr val="003755"/>
              </a:buClr>
              <a:buSzTx/>
              <a:buFontTx/>
              <a:buNone/>
              <a:tabLst/>
            </a:pPr>
            <a:r>
              <a:rPr lang="en-GB" sz="4400" b="0" noProof="0">
                <a:solidFill>
                  <a:schemeClr val="bg1"/>
                </a:solidFill>
                <a:latin typeface="+mn-lt"/>
              </a:rPr>
              <a:t>Please do not use them.</a:t>
            </a:r>
            <a:endParaRPr lang="en-GB" sz="2800" b="0" noProof="0">
              <a:solidFill>
                <a:schemeClr val="bg1"/>
              </a:solidFill>
              <a:latin typeface="72 Brand" panose="020B0504030603020204" pitchFamily="34" charset="0"/>
            </a:endParaRPr>
          </a:p>
        </p:txBody>
      </p:sp>
      <p:grpSp>
        <p:nvGrpSpPr>
          <p:cNvPr id="4" name="Group 3">
            <a:extLst>
              <a:ext uri="{FF2B5EF4-FFF2-40B4-BE49-F238E27FC236}">
                <a16:creationId xmlns:a16="http://schemas.microsoft.com/office/drawing/2014/main" id="{2BEB5E5A-DA85-4D5B-80B9-F94482F55D76}"/>
              </a:ext>
            </a:extLst>
          </p:cNvPr>
          <p:cNvGrpSpPr/>
          <p:nvPr userDrawn="1"/>
        </p:nvGrpSpPr>
        <p:grpSpPr bwMode="black">
          <a:xfrm rot="8100000">
            <a:off x="10407583" y="4661326"/>
            <a:ext cx="1037058" cy="1036788"/>
            <a:chOff x="6096000" y="4963130"/>
            <a:chExt cx="1456719" cy="1456719"/>
          </a:xfrm>
          <a:solidFill>
            <a:schemeClr val="bg1"/>
          </a:solidFill>
        </p:grpSpPr>
        <p:sp>
          <p:nvSpPr>
            <p:cNvPr id="3" name="Rectangle 2">
              <a:extLst>
                <a:ext uri="{FF2B5EF4-FFF2-40B4-BE49-F238E27FC236}">
                  <a16:creationId xmlns:a16="http://schemas.microsoft.com/office/drawing/2014/main" id="{C823227E-A862-4A7F-BC20-0D107430AB2C}"/>
                </a:ext>
              </a:extLst>
            </p:cNvPr>
            <p:cNvSpPr/>
            <p:nvPr userDrawn="1"/>
          </p:nvSpPr>
          <p:spPr bwMode="black">
            <a:xfrm rot="5400000">
              <a:off x="5534135" y="5524995"/>
              <a:ext cx="1456719" cy="332990"/>
            </a:xfrm>
            <a:prstGeom prst="rect">
              <a:avLst/>
            </a:prstGeom>
            <a:grpFill/>
            <a:ln w="6350"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spcBef>
                  <a:spcPts val="600"/>
                </a:spcBef>
                <a:buClr>
                  <a:srgbClr val="003755"/>
                </a:buClr>
              </a:pPr>
              <a:endParaRPr lang="en-GB" sz="1400" err="1">
                <a:solidFill>
                  <a:schemeClr val="tx1"/>
                </a:solidFill>
              </a:endParaRPr>
            </a:p>
          </p:txBody>
        </p:sp>
        <p:sp>
          <p:nvSpPr>
            <p:cNvPr id="6" name="Rectangle 5">
              <a:extLst>
                <a:ext uri="{FF2B5EF4-FFF2-40B4-BE49-F238E27FC236}">
                  <a16:creationId xmlns:a16="http://schemas.microsoft.com/office/drawing/2014/main" id="{08501AE6-6504-4184-9443-E89AFACF769D}"/>
                </a:ext>
              </a:extLst>
            </p:cNvPr>
            <p:cNvSpPr/>
            <p:nvPr userDrawn="1"/>
          </p:nvSpPr>
          <p:spPr bwMode="black">
            <a:xfrm rot="10800000">
              <a:off x="6096000" y="4963130"/>
              <a:ext cx="1456719" cy="332990"/>
            </a:xfrm>
            <a:prstGeom prst="rect">
              <a:avLst/>
            </a:prstGeom>
            <a:grpFill/>
            <a:ln w="6350" cap="rnd">
              <a:noFill/>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2000" tIns="72000" rIns="72000" bIns="72000" numCol="1" spcCol="0" rtlCol="0" fromWordArt="0" anchor="ctr" anchorCtr="0" forceAA="0" compatLnSpc="1">
              <a:prstTxWarp prst="textNoShape">
                <a:avLst/>
              </a:prstTxWarp>
              <a:noAutofit/>
            </a:bodyPr>
            <a:lstStyle/>
            <a:p>
              <a:pPr algn="ctr">
                <a:spcBef>
                  <a:spcPts val="600"/>
                </a:spcBef>
                <a:buClr>
                  <a:srgbClr val="003755"/>
                </a:buClr>
              </a:pPr>
              <a:endParaRPr lang="en-GB" sz="1400" err="1">
                <a:solidFill>
                  <a:schemeClr val="tx1"/>
                </a:solidFill>
              </a:endParaRPr>
            </a:p>
          </p:txBody>
        </p:sp>
      </p:grpSp>
      <p:sp>
        <p:nvSpPr>
          <p:cNvPr id="12" name="Rectangle 11">
            <a:extLst>
              <a:ext uri="{FF2B5EF4-FFF2-40B4-BE49-F238E27FC236}">
                <a16:creationId xmlns:a16="http://schemas.microsoft.com/office/drawing/2014/main" id="{67CEE09B-6EE1-4BF2-85A3-DE69E91BC4C6}"/>
              </a:ext>
            </a:extLst>
          </p:cNvPr>
          <p:cNvSpPr/>
          <p:nvPr userDrawn="1"/>
        </p:nvSpPr>
        <p:spPr>
          <a:xfrm>
            <a:off x="430324" y="4365269"/>
            <a:ext cx="10154990" cy="1569660"/>
          </a:xfrm>
          <a:prstGeom prst="rect">
            <a:avLst/>
          </a:prstGeom>
        </p:spPr>
        <p:txBody>
          <a:bodyPr wrap="square">
            <a:spAutoFit/>
          </a:bodyPr>
          <a:lstStyle/>
          <a:p>
            <a:pPr algn="ctr"/>
            <a:r>
              <a:rPr lang="en-GB" sz="9600" b="1" i="1" noProof="0">
                <a:solidFill>
                  <a:schemeClr val="bg1"/>
                </a:solidFill>
                <a:latin typeface="+mj-lt"/>
              </a:rPr>
              <a:t>Other layouts</a:t>
            </a:r>
            <a:endParaRPr lang="en-GB" sz="1800" b="1" i="1" noProof="0">
              <a:latin typeface="+mj-lt"/>
            </a:endParaRPr>
          </a:p>
        </p:txBody>
      </p:sp>
      <p:sp>
        <p:nvSpPr>
          <p:cNvPr id="13" name="Date Placeholder 6" hidden="1">
            <a:extLst>
              <a:ext uri="{FF2B5EF4-FFF2-40B4-BE49-F238E27FC236}">
                <a16:creationId xmlns:a16="http://schemas.microsoft.com/office/drawing/2014/main" id="{706505A8-87EA-4BA0-B698-35156BC765D0}"/>
              </a:ext>
            </a:extLst>
          </p:cNvPr>
          <p:cNvSpPr>
            <a:spLocks noGrp="1"/>
          </p:cNvSpPr>
          <p:nvPr>
            <p:ph type="dt" sz="half" idx="15"/>
          </p:nvPr>
        </p:nvSpPr>
        <p:spPr>
          <a:xfrm>
            <a:off x="590249" y="6537073"/>
            <a:ext cx="985275" cy="141861"/>
          </a:xfrm>
          <a:prstGeom prst="rect">
            <a:avLst/>
          </a:prstGeom>
        </p:spPr>
        <p:txBody>
          <a:bodyPr vert="horz" lIns="0" tIns="0" rIns="0" bIns="0" rtlCol="0" anchor="t" anchorCtr="0"/>
          <a:lstStyle>
            <a:defPPr>
              <a:defRPr lang="en-US"/>
            </a:defPPr>
            <a:lvl1pPr marL="0" algn="l" defTabSz="914400" rtl="0" eaLnBrk="1" latinLnBrk="0" hangingPunct="1">
              <a:defRPr sz="700" kern="1200">
                <a:solidFill>
                  <a:schemeClr val="tx2"/>
                </a:solidFill>
                <a:latin typeface="72 Brand" panose="020B0504030603020204" pitchFamily="34" charset="0"/>
                <a:ea typeface="72 Brand" panose="020B0504030603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8BE5A79F-CEE8-4C11-A8A5-0D02CD0019B9}" type="datetime4">
              <a:rPr lang="en-US" smtClean="0"/>
              <a:pPr/>
              <a:t>June 3, 2026</a:t>
            </a:fld>
            <a:endParaRPr lang="en-GB"/>
          </a:p>
        </p:txBody>
      </p:sp>
      <p:sp>
        <p:nvSpPr>
          <p:cNvPr id="14" name="Footer Placeholder 8" hidden="1">
            <a:extLst>
              <a:ext uri="{FF2B5EF4-FFF2-40B4-BE49-F238E27FC236}">
                <a16:creationId xmlns:a16="http://schemas.microsoft.com/office/drawing/2014/main" id="{AB150C2C-2030-498B-8262-6BD5BCCBB345}"/>
              </a:ext>
            </a:extLst>
          </p:cNvPr>
          <p:cNvSpPr>
            <a:spLocks noGrp="1"/>
          </p:cNvSpPr>
          <p:nvPr>
            <p:ph type="ftr" sz="quarter" idx="16"/>
          </p:nvPr>
        </p:nvSpPr>
        <p:spPr>
          <a:xfrm>
            <a:off x="1584685" y="6537073"/>
            <a:ext cx="2948351" cy="141861"/>
          </a:xfrm>
          <a:prstGeom prst="rect">
            <a:avLst/>
          </a:prstGeom>
        </p:spPr>
        <p:txBody>
          <a:bodyPr vert="horz" lIns="0" tIns="0" rIns="0" bIns="0" rtlCol="0" anchor="t" anchorCtr="0"/>
          <a:lstStyle>
            <a:defPPr>
              <a:defRPr lang="en-US"/>
            </a:defPPr>
            <a:lvl1pPr marL="0" algn="l" defTabSz="914400" rtl="0" eaLnBrk="1" latinLnBrk="0" hangingPunct="1">
              <a:defRPr sz="700" kern="1200">
                <a:solidFill>
                  <a:schemeClr val="tx2"/>
                </a:solidFill>
                <a:latin typeface="72 Brand" panose="020B0504030603020204" pitchFamily="34" charset="0"/>
                <a:ea typeface="72 Brand" panose="020B0504030603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GB"/>
          </a:p>
        </p:txBody>
      </p:sp>
      <p:sp>
        <p:nvSpPr>
          <p:cNvPr id="15" name="Slide Number Placeholder 10" hidden="1">
            <a:extLst>
              <a:ext uri="{FF2B5EF4-FFF2-40B4-BE49-F238E27FC236}">
                <a16:creationId xmlns:a16="http://schemas.microsoft.com/office/drawing/2014/main" id="{E81B246F-92C7-4EF8-ACD0-05F73C7095BE}"/>
              </a:ext>
            </a:extLst>
          </p:cNvPr>
          <p:cNvSpPr>
            <a:spLocks noGrp="1"/>
          </p:cNvSpPr>
          <p:nvPr>
            <p:ph type="sldNum" sz="quarter" idx="17"/>
          </p:nvPr>
        </p:nvSpPr>
        <p:spPr>
          <a:xfrm>
            <a:off x="320341" y="6537073"/>
            <a:ext cx="265838" cy="141861"/>
          </a:xfrm>
          <a:prstGeom prst="rect">
            <a:avLst/>
          </a:prstGeom>
        </p:spPr>
        <p:txBody>
          <a:bodyPr vert="horz" lIns="0" tIns="0" rIns="0" bIns="0" rtlCol="0" anchor="t" anchorCtr="0"/>
          <a:lstStyle>
            <a:defPPr>
              <a:defRPr lang="en-US"/>
            </a:defPPr>
            <a:lvl1pPr marL="0" algn="l" defTabSz="914400" rtl="0" eaLnBrk="1" latinLnBrk="0" hangingPunct="1">
              <a:defRPr sz="700" b="0" i="0" kern="1200">
                <a:solidFill>
                  <a:schemeClr val="tx2"/>
                </a:solidFill>
                <a:latin typeface="72 Brand" panose="020B0504030603020204" pitchFamily="34" charset="0"/>
                <a:ea typeface="72 Brand" panose="020B0504030603020204" pitchFamily="34" charset="0"/>
                <a:cs typeface="Arial"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3AA811B-2EBD-4900-905E-5BE206449611}" type="slidenum">
              <a:rPr lang="en-US" smtClean="0"/>
              <a:pPr/>
              <a:t>‹#›</a:t>
            </a:fld>
            <a:endParaRPr lang="en-GB"/>
          </a:p>
        </p:txBody>
      </p:sp>
    </p:spTree>
    <p:extLst>
      <p:ext uri="{BB962C8B-B14F-4D97-AF65-F5344CB8AC3E}">
        <p14:creationId xmlns:p14="http://schemas.microsoft.com/office/powerpoint/2010/main" val="3863678868"/>
      </p:ext>
    </p:extLst>
  </p:cSld>
  <p:clrMapOvr>
    <a:masterClrMapping/>
  </p:clrMapOvr>
</p:sldLayout>
</file>

<file path=ppt/slideMasters/_rels/slideMaster1.xml.rels><?xml version="1.0" encoding="UTF-8" standalone="yes"?>
<Relationships xmlns="http://schemas.openxmlformats.org/package/2006/relationships"><Relationship Id="rId117" Type="http://schemas.openxmlformats.org/officeDocument/2006/relationships/tags" Target="../tags/tag73.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63" Type="http://schemas.openxmlformats.org/officeDocument/2006/relationships/tags" Target="../tags/tag19.xml"/><Relationship Id="rId84" Type="http://schemas.openxmlformats.org/officeDocument/2006/relationships/tags" Target="../tags/tag40.xml"/><Relationship Id="rId138" Type="http://schemas.openxmlformats.org/officeDocument/2006/relationships/tags" Target="../tags/tag94.xml"/><Relationship Id="rId159" Type="http://schemas.openxmlformats.org/officeDocument/2006/relationships/tags" Target="../tags/tag115.xml"/><Relationship Id="rId107" Type="http://schemas.openxmlformats.org/officeDocument/2006/relationships/tags" Target="../tags/tag63.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53" Type="http://schemas.openxmlformats.org/officeDocument/2006/relationships/tags" Target="../tags/tag9.xml"/><Relationship Id="rId74" Type="http://schemas.openxmlformats.org/officeDocument/2006/relationships/tags" Target="../tags/tag30.xml"/><Relationship Id="rId128" Type="http://schemas.openxmlformats.org/officeDocument/2006/relationships/tags" Target="../tags/tag84.xml"/><Relationship Id="rId149" Type="http://schemas.openxmlformats.org/officeDocument/2006/relationships/tags" Target="../tags/tag105.xml"/><Relationship Id="rId5" Type="http://schemas.openxmlformats.org/officeDocument/2006/relationships/slideLayout" Target="../slideLayouts/slideLayout5.xml"/><Relationship Id="rId95" Type="http://schemas.openxmlformats.org/officeDocument/2006/relationships/tags" Target="../tags/tag51.xml"/><Relationship Id="rId160" Type="http://schemas.openxmlformats.org/officeDocument/2006/relationships/tags" Target="../tags/tag116.xml"/><Relationship Id="rId22" Type="http://schemas.openxmlformats.org/officeDocument/2006/relationships/slideLayout" Target="../slideLayouts/slideLayout22.xml"/><Relationship Id="rId43" Type="http://schemas.openxmlformats.org/officeDocument/2006/relationships/slideLayout" Target="../slideLayouts/slideLayout43.xml"/><Relationship Id="rId64" Type="http://schemas.openxmlformats.org/officeDocument/2006/relationships/tags" Target="../tags/tag20.xml"/><Relationship Id="rId118" Type="http://schemas.openxmlformats.org/officeDocument/2006/relationships/tags" Target="../tags/tag74.xml"/><Relationship Id="rId139" Type="http://schemas.openxmlformats.org/officeDocument/2006/relationships/tags" Target="../tags/tag95.xml"/><Relationship Id="rId85" Type="http://schemas.openxmlformats.org/officeDocument/2006/relationships/tags" Target="../tags/tag41.xml"/><Relationship Id="rId150" Type="http://schemas.openxmlformats.org/officeDocument/2006/relationships/tags" Target="../tags/tag106.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59" Type="http://schemas.openxmlformats.org/officeDocument/2006/relationships/tags" Target="../tags/tag15.xml"/><Relationship Id="rId103" Type="http://schemas.openxmlformats.org/officeDocument/2006/relationships/tags" Target="../tags/tag59.xml"/><Relationship Id="rId108" Type="http://schemas.openxmlformats.org/officeDocument/2006/relationships/tags" Target="../tags/tag64.xml"/><Relationship Id="rId124" Type="http://schemas.openxmlformats.org/officeDocument/2006/relationships/tags" Target="../tags/tag80.xml"/><Relationship Id="rId129" Type="http://schemas.openxmlformats.org/officeDocument/2006/relationships/tags" Target="../tags/tag85.xml"/><Relationship Id="rId54" Type="http://schemas.openxmlformats.org/officeDocument/2006/relationships/tags" Target="../tags/tag10.xml"/><Relationship Id="rId70" Type="http://schemas.openxmlformats.org/officeDocument/2006/relationships/tags" Target="../tags/tag26.xml"/><Relationship Id="rId75" Type="http://schemas.openxmlformats.org/officeDocument/2006/relationships/tags" Target="../tags/tag31.xml"/><Relationship Id="rId91" Type="http://schemas.openxmlformats.org/officeDocument/2006/relationships/tags" Target="../tags/tag47.xml"/><Relationship Id="rId96" Type="http://schemas.openxmlformats.org/officeDocument/2006/relationships/tags" Target="../tags/tag52.xml"/><Relationship Id="rId140" Type="http://schemas.openxmlformats.org/officeDocument/2006/relationships/tags" Target="../tags/tag96.xml"/><Relationship Id="rId145" Type="http://schemas.openxmlformats.org/officeDocument/2006/relationships/tags" Target="../tags/tag101.xml"/><Relationship Id="rId161" Type="http://schemas.openxmlformats.org/officeDocument/2006/relationships/tags" Target="../tags/tag117.xml"/><Relationship Id="rId166" Type="http://schemas.openxmlformats.org/officeDocument/2006/relationships/tags" Target="../tags/tag122.xml"/><Relationship Id="rId1" Type="http://schemas.openxmlformats.org/officeDocument/2006/relationships/slideLayout" Target="../slideLayouts/slideLayout1.xml"/><Relationship Id="rId6" Type="http://schemas.openxmlformats.org/officeDocument/2006/relationships/slideLayout" Target="../slideLayouts/slideLayout6.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49" Type="http://schemas.openxmlformats.org/officeDocument/2006/relationships/tags" Target="../tags/tag5.xml"/><Relationship Id="rId114" Type="http://schemas.openxmlformats.org/officeDocument/2006/relationships/tags" Target="../tags/tag70.xml"/><Relationship Id="rId119" Type="http://schemas.openxmlformats.org/officeDocument/2006/relationships/tags" Target="../tags/tag75.xml"/><Relationship Id="rId44" Type="http://schemas.openxmlformats.org/officeDocument/2006/relationships/slideLayout" Target="../slideLayouts/slideLayout44.xml"/><Relationship Id="rId60" Type="http://schemas.openxmlformats.org/officeDocument/2006/relationships/tags" Target="../tags/tag16.xml"/><Relationship Id="rId65" Type="http://schemas.openxmlformats.org/officeDocument/2006/relationships/tags" Target="../tags/tag21.xml"/><Relationship Id="rId81" Type="http://schemas.openxmlformats.org/officeDocument/2006/relationships/tags" Target="../tags/tag37.xml"/><Relationship Id="rId86" Type="http://schemas.openxmlformats.org/officeDocument/2006/relationships/tags" Target="../tags/tag42.xml"/><Relationship Id="rId130" Type="http://schemas.openxmlformats.org/officeDocument/2006/relationships/tags" Target="../tags/tag86.xml"/><Relationship Id="rId135" Type="http://schemas.openxmlformats.org/officeDocument/2006/relationships/tags" Target="../tags/tag91.xml"/><Relationship Id="rId151" Type="http://schemas.openxmlformats.org/officeDocument/2006/relationships/tags" Target="../tags/tag107.xml"/><Relationship Id="rId156" Type="http://schemas.openxmlformats.org/officeDocument/2006/relationships/tags" Target="../tags/tag112.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109" Type="http://schemas.openxmlformats.org/officeDocument/2006/relationships/tags" Target="../tags/tag65.xml"/><Relationship Id="rId34" Type="http://schemas.openxmlformats.org/officeDocument/2006/relationships/slideLayout" Target="../slideLayouts/slideLayout34.xml"/><Relationship Id="rId50" Type="http://schemas.openxmlformats.org/officeDocument/2006/relationships/tags" Target="../tags/tag6.xml"/><Relationship Id="rId55" Type="http://schemas.openxmlformats.org/officeDocument/2006/relationships/tags" Target="../tags/tag11.xml"/><Relationship Id="rId76" Type="http://schemas.openxmlformats.org/officeDocument/2006/relationships/tags" Target="../tags/tag32.xml"/><Relationship Id="rId97" Type="http://schemas.openxmlformats.org/officeDocument/2006/relationships/tags" Target="../tags/tag53.xml"/><Relationship Id="rId104" Type="http://schemas.openxmlformats.org/officeDocument/2006/relationships/tags" Target="../tags/tag60.xml"/><Relationship Id="rId120" Type="http://schemas.openxmlformats.org/officeDocument/2006/relationships/tags" Target="../tags/tag76.xml"/><Relationship Id="rId125" Type="http://schemas.openxmlformats.org/officeDocument/2006/relationships/tags" Target="../tags/tag81.xml"/><Relationship Id="rId141" Type="http://schemas.openxmlformats.org/officeDocument/2006/relationships/tags" Target="../tags/tag97.xml"/><Relationship Id="rId146" Type="http://schemas.openxmlformats.org/officeDocument/2006/relationships/tags" Target="../tags/tag102.xml"/><Relationship Id="rId167" Type="http://schemas.openxmlformats.org/officeDocument/2006/relationships/tags" Target="../tags/tag123.xml"/><Relationship Id="rId7" Type="http://schemas.openxmlformats.org/officeDocument/2006/relationships/slideLayout" Target="../slideLayouts/slideLayout7.xml"/><Relationship Id="rId71" Type="http://schemas.openxmlformats.org/officeDocument/2006/relationships/tags" Target="../tags/tag27.xml"/><Relationship Id="rId92" Type="http://schemas.openxmlformats.org/officeDocument/2006/relationships/tags" Target="../tags/tag48.xml"/><Relationship Id="rId162" Type="http://schemas.openxmlformats.org/officeDocument/2006/relationships/tags" Target="../tags/tag118.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theme" Target="../theme/theme1.xml"/><Relationship Id="rId66" Type="http://schemas.openxmlformats.org/officeDocument/2006/relationships/tags" Target="../tags/tag22.xml"/><Relationship Id="rId87" Type="http://schemas.openxmlformats.org/officeDocument/2006/relationships/tags" Target="../tags/tag43.xml"/><Relationship Id="rId110" Type="http://schemas.openxmlformats.org/officeDocument/2006/relationships/tags" Target="../tags/tag66.xml"/><Relationship Id="rId115" Type="http://schemas.openxmlformats.org/officeDocument/2006/relationships/tags" Target="../tags/tag71.xml"/><Relationship Id="rId131" Type="http://schemas.openxmlformats.org/officeDocument/2006/relationships/tags" Target="../tags/tag87.xml"/><Relationship Id="rId136" Type="http://schemas.openxmlformats.org/officeDocument/2006/relationships/tags" Target="../tags/tag92.xml"/><Relationship Id="rId157" Type="http://schemas.openxmlformats.org/officeDocument/2006/relationships/tags" Target="../tags/tag113.xml"/><Relationship Id="rId61" Type="http://schemas.openxmlformats.org/officeDocument/2006/relationships/tags" Target="../tags/tag17.xml"/><Relationship Id="rId82" Type="http://schemas.openxmlformats.org/officeDocument/2006/relationships/tags" Target="../tags/tag38.xml"/><Relationship Id="rId152" Type="http://schemas.openxmlformats.org/officeDocument/2006/relationships/tags" Target="../tags/tag108.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tags" Target="../tags/tag12.xml"/><Relationship Id="rId77" Type="http://schemas.openxmlformats.org/officeDocument/2006/relationships/tags" Target="../tags/tag33.xml"/><Relationship Id="rId100" Type="http://schemas.openxmlformats.org/officeDocument/2006/relationships/tags" Target="../tags/tag56.xml"/><Relationship Id="rId105" Type="http://schemas.openxmlformats.org/officeDocument/2006/relationships/tags" Target="../tags/tag61.xml"/><Relationship Id="rId126" Type="http://schemas.openxmlformats.org/officeDocument/2006/relationships/tags" Target="../tags/tag82.xml"/><Relationship Id="rId147" Type="http://schemas.openxmlformats.org/officeDocument/2006/relationships/tags" Target="../tags/tag103.xml"/><Relationship Id="rId168" Type="http://schemas.openxmlformats.org/officeDocument/2006/relationships/tags" Target="../tags/tag124.xml"/><Relationship Id="rId8" Type="http://schemas.openxmlformats.org/officeDocument/2006/relationships/slideLayout" Target="../slideLayouts/slideLayout8.xml"/><Relationship Id="rId51" Type="http://schemas.openxmlformats.org/officeDocument/2006/relationships/tags" Target="../tags/tag7.xml"/><Relationship Id="rId72" Type="http://schemas.openxmlformats.org/officeDocument/2006/relationships/tags" Target="../tags/tag28.xml"/><Relationship Id="rId93" Type="http://schemas.openxmlformats.org/officeDocument/2006/relationships/tags" Target="../tags/tag49.xml"/><Relationship Id="rId98" Type="http://schemas.openxmlformats.org/officeDocument/2006/relationships/tags" Target="../tags/tag54.xml"/><Relationship Id="rId121" Type="http://schemas.openxmlformats.org/officeDocument/2006/relationships/tags" Target="../tags/tag77.xml"/><Relationship Id="rId142" Type="http://schemas.openxmlformats.org/officeDocument/2006/relationships/tags" Target="../tags/tag98.xml"/><Relationship Id="rId163" Type="http://schemas.openxmlformats.org/officeDocument/2006/relationships/tags" Target="../tags/tag119.xml"/><Relationship Id="rId3" Type="http://schemas.openxmlformats.org/officeDocument/2006/relationships/slideLayout" Target="../slideLayouts/slideLayout3.xml"/><Relationship Id="rId25" Type="http://schemas.openxmlformats.org/officeDocument/2006/relationships/slideLayout" Target="../slideLayouts/slideLayout25.xml"/><Relationship Id="rId46" Type="http://schemas.openxmlformats.org/officeDocument/2006/relationships/tags" Target="../tags/tag2.xml"/><Relationship Id="rId67" Type="http://schemas.openxmlformats.org/officeDocument/2006/relationships/tags" Target="../tags/tag23.xml"/><Relationship Id="rId116" Type="http://schemas.openxmlformats.org/officeDocument/2006/relationships/tags" Target="../tags/tag72.xml"/><Relationship Id="rId137" Type="http://schemas.openxmlformats.org/officeDocument/2006/relationships/tags" Target="../tags/tag93.xml"/><Relationship Id="rId158" Type="http://schemas.openxmlformats.org/officeDocument/2006/relationships/tags" Target="../tags/tag114.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62" Type="http://schemas.openxmlformats.org/officeDocument/2006/relationships/tags" Target="../tags/tag18.xml"/><Relationship Id="rId83" Type="http://schemas.openxmlformats.org/officeDocument/2006/relationships/tags" Target="../tags/tag39.xml"/><Relationship Id="rId88" Type="http://schemas.openxmlformats.org/officeDocument/2006/relationships/tags" Target="../tags/tag44.xml"/><Relationship Id="rId111" Type="http://schemas.openxmlformats.org/officeDocument/2006/relationships/tags" Target="../tags/tag67.xml"/><Relationship Id="rId132" Type="http://schemas.openxmlformats.org/officeDocument/2006/relationships/tags" Target="../tags/tag88.xml"/><Relationship Id="rId153" Type="http://schemas.openxmlformats.org/officeDocument/2006/relationships/tags" Target="../tags/tag109.xml"/><Relationship Id="rId15" Type="http://schemas.openxmlformats.org/officeDocument/2006/relationships/slideLayout" Target="../slideLayouts/slideLayout15.xml"/><Relationship Id="rId36" Type="http://schemas.openxmlformats.org/officeDocument/2006/relationships/slideLayout" Target="../slideLayouts/slideLayout36.xml"/><Relationship Id="rId57" Type="http://schemas.openxmlformats.org/officeDocument/2006/relationships/tags" Target="../tags/tag13.xml"/><Relationship Id="rId106" Type="http://schemas.openxmlformats.org/officeDocument/2006/relationships/tags" Target="../tags/tag62.xml"/><Relationship Id="rId127" Type="http://schemas.openxmlformats.org/officeDocument/2006/relationships/tags" Target="../tags/tag83.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52" Type="http://schemas.openxmlformats.org/officeDocument/2006/relationships/tags" Target="../tags/tag8.xml"/><Relationship Id="rId73" Type="http://schemas.openxmlformats.org/officeDocument/2006/relationships/tags" Target="../tags/tag29.xml"/><Relationship Id="rId78" Type="http://schemas.openxmlformats.org/officeDocument/2006/relationships/tags" Target="../tags/tag34.xml"/><Relationship Id="rId94" Type="http://schemas.openxmlformats.org/officeDocument/2006/relationships/tags" Target="../tags/tag50.xml"/><Relationship Id="rId99" Type="http://schemas.openxmlformats.org/officeDocument/2006/relationships/tags" Target="../tags/tag55.xml"/><Relationship Id="rId101" Type="http://schemas.openxmlformats.org/officeDocument/2006/relationships/tags" Target="../tags/tag57.xml"/><Relationship Id="rId122" Type="http://schemas.openxmlformats.org/officeDocument/2006/relationships/tags" Target="../tags/tag78.xml"/><Relationship Id="rId143" Type="http://schemas.openxmlformats.org/officeDocument/2006/relationships/tags" Target="../tags/tag99.xml"/><Relationship Id="rId148" Type="http://schemas.openxmlformats.org/officeDocument/2006/relationships/tags" Target="../tags/tag104.xml"/><Relationship Id="rId164" Type="http://schemas.openxmlformats.org/officeDocument/2006/relationships/tags" Target="../tags/tag120.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47" Type="http://schemas.openxmlformats.org/officeDocument/2006/relationships/tags" Target="../tags/tag3.xml"/><Relationship Id="rId68" Type="http://schemas.openxmlformats.org/officeDocument/2006/relationships/tags" Target="../tags/tag24.xml"/><Relationship Id="rId89" Type="http://schemas.openxmlformats.org/officeDocument/2006/relationships/tags" Target="../tags/tag45.xml"/><Relationship Id="rId112" Type="http://schemas.openxmlformats.org/officeDocument/2006/relationships/tags" Target="../tags/tag68.xml"/><Relationship Id="rId133" Type="http://schemas.openxmlformats.org/officeDocument/2006/relationships/tags" Target="../tags/tag89.xml"/><Relationship Id="rId154" Type="http://schemas.openxmlformats.org/officeDocument/2006/relationships/tags" Target="../tags/tag110.xml"/><Relationship Id="rId16" Type="http://schemas.openxmlformats.org/officeDocument/2006/relationships/slideLayout" Target="../slideLayouts/slideLayout16.xml"/><Relationship Id="rId37" Type="http://schemas.openxmlformats.org/officeDocument/2006/relationships/slideLayout" Target="../slideLayouts/slideLayout37.xml"/><Relationship Id="rId58" Type="http://schemas.openxmlformats.org/officeDocument/2006/relationships/tags" Target="../tags/tag14.xml"/><Relationship Id="rId79" Type="http://schemas.openxmlformats.org/officeDocument/2006/relationships/tags" Target="../tags/tag35.xml"/><Relationship Id="rId102" Type="http://schemas.openxmlformats.org/officeDocument/2006/relationships/tags" Target="../tags/tag58.xml"/><Relationship Id="rId123" Type="http://schemas.openxmlformats.org/officeDocument/2006/relationships/tags" Target="../tags/tag79.xml"/><Relationship Id="rId144" Type="http://schemas.openxmlformats.org/officeDocument/2006/relationships/tags" Target="../tags/tag100.xml"/><Relationship Id="rId90" Type="http://schemas.openxmlformats.org/officeDocument/2006/relationships/tags" Target="../tags/tag46.xml"/><Relationship Id="rId165" Type="http://schemas.openxmlformats.org/officeDocument/2006/relationships/tags" Target="../tags/tag121.xml"/><Relationship Id="rId27" Type="http://schemas.openxmlformats.org/officeDocument/2006/relationships/slideLayout" Target="../slideLayouts/slideLayout27.xml"/><Relationship Id="rId48" Type="http://schemas.openxmlformats.org/officeDocument/2006/relationships/tags" Target="../tags/tag4.xml"/><Relationship Id="rId69" Type="http://schemas.openxmlformats.org/officeDocument/2006/relationships/tags" Target="../tags/tag25.xml"/><Relationship Id="rId113" Type="http://schemas.openxmlformats.org/officeDocument/2006/relationships/tags" Target="../tags/tag69.xml"/><Relationship Id="rId134" Type="http://schemas.openxmlformats.org/officeDocument/2006/relationships/tags" Target="../tags/tag90.xml"/><Relationship Id="rId80" Type="http://schemas.openxmlformats.org/officeDocument/2006/relationships/tags" Target="../tags/tag36.xml"/><Relationship Id="rId155" Type="http://schemas.openxmlformats.org/officeDocument/2006/relationships/tags" Target="../tags/tag11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4" name="Slide number"/>
          <p:cNvSpPr txBox="1"/>
          <p:nvPr userDrawn="1"/>
        </p:nvSpPr>
        <p:spPr bwMode="black">
          <a:xfrm>
            <a:off x="11546207" y="6536751"/>
            <a:ext cx="144270" cy="138499"/>
          </a:xfrm>
          <a:prstGeom prst="rect">
            <a:avLst/>
          </a:prstGeom>
          <a:noFill/>
        </p:spPr>
        <p:txBody>
          <a:bodyPr wrap="none" lIns="0" tIns="0" rIns="0" bIns="0" rtlCol="0">
            <a:spAutoFit/>
          </a:bodyPr>
          <a:lstStyle>
            <a:defPPr>
              <a:defRPr lang="de-DE"/>
            </a:defPPr>
            <a:lvl1pPr marL="84138" indent="-84138">
              <a:buClr>
                <a:schemeClr val="tx1"/>
              </a:buClr>
              <a:buFont typeface="Arial" pitchFamily="34" charset="0"/>
              <a:buChar char="©"/>
              <a:tabLst/>
              <a:defRPr sz="600"/>
            </a:lvl1pPr>
          </a:lstStyle>
          <a:p>
            <a:pPr marL="0" lvl="0" indent="0" algn="r">
              <a:buNone/>
            </a:pPr>
            <a:fld id="{0BDC132A-5C91-4078-9777-31DA19A62E0A}" type="slidenum">
              <a:rPr lang="en-US" sz="900" b="0" i="0" noProof="0" smtClean="0">
                <a:latin typeface="+mn-lt"/>
              </a:rPr>
              <a:pPr marL="0" lvl="0" indent="0" algn="r">
                <a:buNone/>
              </a:pPr>
              <a:t>‹#›</a:t>
            </a:fld>
            <a:endParaRPr lang="en-US" sz="900" b="0" i="0" noProof="0">
              <a:latin typeface="+mn-lt"/>
            </a:endParaRPr>
          </a:p>
        </p:txBody>
      </p:sp>
      <p:sp>
        <p:nvSpPr>
          <p:cNvPr id="3" name="Text Placeholder"/>
          <p:cNvSpPr>
            <a:spLocks noGrp="1"/>
          </p:cNvSpPr>
          <p:nvPr userDrawn="1">
            <p:ph type="body" idx="1"/>
          </p:nvPr>
        </p:nvSpPr>
        <p:spPr bwMode="black">
          <a:xfrm>
            <a:off x="504001" y="1548560"/>
            <a:ext cx="11186476" cy="4804615"/>
          </a:xfrm>
          <a:prstGeom prst="rect">
            <a:avLst/>
          </a:prstGeom>
        </p:spPr>
        <p:txBody>
          <a:bodyPr vert="horz" lIns="0" tIns="0" rIns="0" bIns="0" rtlCol="0">
            <a:noAutofit/>
          </a:bodyPr>
          <a:lstStyle/>
          <a:p>
            <a:pPr lvl="0"/>
            <a:r>
              <a:rPr lang="en-US"/>
              <a:t>Start typing to add text</a:t>
            </a:r>
          </a:p>
          <a:p>
            <a:pPr lvl="1"/>
            <a:r>
              <a:rPr lang="en-US"/>
              <a:t>Level 2</a:t>
            </a:r>
          </a:p>
          <a:p>
            <a:pPr lvl="2"/>
            <a:r>
              <a:rPr lang="en-US"/>
              <a:t>Level 3</a:t>
            </a:r>
          </a:p>
          <a:p>
            <a:pPr lvl="3"/>
            <a:r>
              <a:rPr lang="en-US"/>
              <a:t>Level 4</a:t>
            </a:r>
          </a:p>
          <a:p>
            <a:pPr lvl="4"/>
            <a:r>
              <a:rPr lang="en-US"/>
              <a:t>Level 5</a:t>
            </a:r>
          </a:p>
          <a:p>
            <a:pPr lvl="5"/>
            <a:r>
              <a:rPr lang="en-US"/>
              <a:t>Level 6</a:t>
            </a:r>
          </a:p>
          <a:p>
            <a:pPr lvl="6"/>
            <a:r>
              <a:rPr lang="en-US"/>
              <a:t>Level 7</a:t>
            </a:r>
          </a:p>
          <a:p>
            <a:pPr lvl="7"/>
            <a:r>
              <a:rPr lang="en-US"/>
              <a:t>Level 8</a:t>
            </a:r>
          </a:p>
          <a:p>
            <a:pPr lvl="8"/>
            <a:r>
              <a:rPr lang="en-US"/>
              <a:t>Level 9</a:t>
            </a:r>
          </a:p>
          <a:p>
            <a:pPr lvl="0"/>
            <a:endParaRPr lang="en-US" noProof="0"/>
          </a:p>
        </p:txBody>
      </p:sp>
      <p:sp>
        <p:nvSpPr>
          <p:cNvPr id="2" name="Title Placeholder"/>
          <p:cNvSpPr>
            <a:spLocks noGrp="1"/>
          </p:cNvSpPr>
          <p:nvPr userDrawn="1">
            <p:ph type="title"/>
          </p:nvPr>
        </p:nvSpPr>
        <p:spPr bwMode="black">
          <a:xfrm>
            <a:off x="504001" y="504000"/>
            <a:ext cx="11183174" cy="369332"/>
          </a:xfrm>
          <a:prstGeom prst="rect">
            <a:avLst/>
          </a:prstGeom>
        </p:spPr>
        <p:txBody>
          <a:bodyPr vert="horz" wrap="square" lIns="0" tIns="0" rIns="0" bIns="0" rtlCol="0" anchor="t" anchorCtr="0">
            <a:spAutoFit/>
          </a:bodyPr>
          <a:lstStyle/>
          <a:p>
            <a:r>
              <a:rPr lang="en-US" noProof="0"/>
              <a:t>Insert page title (sentence case)</a:t>
            </a:r>
          </a:p>
        </p:txBody>
      </p:sp>
      <p:grpSp>
        <p:nvGrpSpPr>
          <p:cNvPr id="6" name="Harvey 3" hidden="1">
            <a:extLst>
              <a:ext uri="{FF2B5EF4-FFF2-40B4-BE49-F238E27FC236}">
                <a16:creationId xmlns:a16="http://schemas.microsoft.com/office/drawing/2014/main" id="{B3E7C216-6801-4AB8-8D95-E7D60F39B210}"/>
              </a:ext>
            </a:extLst>
          </p:cNvPr>
          <p:cNvGrpSpPr>
            <a:grpSpLocks/>
          </p:cNvGrpSpPr>
          <p:nvPr userDrawn="1">
            <p:custDataLst>
              <p:tags r:id="rId46"/>
            </p:custDataLst>
          </p:nvPr>
        </p:nvGrpSpPr>
        <p:grpSpPr>
          <a:xfrm>
            <a:off x="3938798" y="3978000"/>
            <a:ext cx="1024878" cy="1024878"/>
            <a:chOff x="0" y="0"/>
            <a:chExt cx="914400" cy="914400"/>
          </a:xfrm>
          <a:solidFill>
            <a:schemeClr val="tx2"/>
          </a:solidFill>
        </p:grpSpPr>
        <p:sp>
          <p:nvSpPr>
            <p:cNvPr id="7" name="Harvey 0/3 [0]">
              <a:extLst>
                <a:ext uri="{FF2B5EF4-FFF2-40B4-BE49-F238E27FC236}">
                  <a16:creationId xmlns:a16="http://schemas.microsoft.com/office/drawing/2014/main" id="{FC8CECD5-A3FB-4DD5-A846-DC09FDB6EB04}"/>
                </a:ext>
              </a:extLst>
            </p:cNvPr>
            <p:cNvSpPr>
              <a:spLocks noChangeAspect="1"/>
            </p:cNvSpPr>
            <p:nvPr>
              <p:custDataLst>
                <p:tags r:id="rId165"/>
              </p:custDataLst>
            </p:nvPr>
          </p:nvSpPr>
          <p:spPr>
            <a:xfrm>
              <a:off x="0" y="0"/>
              <a:ext cx="914400" cy="914400"/>
            </a:xfrm>
            <a:custGeom>
              <a:avLst/>
              <a:gdLst/>
              <a:ahLst/>
              <a:cxnLst/>
              <a:rect l="l" t="t" r="r" b="b"/>
              <a:pathLst>
                <a:path w="635000" h="635000" fill="none">
                  <a:moveTo>
                    <a:pt x="317500" y="0"/>
                  </a:moveTo>
                  <a:arcTo wR="317500" hR="317500" stAng="-5400000" swAng="216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8" name="Harvey 1/3 [1]">
              <a:extLst>
                <a:ext uri="{FF2B5EF4-FFF2-40B4-BE49-F238E27FC236}">
                  <a16:creationId xmlns:a16="http://schemas.microsoft.com/office/drawing/2014/main" id="{750B853B-8389-4427-AFB9-1CE880FE9BEE}"/>
                </a:ext>
              </a:extLst>
            </p:cNvPr>
            <p:cNvSpPr>
              <a:spLocks noChangeAspect="1"/>
            </p:cNvSpPr>
            <p:nvPr>
              <p:custDataLst>
                <p:tags r:id="rId166"/>
              </p:custDataLst>
            </p:nvPr>
          </p:nvSpPr>
          <p:spPr>
            <a:xfrm>
              <a:off x="0" y="0"/>
              <a:ext cx="914400" cy="914400"/>
            </a:xfrm>
            <a:custGeom>
              <a:avLst/>
              <a:gdLst/>
              <a:ahLst/>
              <a:cxnLst/>
              <a:rect l="l" t="t" r="r" b="b"/>
              <a:pathLst>
                <a:path w="635000" h="635000">
                  <a:moveTo>
                    <a:pt x="317500" y="0"/>
                  </a:moveTo>
                  <a:arcTo wR="317500" hR="317500" stAng="16200000" swAng="7200000"/>
                  <a:lnTo>
                    <a:pt x="317500" y="317500"/>
                  </a:lnTo>
                  <a:close/>
                </a:path>
                <a:path w="635000" h="635000" fill="none">
                  <a:moveTo>
                    <a:pt x="592463" y="476249"/>
                  </a:moveTo>
                  <a:arcTo wR="317500" hR="317500" stAng="1800000" swAng="144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9" name="Harvey 2/3 [2]">
              <a:extLst>
                <a:ext uri="{FF2B5EF4-FFF2-40B4-BE49-F238E27FC236}">
                  <a16:creationId xmlns:a16="http://schemas.microsoft.com/office/drawing/2014/main" id="{0CA9A207-7055-4A72-8ED2-D82605C3D0C8}"/>
                </a:ext>
              </a:extLst>
            </p:cNvPr>
            <p:cNvSpPr>
              <a:spLocks noChangeAspect="1"/>
            </p:cNvSpPr>
            <p:nvPr>
              <p:custDataLst>
                <p:tags r:id="rId167"/>
              </p:custDataLst>
            </p:nvPr>
          </p:nvSpPr>
          <p:spPr>
            <a:xfrm>
              <a:off x="0" y="0"/>
              <a:ext cx="914400" cy="914400"/>
            </a:xfrm>
            <a:custGeom>
              <a:avLst/>
              <a:gdLst/>
              <a:ahLst/>
              <a:cxnLst/>
              <a:rect l="l" t="t" r="r" b="b"/>
              <a:pathLst>
                <a:path w="635000" h="635000">
                  <a:moveTo>
                    <a:pt x="317500" y="0"/>
                  </a:moveTo>
                  <a:arcTo wR="317500" hR="317500" stAng="16200000" swAng="14400000"/>
                  <a:lnTo>
                    <a:pt x="317500" y="317500"/>
                  </a:lnTo>
                  <a:close/>
                </a:path>
                <a:path w="635000" h="635000" fill="none">
                  <a:moveTo>
                    <a:pt x="42536" y="476250"/>
                  </a:moveTo>
                  <a:arcTo wR="317500" hR="317500" stAng="9000000" swAng="72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10" name="Harvey 3/3 [3]">
              <a:extLst>
                <a:ext uri="{FF2B5EF4-FFF2-40B4-BE49-F238E27FC236}">
                  <a16:creationId xmlns:a16="http://schemas.microsoft.com/office/drawing/2014/main" id="{4422C816-875A-41F5-9DC0-8DBAE4C5C6CB}"/>
                </a:ext>
              </a:extLst>
            </p:cNvPr>
            <p:cNvSpPr>
              <a:spLocks noChangeAspect="1"/>
            </p:cNvSpPr>
            <p:nvPr>
              <p:custDataLst>
                <p:tags r:id="rId168"/>
              </p:custDataLst>
            </p:nvPr>
          </p:nvSpPr>
          <p:spPr>
            <a:xfrm>
              <a:off x="0" y="0"/>
              <a:ext cx="914400" cy="914400"/>
            </a:xfrm>
            <a:custGeom>
              <a:avLst/>
              <a:gdLst/>
              <a:ahLst/>
              <a:cxnLst/>
              <a:rect l="l" t="t" r="r" b="b"/>
              <a:pathLst>
                <a:path w="635000" h="635000">
                  <a:moveTo>
                    <a:pt x="317500" y="0"/>
                  </a:moveTo>
                  <a:arcTo wR="317500" hR="317500" stAng="16200000" swAng="21600000"/>
                  <a:close/>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grpSp>
      <p:grpSp>
        <p:nvGrpSpPr>
          <p:cNvPr id="11" name="Harvey 4" hidden="1">
            <a:extLst>
              <a:ext uri="{FF2B5EF4-FFF2-40B4-BE49-F238E27FC236}">
                <a16:creationId xmlns:a16="http://schemas.microsoft.com/office/drawing/2014/main" id="{DDC5C333-7028-4F79-8940-98DC17723588}"/>
              </a:ext>
            </a:extLst>
          </p:cNvPr>
          <p:cNvGrpSpPr>
            <a:grpSpLocks/>
          </p:cNvGrpSpPr>
          <p:nvPr userDrawn="1">
            <p:custDataLst>
              <p:tags r:id="rId47"/>
            </p:custDataLst>
          </p:nvPr>
        </p:nvGrpSpPr>
        <p:grpSpPr>
          <a:xfrm>
            <a:off x="5391506" y="3978000"/>
            <a:ext cx="1024878" cy="1024878"/>
            <a:chOff x="0" y="0"/>
            <a:chExt cx="914400" cy="914400"/>
          </a:xfrm>
          <a:solidFill>
            <a:schemeClr val="tx2"/>
          </a:solidFill>
        </p:grpSpPr>
        <p:sp>
          <p:nvSpPr>
            <p:cNvPr id="13" name="Harvey 0/4 [0]">
              <a:extLst>
                <a:ext uri="{FF2B5EF4-FFF2-40B4-BE49-F238E27FC236}">
                  <a16:creationId xmlns:a16="http://schemas.microsoft.com/office/drawing/2014/main" id="{70B331E2-39A8-4BAF-8DDD-C631B51EB56E}"/>
                </a:ext>
              </a:extLst>
            </p:cNvPr>
            <p:cNvSpPr>
              <a:spLocks noChangeAspect="1"/>
            </p:cNvSpPr>
            <p:nvPr>
              <p:custDataLst>
                <p:tags r:id="rId160"/>
              </p:custDataLst>
            </p:nvPr>
          </p:nvSpPr>
          <p:spPr>
            <a:xfrm>
              <a:off x="0" y="0"/>
              <a:ext cx="914400" cy="914400"/>
            </a:xfrm>
            <a:custGeom>
              <a:avLst/>
              <a:gdLst/>
              <a:ahLst/>
              <a:cxnLst/>
              <a:rect l="l" t="t" r="r" b="b"/>
              <a:pathLst>
                <a:path w="635000" h="635000" fill="none">
                  <a:moveTo>
                    <a:pt x="317500" y="0"/>
                  </a:moveTo>
                  <a:arcTo wR="317500" hR="317500" stAng="-5400000" swAng="216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14" name="Harvey 1/4 [1]">
              <a:extLst>
                <a:ext uri="{FF2B5EF4-FFF2-40B4-BE49-F238E27FC236}">
                  <a16:creationId xmlns:a16="http://schemas.microsoft.com/office/drawing/2014/main" id="{47F66FBA-2801-4875-BD13-0BF512FC3C6A}"/>
                </a:ext>
              </a:extLst>
            </p:cNvPr>
            <p:cNvSpPr>
              <a:spLocks noChangeAspect="1"/>
            </p:cNvSpPr>
            <p:nvPr>
              <p:custDataLst>
                <p:tags r:id="rId161"/>
              </p:custDataLst>
            </p:nvPr>
          </p:nvSpPr>
          <p:spPr>
            <a:xfrm>
              <a:off x="0" y="0"/>
              <a:ext cx="914400" cy="914400"/>
            </a:xfrm>
            <a:custGeom>
              <a:avLst/>
              <a:gdLst/>
              <a:ahLst/>
              <a:cxnLst/>
              <a:rect l="l" t="t" r="r" b="b"/>
              <a:pathLst>
                <a:path w="635000" h="635000">
                  <a:moveTo>
                    <a:pt x="317500" y="0"/>
                  </a:moveTo>
                  <a:arcTo wR="317500" hR="317500" stAng="16200000" swAng="5400000"/>
                  <a:lnTo>
                    <a:pt x="317500" y="317500"/>
                  </a:lnTo>
                  <a:close/>
                </a:path>
                <a:path w="635000" h="635000" fill="none">
                  <a:moveTo>
                    <a:pt x="635000" y="317500"/>
                  </a:moveTo>
                  <a:arcTo wR="317500" hR="317500" stAng="0" swAng="162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15" name="Harvey 2/4 [2]">
              <a:extLst>
                <a:ext uri="{FF2B5EF4-FFF2-40B4-BE49-F238E27FC236}">
                  <a16:creationId xmlns:a16="http://schemas.microsoft.com/office/drawing/2014/main" id="{99673DAB-5272-45DC-B222-CA8CAA9FD2BB}"/>
                </a:ext>
              </a:extLst>
            </p:cNvPr>
            <p:cNvSpPr>
              <a:spLocks noChangeAspect="1"/>
            </p:cNvSpPr>
            <p:nvPr>
              <p:custDataLst>
                <p:tags r:id="rId162"/>
              </p:custDataLst>
            </p:nvPr>
          </p:nvSpPr>
          <p:spPr>
            <a:xfrm>
              <a:off x="0" y="0"/>
              <a:ext cx="914400" cy="914400"/>
            </a:xfrm>
            <a:custGeom>
              <a:avLst/>
              <a:gdLst/>
              <a:ahLst/>
              <a:cxnLst/>
              <a:rect l="l" t="t" r="r" b="b"/>
              <a:pathLst>
                <a:path w="635000" h="635000">
                  <a:moveTo>
                    <a:pt x="317500" y="0"/>
                  </a:moveTo>
                  <a:arcTo wR="317500" hR="317500" stAng="16200000" swAng="10800000"/>
                  <a:lnTo>
                    <a:pt x="317500" y="317500"/>
                  </a:lnTo>
                  <a:close/>
                </a:path>
                <a:path w="635000" h="635000" fill="none">
                  <a:moveTo>
                    <a:pt x="317500" y="635000"/>
                  </a:moveTo>
                  <a:arcTo wR="317500" hR="317500" stAng="5400000" swAng="108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16" name="Harvey 3/4 [3]">
              <a:extLst>
                <a:ext uri="{FF2B5EF4-FFF2-40B4-BE49-F238E27FC236}">
                  <a16:creationId xmlns:a16="http://schemas.microsoft.com/office/drawing/2014/main" id="{F9B9444B-C98D-45FC-BA92-881D06827328}"/>
                </a:ext>
              </a:extLst>
            </p:cNvPr>
            <p:cNvSpPr>
              <a:spLocks noChangeAspect="1"/>
            </p:cNvSpPr>
            <p:nvPr>
              <p:custDataLst>
                <p:tags r:id="rId163"/>
              </p:custDataLst>
            </p:nvPr>
          </p:nvSpPr>
          <p:spPr>
            <a:xfrm>
              <a:off x="0" y="0"/>
              <a:ext cx="914400" cy="914400"/>
            </a:xfrm>
            <a:custGeom>
              <a:avLst/>
              <a:gdLst/>
              <a:ahLst/>
              <a:cxnLst/>
              <a:rect l="l" t="t" r="r" b="b"/>
              <a:pathLst>
                <a:path w="635000" h="635000">
                  <a:moveTo>
                    <a:pt x="317500" y="0"/>
                  </a:moveTo>
                  <a:arcTo wR="317500" hR="317500" stAng="16200000" swAng="16200000"/>
                  <a:lnTo>
                    <a:pt x="317500" y="317500"/>
                  </a:lnTo>
                  <a:close/>
                </a:path>
                <a:path w="635000" h="635000" fill="none">
                  <a:moveTo>
                    <a:pt x="0" y="317500"/>
                  </a:moveTo>
                  <a:arcTo wR="317500" hR="317500" stAng="10800000" swAng="54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17" name="Harvey 4/4 [4]">
              <a:extLst>
                <a:ext uri="{FF2B5EF4-FFF2-40B4-BE49-F238E27FC236}">
                  <a16:creationId xmlns:a16="http://schemas.microsoft.com/office/drawing/2014/main" id="{5FFB853D-F550-4F16-8269-A070A19E381C}"/>
                </a:ext>
              </a:extLst>
            </p:cNvPr>
            <p:cNvSpPr>
              <a:spLocks noChangeAspect="1"/>
            </p:cNvSpPr>
            <p:nvPr>
              <p:custDataLst>
                <p:tags r:id="rId164"/>
              </p:custDataLst>
            </p:nvPr>
          </p:nvSpPr>
          <p:spPr>
            <a:xfrm>
              <a:off x="0" y="0"/>
              <a:ext cx="914400" cy="914400"/>
            </a:xfrm>
            <a:custGeom>
              <a:avLst/>
              <a:gdLst/>
              <a:ahLst/>
              <a:cxnLst/>
              <a:rect l="l" t="t" r="r" b="b"/>
              <a:pathLst>
                <a:path w="635000" h="635000">
                  <a:moveTo>
                    <a:pt x="317500" y="0"/>
                  </a:moveTo>
                  <a:arcTo wR="317500" hR="317500" stAng="16200000" swAng="21600000"/>
                  <a:close/>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grpSp>
      <p:grpSp>
        <p:nvGrpSpPr>
          <p:cNvPr id="18" name="Harvey 8" hidden="1">
            <a:extLst>
              <a:ext uri="{FF2B5EF4-FFF2-40B4-BE49-F238E27FC236}">
                <a16:creationId xmlns:a16="http://schemas.microsoft.com/office/drawing/2014/main" id="{0630AB66-7B5F-41CE-A2EB-2EB4C67794AE}"/>
              </a:ext>
            </a:extLst>
          </p:cNvPr>
          <p:cNvGrpSpPr>
            <a:grpSpLocks/>
          </p:cNvGrpSpPr>
          <p:nvPr userDrawn="1">
            <p:custDataLst>
              <p:tags r:id="rId48"/>
            </p:custDataLst>
          </p:nvPr>
        </p:nvGrpSpPr>
        <p:grpSpPr>
          <a:xfrm>
            <a:off x="6844214" y="3978000"/>
            <a:ext cx="1024878" cy="1024878"/>
            <a:chOff x="0" y="0"/>
            <a:chExt cx="914400" cy="914400"/>
          </a:xfrm>
          <a:solidFill>
            <a:schemeClr val="tx2"/>
          </a:solidFill>
        </p:grpSpPr>
        <p:sp>
          <p:nvSpPr>
            <p:cNvPr id="19" name="Harvey 0/8 [0]">
              <a:extLst>
                <a:ext uri="{FF2B5EF4-FFF2-40B4-BE49-F238E27FC236}">
                  <a16:creationId xmlns:a16="http://schemas.microsoft.com/office/drawing/2014/main" id="{051D5678-1EFE-40CF-8563-B5E9EA35A271}"/>
                </a:ext>
              </a:extLst>
            </p:cNvPr>
            <p:cNvSpPr>
              <a:spLocks noChangeAspect="1"/>
            </p:cNvSpPr>
            <p:nvPr>
              <p:custDataLst>
                <p:tags r:id="rId151"/>
              </p:custDataLst>
            </p:nvPr>
          </p:nvSpPr>
          <p:spPr>
            <a:xfrm>
              <a:off x="0" y="0"/>
              <a:ext cx="914400" cy="914400"/>
            </a:xfrm>
            <a:custGeom>
              <a:avLst/>
              <a:gdLst/>
              <a:ahLst/>
              <a:cxnLst/>
              <a:rect l="l" t="t" r="r" b="b"/>
              <a:pathLst>
                <a:path w="635000" h="635000" fill="none">
                  <a:moveTo>
                    <a:pt x="317500" y="0"/>
                  </a:moveTo>
                  <a:arcTo wR="317500" hR="317500" stAng="-5400000" swAng="216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20" name="Harvey 1/8 [1]">
              <a:extLst>
                <a:ext uri="{FF2B5EF4-FFF2-40B4-BE49-F238E27FC236}">
                  <a16:creationId xmlns:a16="http://schemas.microsoft.com/office/drawing/2014/main" id="{E5DDEB4B-B8B3-42DA-AF30-4FD0A1770D91}"/>
                </a:ext>
              </a:extLst>
            </p:cNvPr>
            <p:cNvSpPr>
              <a:spLocks noChangeAspect="1"/>
            </p:cNvSpPr>
            <p:nvPr>
              <p:custDataLst>
                <p:tags r:id="rId152"/>
              </p:custDataLst>
            </p:nvPr>
          </p:nvSpPr>
          <p:spPr>
            <a:xfrm>
              <a:off x="0" y="0"/>
              <a:ext cx="914400" cy="914400"/>
            </a:xfrm>
            <a:custGeom>
              <a:avLst/>
              <a:gdLst/>
              <a:ahLst/>
              <a:cxnLst/>
              <a:rect l="l" t="t" r="r" b="b"/>
              <a:pathLst>
                <a:path w="635000" h="635000">
                  <a:moveTo>
                    <a:pt x="317500" y="0"/>
                  </a:moveTo>
                  <a:arcTo wR="317500" hR="317500" stAng="16200000" swAng="2700000"/>
                  <a:lnTo>
                    <a:pt x="317500" y="317500"/>
                  </a:lnTo>
                  <a:close/>
                </a:path>
                <a:path w="635000" h="635000" fill="none">
                  <a:moveTo>
                    <a:pt x="542006" y="92993"/>
                  </a:moveTo>
                  <a:arcTo wR="317500" hR="317500" stAng="-2700000" swAng="189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21" name="Harvey 2/8 [2]">
              <a:extLst>
                <a:ext uri="{FF2B5EF4-FFF2-40B4-BE49-F238E27FC236}">
                  <a16:creationId xmlns:a16="http://schemas.microsoft.com/office/drawing/2014/main" id="{FB9200C4-0418-4CEF-BBB8-18F997AD7CA8}"/>
                </a:ext>
              </a:extLst>
            </p:cNvPr>
            <p:cNvSpPr>
              <a:spLocks noChangeAspect="1"/>
            </p:cNvSpPr>
            <p:nvPr>
              <p:custDataLst>
                <p:tags r:id="rId153"/>
              </p:custDataLst>
            </p:nvPr>
          </p:nvSpPr>
          <p:spPr>
            <a:xfrm>
              <a:off x="0" y="0"/>
              <a:ext cx="914400" cy="914400"/>
            </a:xfrm>
            <a:custGeom>
              <a:avLst/>
              <a:gdLst/>
              <a:ahLst/>
              <a:cxnLst/>
              <a:rect l="l" t="t" r="r" b="b"/>
              <a:pathLst>
                <a:path w="635000" h="635000">
                  <a:moveTo>
                    <a:pt x="317500" y="0"/>
                  </a:moveTo>
                  <a:arcTo wR="317500" hR="317500" stAng="16200000" swAng="5400000"/>
                  <a:lnTo>
                    <a:pt x="317500" y="317500"/>
                  </a:lnTo>
                  <a:close/>
                </a:path>
                <a:path w="635000" h="635000" fill="none">
                  <a:moveTo>
                    <a:pt x="635000" y="317500"/>
                  </a:moveTo>
                  <a:arcTo wR="317500" hR="317500" stAng="0" swAng="162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22" name="Harvey 3/8 [3]">
              <a:extLst>
                <a:ext uri="{FF2B5EF4-FFF2-40B4-BE49-F238E27FC236}">
                  <a16:creationId xmlns:a16="http://schemas.microsoft.com/office/drawing/2014/main" id="{8E4DE7E8-0809-4E2E-BE6A-E989A6AEBF62}"/>
                </a:ext>
              </a:extLst>
            </p:cNvPr>
            <p:cNvSpPr>
              <a:spLocks noChangeAspect="1"/>
            </p:cNvSpPr>
            <p:nvPr>
              <p:custDataLst>
                <p:tags r:id="rId154"/>
              </p:custDataLst>
            </p:nvPr>
          </p:nvSpPr>
          <p:spPr>
            <a:xfrm>
              <a:off x="0" y="0"/>
              <a:ext cx="914400" cy="914400"/>
            </a:xfrm>
            <a:custGeom>
              <a:avLst/>
              <a:gdLst/>
              <a:ahLst/>
              <a:cxnLst/>
              <a:rect l="l" t="t" r="r" b="b"/>
              <a:pathLst>
                <a:path w="635000" h="635000">
                  <a:moveTo>
                    <a:pt x="317500" y="0"/>
                  </a:moveTo>
                  <a:arcTo wR="317500" hR="317500" stAng="16200000" swAng="8100000"/>
                  <a:lnTo>
                    <a:pt x="317500" y="317500"/>
                  </a:lnTo>
                  <a:close/>
                </a:path>
                <a:path w="635000" h="635000" fill="none">
                  <a:moveTo>
                    <a:pt x="542006" y="542006"/>
                  </a:moveTo>
                  <a:arcTo wR="317500" hR="317500" stAng="2700000" swAng="135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23" name="Harvey 4/8 [4]">
              <a:extLst>
                <a:ext uri="{FF2B5EF4-FFF2-40B4-BE49-F238E27FC236}">
                  <a16:creationId xmlns:a16="http://schemas.microsoft.com/office/drawing/2014/main" id="{F839E6A9-0DED-402B-8F4C-2176769B55CD}"/>
                </a:ext>
              </a:extLst>
            </p:cNvPr>
            <p:cNvSpPr>
              <a:spLocks noChangeAspect="1"/>
            </p:cNvSpPr>
            <p:nvPr>
              <p:custDataLst>
                <p:tags r:id="rId155"/>
              </p:custDataLst>
            </p:nvPr>
          </p:nvSpPr>
          <p:spPr>
            <a:xfrm>
              <a:off x="0" y="0"/>
              <a:ext cx="914400" cy="914400"/>
            </a:xfrm>
            <a:custGeom>
              <a:avLst/>
              <a:gdLst/>
              <a:ahLst/>
              <a:cxnLst/>
              <a:rect l="l" t="t" r="r" b="b"/>
              <a:pathLst>
                <a:path w="635000" h="635000">
                  <a:moveTo>
                    <a:pt x="317500" y="0"/>
                  </a:moveTo>
                  <a:arcTo wR="317500" hR="317500" stAng="16200000" swAng="10800000"/>
                  <a:lnTo>
                    <a:pt x="317500" y="317500"/>
                  </a:lnTo>
                  <a:close/>
                </a:path>
                <a:path w="635000" h="635000" fill="none">
                  <a:moveTo>
                    <a:pt x="317500" y="635000"/>
                  </a:moveTo>
                  <a:arcTo wR="317500" hR="317500" stAng="5400000" swAng="108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24" name="Harvey 5/8 [5]">
              <a:extLst>
                <a:ext uri="{FF2B5EF4-FFF2-40B4-BE49-F238E27FC236}">
                  <a16:creationId xmlns:a16="http://schemas.microsoft.com/office/drawing/2014/main" id="{C3EE8663-AD08-4237-8344-6543EC4B688C}"/>
                </a:ext>
              </a:extLst>
            </p:cNvPr>
            <p:cNvSpPr>
              <a:spLocks noChangeAspect="1"/>
            </p:cNvSpPr>
            <p:nvPr>
              <p:custDataLst>
                <p:tags r:id="rId156"/>
              </p:custDataLst>
            </p:nvPr>
          </p:nvSpPr>
          <p:spPr>
            <a:xfrm>
              <a:off x="0" y="0"/>
              <a:ext cx="914400" cy="914400"/>
            </a:xfrm>
            <a:custGeom>
              <a:avLst/>
              <a:gdLst/>
              <a:ahLst/>
              <a:cxnLst/>
              <a:rect l="l" t="t" r="r" b="b"/>
              <a:pathLst>
                <a:path w="635000" h="635000">
                  <a:moveTo>
                    <a:pt x="317500" y="0"/>
                  </a:moveTo>
                  <a:arcTo wR="317500" hR="317500" stAng="16200000" swAng="13500000"/>
                  <a:lnTo>
                    <a:pt x="317500" y="317500"/>
                  </a:lnTo>
                  <a:close/>
                </a:path>
                <a:path w="635000" h="635000" fill="none">
                  <a:moveTo>
                    <a:pt x="92993" y="542006"/>
                  </a:moveTo>
                  <a:arcTo wR="317500" hR="317500" stAng="8100000" swAng="81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25" name="Harvey 6/8 [6]">
              <a:extLst>
                <a:ext uri="{FF2B5EF4-FFF2-40B4-BE49-F238E27FC236}">
                  <a16:creationId xmlns:a16="http://schemas.microsoft.com/office/drawing/2014/main" id="{ADE6F931-D156-4E59-A3ED-0B14B5F0EF7E}"/>
                </a:ext>
              </a:extLst>
            </p:cNvPr>
            <p:cNvSpPr>
              <a:spLocks noChangeAspect="1"/>
            </p:cNvSpPr>
            <p:nvPr>
              <p:custDataLst>
                <p:tags r:id="rId157"/>
              </p:custDataLst>
            </p:nvPr>
          </p:nvSpPr>
          <p:spPr>
            <a:xfrm>
              <a:off x="0" y="0"/>
              <a:ext cx="914400" cy="914400"/>
            </a:xfrm>
            <a:custGeom>
              <a:avLst/>
              <a:gdLst/>
              <a:ahLst/>
              <a:cxnLst/>
              <a:rect l="l" t="t" r="r" b="b"/>
              <a:pathLst>
                <a:path w="635000" h="635000">
                  <a:moveTo>
                    <a:pt x="317500" y="0"/>
                  </a:moveTo>
                  <a:arcTo wR="317500" hR="317500" stAng="16200000" swAng="16200000"/>
                  <a:lnTo>
                    <a:pt x="317500" y="317500"/>
                  </a:lnTo>
                  <a:close/>
                </a:path>
                <a:path w="635000" h="635000" fill="none">
                  <a:moveTo>
                    <a:pt x="0" y="317500"/>
                  </a:moveTo>
                  <a:arcTo wR="317500" hR="317500" stAng="10800000" swAng="54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26" name="Harvey 7/8 [7]">
              <a:extLst>
                <a:ext uri="{FF2B5EF4-FFF2-40B4-BE49-F238E27FC236}">
                  <a16:creationId xmlns:a16="http://schemas.microsoft.com/office/drawing/2014/main" id="{A36821AE-2FF1-4F6E-AAF3-1BEA6AE153B8}"/>
                </a:ext>
              </a:extLst>
            </p:cNvPr>
            <p:cNvSpPr>
              <a:spLocks noChangeAspect="1"/>
            </p:cNvSpPr>
            <p:nvPr>
              <p:custDataLst>
                <p:tags r:id="rId158"/>
              </p:custDataLst>
            </p:nvPr>
          </p:nvSpPr>
          <p:spPr>
            <a:xfrm>
              <a:off x="0" y="0"/>
              <a:ext cx="914400" cy="914400"/>
            </a:xfrm>
            <a:custGeom>
              <a:avLst/>
              <a:gdLst/>
              <a:ahLst/>
              <a:cxnLst/>
              <a:rect l="l" t="t" r="r" b="b"/>
              <a:pathLst>
                <a:path w="635000" h="635000">
                  <a:moveTo>
                    <a:pt x="317500" y="0"/>
                  </a:moveTo>
                  <a:arcTo wR="317500" hR="317500" stAng="16200000" swAng="18900000"/>
                  <a:lnTo>
                    <a:pt x="317500" y="317500"/>
                  </a:lnTo>
                  <a:close/>
                </a:path>
                <a:path w="635000" h="635000" fill="none">
                  <a:moveTo>
                    <a:pt x="92993" y="92993"/>
                  </a:moveTo>
                  <a:arcTo wR="317500" hR="317500" stAng="13500000" swAng="2700000"/>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sp>
          <p:nvSpPr>
            <p:cNvPr id="27" name="Harvey 8/8 [8]">
              <a:extLst>
                <a:ext uri="{FF2B5EF4-FFF2-40B4-BE49-F238E27FC236}">
                  <a16:creationId xmlns:a16="http://schemas.microsoft.com/office/drawing/2014/main" id="{2D277E47-45D5-4503-8443-BED560C6560A}"/>
                </a:ext>
              </a:extLst>
            </p:cNvPr>
            <p:cNvSpPr>
              <a:spLocks noChangeAspect="1"/>
            </p:cNvSpPr>
            <p:nvPr>
              <p:custDataLst>
                <p:tags r:id="rId159"/>
              </p:custDataLst>
            </p:nvPr>
          </p:nvSpPr>
          <p:spPr>
            <a:xfrm>
              <a:off x="0" y="0"/>
              <a:ext cx="914400" cy="914400"/>
            </a:xfrm>
            <a:custGeom>
              <a:avLst/>
              <a:gdLst/>
              <a:ahLst/>
              <a:cxnLst/>
              <a:rect l="l" t="t" r="r" b="b"/>
              <a:pathLst>
                <a:path w="635000" h="635000">
                  <a:moveTo>
                    <a:pt x="317500" y="0"/>
                  </a:moveTo>
                  <a:arcTo wR="317500" hR="317500" stAng="16200000" swAng="21600000"/>
                  <a:close/>
                </a:path>
              </a:pathLst>
            </a:custGeom>
            <a:grpFill/>
            <a:ln w="19050" cmpd="sng">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0" i="0">
                <a:solidFill>
                  <a:schemeClr val="tx1"/>
                </a:solidFill>
                <a:latin typeface="72 Brand" panose="020B0504030603020204" pitchFamily="34" charset="0"/>
              </a:endParaRPr>
            </a:p>
          </p:txBody>
        </p:sp>
      </p:grpSp>
      <p:grpSp>
        <p:nvGrpSpPr>
          <p:cNvPr id="28" name="Harvey 100" hidden="1">
            <a:extLst>
              <a:ext uri="{FF2B5EF4-FFF2-40B4-BE49-F238E27FC236}">
                <a16:creationId xmlns:a16="http://schemas.microsoft.com/office/drawing/2014/main" id="{6D5D9337-395C-4FE4-97E6-E1CD47A644E9}"/>
              </a:ext>
            </a:extLst>
          </p:cNvPr>
          <p:cNvGrpSpPr/>
          <p:nvPr userDrawn="1">
            <p:custDataLst>
              <p:tags r:id="rId49"/>
            </p:custDataLst>
          </p:nvPr>
        </p:nvGrpSpPr>
        <p:grpSpPr>
          <a:xfrm>
            <a:off x="8296922" y="3978000"/>
            <a:ext cx="1024878" cy="1024878"/>
            <a:chOff x="4334905" y="3282696"/>
            <a:chExt cx="292608" cy="292608"/>
          </a:xfrm>
          <a:solidFill>
            <a:schemeClr val="tx2"/>
          </a:solidFill>
        </p:grpSpPr>
        <p:sp>
          <p:nvSpPr>
            <p:cNvPr id="29" name="Harvey 0/100 [0]">
              <a:extLst>
                <a:ext uri="{FF2B5EF4-FFF2-40B4-BE49-F238E27FC236}">
                  <a16:creationId xmlns:a16="http://schemas.microsoft.com/office/drawing/2014/main" id="{C2D4C837-2D4B-4D6B-81F8-9B001989609B}"/>
                </a:ext>
              </a:extLst>
            </p:cNvPr>
            <p:cNvSpPr>
              <a:spLocks noChangeAspect="1"/>
            </p:cNvSpPr>
            <p:nvPr>
              <p:custDataLst>
                <p:tags r:id="rId50"/>
              </p:custDataLst>
            </p:nvPr>
          </p:nvSpPr>
          <p:spPr>
            <a:xfrm>
              <a:off x="4334905" y="3282696"/>
              <a:ext cx="292608" cy="292608"/>
            </a:xfrm>
            <a:custGeom>
              <a:avLst/>
              <a:gdLst/>
              <a:ahLst/>
              <a:cxnLst/>
              <a:rect l="l" t="t" r="r" b="b"/>
              <a:pathLst>
                <a:path w="635000" h="635000" fill="none">
                  <a:moveTo>
                    <a:pt x="317500" y="0"/>
                  </a:moveTo>
                  <a:arcTo wR="317500" hR="317500" stAng="-5400000" swAng="2160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30" name="Harvey 1/100 [1]">
              <a:extLst>
                <a:ext uri="{FF2B5EF4-FFF2-40B4-BE49-F238E27FC236}">
                  <a16:creationId xmlns:a16="http://schemas.microsoft.com/office/drawing/2014/main" id="{BACD6AAA-4A1C-46BE-B491-9A4A9C7C56F3}"/>
                </a:ext>
              </a:extLst>
            </p:cNvPr>
            <p:cNvSpPr>
              <a:spLocks noChangeAspect="1"/>
            </p:cNvSpPr>
            <p:nvPr>
              <p:custDataLst>
                <p:tags r:id="rId51"/>
              </p:custDataLst>
            </p:nvPr>
          </p:nvSpPr>
          <p:spPr>
            <a:xfrm>
              <a:off x="4334905" y="3282696"/>
              <a:ext cx="292608" cy="292608"/>
            </a:xfrm>
            <a:custGeom>
              <a:avLst/>
              <a:gdLst/>
              <a:ahLst/>
              <a:cxnLst/>
              <a:rect l="l" t="t" r="r" b="b"/>
              <a:pathLst>
                <a:path w="635000" h="635000">
                  <a:moveTo>
                    <a:pt x="317500" y="0"/>
                  </a:moveTo>
                  <a:arcTo wR="317500" hR="317500" stAng="16200000" swAng="216000"/>
                  <a:lnTo>
                    <a:pt x="317500" y="317500"/>
                  </a:lnTo>
                  <a:close/>
                </a:path>
                <a:path w="635000" h="635000" fill="none">
                  <a:moveTo>
                    <a:pt x="337435" y="626"/>
                  </a:moveTo>
                  <a:arcTo wR="317500" hR="317500" stAng="-5184000" swAng="2138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31" name="Harvey 2/100 [2]">
              <a:extLst>
                <a:ext uri="{FF2B5EF4-FFF2-40B4-BE49-F238E27FC236}">
                  <a16:creationId xmlns:a16="http://schemas.microsoft.com/office/drawing/2014/main" id="{701024C3-4DEF-477C-9CFB-100E0303499E}"/>
                </a:ext>
              </a:extLst>
            </p:cNvPr>
            <p:cNvSpPr>
              <a:spLocks noChangeAspect="1"/>
            </p:cNvSpPr>
            <p:nvPr>
              <p:custDataLst>
                <p:tags r:id="rId52"/>
              </p:custDataLst>
            </p:nvPr>
          </p:nvSpPr>
          <p:spPr>
            <a:xfrm>
              <a:off x="4334905" y="3282696"/>
              <a:ext cx="292608" cy="292608"/>
            </a:xfrm>
            <a:custGeom>
              <a:avLst/>
              <a:gdLst/>
              <a:ahLst/>
              <a:cxnLst/>
              <a:rect l="l" t="t" r="r" b="b"/>
              <a:pathLst>
                <a:path w="635000" h="635000">
                  <a:moveTo>
                    <a:pt x="317500" y="0"/>
                  </a:moveTo>
                  <a:arcTo wR="317500" hR="317500" stAng="16200000" swAng="432000"/>
                  <a:lnTo>
                    <a:pt x="317500" y="317500"/>
                  </a:lnTo>
                  <a:close/>
                </a:path>
                <a:path w="635000" h="635000" fill="none">
                  <a:moveTo>
                    <a:pt x="357293" y="2503"/>
                  </a:moveTo>
                  <a:arcTo wR="317500" hR="317500" stAng="-4968000" swAng="2116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32" name="Harvey 3/100 [3]">
              <a:extLst>
                <a:ext uri="{FF2B5EF4-FFF2-40B4-BE49-F238E27FC236}">
                  <a16:creationId xmlns:a16="http://schemas.microsoft.com/office/drawing/2014/main" id="{46A461CD-8D28-4422-AF2A-8267EFA51CAD}"/>
                </a:ext>
              </a:extLst>
            </p:cNvPr>
            <p:cNvSpPr>
              <a:spLocks noChangeAspect="1"/>
            </p:cNvSpPr>
            <p:nvPr>
              <p:custDataLst>
                <p:tags r:id="rId53"/>
              </p:custDataLst>
            </p:nvPr>
          </p:nvSpPr>
          <p:spPr>
            <a:xfrm>
              <a:off x="4334905" y="3282696"/>
              <a:ext cx="292608" cy="292608"/>
            </a:xfrm>
            <a:custGeom>
              <a:avLst/>
              <a:gdLst/>
              <a:ahLst/>
              <a:cxnLst/>
              <a:rect l="l" t="t" r="r" b="b"/>
              <a:pathLst>
                <a:path w="635000" h="635000">
                  <a:moveTo>
                    <a:pt x="317500" y="0"/>
                  </a:moveTo>
                  <a:arcTo wR="317500" hR="317500" stAng="16200000" swAng="647999"/>
                  <a:lnTo>
                    <a:pt x="317500" y="317500"/>
                  </a:lnTo>
                  <a:close/>
                </a:path>
                <a:path w="635000" h="635000" fill="none">
                  <a:moveTo>
                    <a:pt x="376993" y="5623"/>
                  </a:moveTo>
                  <a:arcTo wR="317500" hR="317500" stAng="-4752000" swAng="2095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33" name="Harvey 4/100 [4]">
              <a:extLst>
                <a:ext uri="{FF2B5EF4-FFF2-40B4-BE49-F238E27FC236}">
                  <a16:creationId xmlns:a16="http://schemas.microsoft.com/office/drawing/2014/main" id="{0A337C3A-F021-437D-9E3D-FDE5AF266029}"/>
                </a:ext>
              </a:extLst>
            </p:cNvPr>
            <p:cNvSpPr>
              <a:spLocks noChangeAspect="1"/>
            </p:cNvSpPr>
            <p:nvPr>
              <p:custDataLst>
                <p:tags r:id="rId54"/>
              </p:custDataLst>
            </p:nvPr>
          </p:nvSpPr>
          <p:spPr>
            <a:xfrm>
              <a:off x="4334905" y="3282696"/>
              <a:ext cx="292608" cy="292608"/>
            </a:xfrm>
            <a:custGeom>
              <a:avLst/>
              <a:gdLst/>
              <a:ahLst/>
              <a:cxnLst/>
              <a:rect l="l" t="t" r="r" b="b"/>
              <a:pathLst>
                <a:path w="635000" h="635000">
                  <a:moveTo>
                    <a:pt x="317500" y="0"/>
                  </a:moveTo>
                  <a:arcTo wR="317500" hR="317500" stAng="16200000" swAng="864000"/>
                  <a:lnTo>
                    <a:pt x="317500" y="317500"/>
                  </a:lnTo>
                  <a:close/>
                </a:path>
                <a:path w="635000" h="635000" fill="none">
                  <a:moveTo>
                    <a:pt x="396459" y="9974"/>
                  </a:moveTo>
                  <a:arcTo wR="317500" hR="317500" stAng="-4536000" swAng="20735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35" name="Harvey 5/100 [5]">
              <a:extLst>
                <a:ext uri="{FF2B5EF4-FFF2-40B4-BE49-F238E27FC236}">
                  <a16:creationId xmlns:a16="http://schemas.microsoft.com/office/drawing/2014/main" id="{BDF66AF7-3D75-4118-B7E6-241B2C41B2C9}"/>
                </a:ext>
              </a:extLst>
            </p:cNvPr>
            <p:cNvSpPr>
              <a:spLocks noChangeAspect="1"/>
            </p:cNvSpPr>
            <p:nvPr>
              <p:custDataLst>
                <p:tags r:id="rId55"/>
              </p:custDataLst>
            </p:nvPr>
          </p:nvSpPr>
          <p:spPr>
            <a:xfrm>
              <a:off x="4334905" y="3282696"/>
              <a:ext cx="292608" cy="292608"/>
            </a:xfrm>
            <a:custGeom>
              <a:avLst/>
              <a:gdLst/>
              <a:ahLst/>
              <a:cxnLst/>
              <a:rect l="l" t="t" r="r" b="b"/>
              <a:pathLst>
                <a:path w="635000" h="635000">
                  <a:moveTo>
                    <a:pt x="317500" y="0"/>
                  </a:moveTo>
                  <a:arcTo wR="317500" hR="317500" stAng="16200000" swAng="1080000"/>
                  <a:lnTo>
                    <a:pt x="317500" y="317500"/>
                  </a:lnTo>
                  <a:close/>
                </a:path>
                <a:path w="635000" h="635000" fill="none">
                  <a:moveTo>
                    <a:pt x="415612" y="15539"/>
                  </a:moveTo>
                  <a:arcTo wR="317500" hR="317500" stAng="-4320000" swAng="2052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36" name="Harvey 6/100 [6]">
              <a:extLst>
                <a:ext uri="{FF2B5EF4-FFF2-40B4-BE49-F238E27FC236}">
                  <a16:creationId xmlns:a16="http://schemas.microsoft.com/office/drawing/2014/main" id="{E74E7438-4315-4097-9BA7-F0CE3252AC14}"/>
                </a:ext>
              </a:extLst>
            </p:cNvPr>
            <p:cNvSpPr>
              <a:spLocks noChangeAspect="1"/>
            </p:cNvSpPr>
            <p:nvPr>
              <p:custDataLst>
                <p:tags r:id="rId56"/>
              </p:custDataLst>
            </p:nvPr>
          </p:nvSpPr>
          <p:spPr>
            <a:xfrm>
              <a:off x="4334905" y="3282696"/>
              <a:ext cx="292608" cy="292608"/>
            </a:xfrm>
            <a:custGeom>
              <a:avLst/>
              <a:gdLst/>
              <a:ahLst/>
              <a:cxnLst/>
              <a:rect l="l" t="t" r="r" b="b"/>
              <a:pathLst>
                <a:path w="635000" h="635000">
                  <a:moveTo>
                    <a:pt x="317500" y="0"/>
                  </a:moveTo>
                  <a:arcTo wR="317500" hR="317500" stAng="16200000" swAng="1295999"/>
                  <a:lnTo>
                    <a:pt x="317500" y="317500"/>
                  </a:lnTo>
                  <a:close/>
                </a:path>
                <a:path w="635000" h="635000" fill="none">
                  <a:moveTo>
                    <a:pt x="434379" y="22295"/>
                  </a:moveTo>
                  <a:arcTo wR="317500" hR="317500" stAng="-4104000" swAng="2030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37" name="Harvey 7/100 [7]">
              <a:extLst>
                <a:ext uri="{FF2B5EF4-FFF2-40B4-BE49-F238E27FC236}">
                  <a16:creationId xmlns:a16="http://schemas.microsoft.com/office/drawing/2014/main" id="{FEBA4E91-97BB-4DAC-B193-66FA4828DB26}"/>
                </a:ext>
              </a:extLst>
            </p:cNvPr>
            <p:cNvSpPr>
              <a:spLocks noChangeAspect="1"/>
            </p:cNvSpPr>
            <p:nvPr>
              <p:custDataLst>
                <p:tags r:id="rId57"/>
              </p:custDataLst>
            </p:nvPr>
          </p:nvSpPr>
          <p:spPr>
            <a:xfrm>
              <a:off x="4334905" y="3282696"/>
              <a:ext cx="292608" cy="292608"/>
            </a:xfrm>
            <a:custGeom>
              <a:avLst/>
              <a:gdLst/>
              <a:ahLst/>
              <a:cxnLst/>
              <a:rect l="l" t="t" r="r" b="b"/>
              <a:pathLst>
                <a:path w="635000" h="635000">
                  <a:moveTo>
                    <a:pt x="317500" y="0"/>
                  </a:moveTo>
                  <a:arcTo wR="317500" hR="317500" stAng="16200000" swAng="1512000"/>
                  <a:lnTo>
                    <a:pt x="317500" y="317500"/>
                  </a:lnTo>
                  <a:close/>
                </a:path>
                <a:path w="635000" h="635000" fill="none">
                  <a:moveTo>
                    <a:pt x="452684" y="30217"/>
                  </a:moveTo>
                  <a:arcTo wR="317500" hR="317500" stAng="-3888000" swAng="20087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38" name="Harvey 8/100 [8]">
              <a:extLst>
                <a:ext uri="{FF2B5EF4-FFF2-40B4-BE49-F238E27FC236}">
                  <a16:creationId xmlns:a16="http://schemas.microsoft.com/office/drawing/2014/main" id="{EEB85E02-177B-40CF-B926-A4423CC7C827}"/>
                </a:ext>
              </a:extLst>
            </p:cNvPr>
            <p:cNvSpPr>
              <a:spLocks noChangeAspect="1"/>
            </p:cNvSpPr>
            <p:nvPr>
              <p:custDataLst>
                <p:tags r:id="rId58"/>
              </p:custDataLst>
            </p:nvPr>
          </p:nvSpPr>
          <p:spPr>
            <a:xfrm>
              <a:off x="4334905" y="3282696"/>
              <a:ext cx="292608" cy="292608"/>
            </a:xfrm>
            <a:custGeom>
              <a:avLst/>
              <a:gdLst/>
              <a:ahLst/>
              <a:cxnLst/>
              <a:rect l="l" t="t" r="r" b="b"/>
              <a:pathLst>
                <a:path w="635000" h="635000">
                  <a:moveTo>
                    <a:pt x="317500" y="0"/>
                  </a:moveTo>
                  <a:arcTo wR="317500" hR="317500" stAng="16200000" swAng="1728000"/>
                  <a:lnTo>
                    <a:pt x="317500" y="317500"/>
                  </a:lnTo>
                  <a:close/>
                </a:path>
                <a:path w="635000" h="635000" fill="none">
                  <a:moveTo>
                    <a:pt x="470456" y="39272"/>
                  </a:moveTo>
                  <a:arcTo wR="317500" hR="317500" stAng="-3672000" swAng="1987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39" name="Harvey 9/100 [9]">
              <a:extLst>
                <a:ext uri="{FF2B5EF4-FFF2-40B4-BE49-F238E27FC236}">
                  <a16:creationId xmlns:a16="http://schemas.microsoft.com/office/drawing/2014/main" id="{C133BC7F-B0E3-404F-92D1-BB930C4F3311}"/>
                </a:ext>
              </a:extLst>
            </p:cNvPr>
            <p:cNvSpPr>
              <a:spLocks noChangeAspect="1"/>
            </p:cNvSpPr>
            <p:nvPr>
              <p:custDataLst>
                <p:tags r:id="rId59"/>
              </p:custDataLst>
            </p:nvPr>
          </p:nvSpPr>
          <p:spPr>
            <a:xfrm>
              <a:off x="4334905" y="3282696"/>
              <a:ext cx="292608" cy="292608"/>
            </a:xfrm>
            <a:custGeom>
              <a:avLst/>
              <a:gdLst/>
              <a:ahLst/>
              <a:cxnLst/>
              <a:rect l="l" t="t" r="r" b="b"/>
              <a:pathLst>
                <a:path w="635000" h="635000">
                  <a:moveTo>
                    <a:pt x="317500" y="0"/>
                  </a:moveTo>
                  <a:arcTo wR="317500" hR="317500" stAng="16200000" swAng="1944000"/>
                  <a:lnTo>
                    <a:pt x="317500" y="317500"/>
                  </a:lnTo>
                  <a:close/>
                </a:path>
                <a:path w="635000" h="635000" fill="none">
                  <a:moveTo>
                    <a:pt x="487625" y="49425"/>
                  </a:moveTo>
                  <a:arcTo wR="317500" hR="317500" stAng="-3456000" swAng="1965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40" name="Harvey 10/100 [10]">
              <a:extLst>
                <a:ext uri="{FF2B5EF4-FFF2-40B4-BE49-F238E27FC236}">
                  <a16:creationId xmlns:a16="http://schemas.microsoft.com/office/drawing/2014/main" id="{F2FB72A6-CDF7-48B3-A3B8-5A5FC061802C}"/>
                </a:ext>
              </a:extLst>
            </p:cNvPr>
            <p:cNvSpPr>
              <a:spLocks noChangeAspect="1"/>
            </p:cNvSpPr>
            <p:nvPr>
              <p:custDataLst>
                <p:tags r:id="rId60"/>
              </p:custDataLst>
            </p:nvPr>
          </p:nvSpPr>
          <p:spPr>
            <a:xfrm>
              <a:off x="4334905" y="3282696"/>
              <a:ext cx="292608" cy="292608"/>
            </a:xfrm>
            <a:custGeom>
              <a:avLst/>
              <a:gdLst/>
              <a:ahLst/>
              <a:cxnLst/>
              <a:rect l="l" t="t" r="r" b="b"/>
              <a:pathLst>
                <a:path w="635000" h="635000">
                  <a:moveTo>
                    <a:pt x="317500" y="0"/>
                  </a:moveTo>
                  <a:arcTo wR="317500" hR="317500" stAng="16200000" swAng="2160000"/>
                  <a:lnTo>
                    <a:pt x="317500" y="317500"/>
                  </a:lnTo>
                  <a:close/>
                </a:path>
                <a:path w="635000" h="635000" fill="none">
                  <a:moveTo>
                    <a:pt x="504121" y="60637"/>
                  </a:moveTo>
                  <a:arcTo wR="317500" hR="317500" stAng="-3240000" swAng="1944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41" name="Harvey 11/100 [11]">
              <a:extLst>
                <a:ext uri="{FF2B5EF4-FFF2-40B4-BE49-F238E27FC236}">
                  <a16:creationId xmlns:a16="http://schemas.microsoft.com/office/drawing/2014/main" id="{F3110C8B-1B18-4579-AB3F-0F4A0840CF38}"/>
                </a:ext>
              </a:extLst>
            </p:cNvPr>
            <p:cNvSpPr>
              <a:spLocks noChangeAspect="1"/>
            </p:cNvSpPr>
            <p:nvPr>
              <p:custDataLst>
                <p:tags r:id="rId61"/>
              </p:custDataLst>
            </p:nvPr>
          </p:nvSpPr>
          <p:spPr>
            <a:xfrm>
              <a:off x="4334905" y="3282696"/>
              <a:ext cx="292608" cy="292608"/>
            </a:xfrm>
            <a:custGeom>
              <a:avLst/>
              <a:gdLst/>
              <a:ahLst/>
              <a:cxnLst/>
              <a:rect l="l" t="t" r="r" b="b"/>
              <a:pathLst>
                <a:path w="635000" h="635000">
                  <a:moveTo>
                    <a:pt x="317500" y="0"/>
                  </a:moveTo>
                  <a:arcTo wR="317500" hR="317500" stAng="16200000" swAng="2376000"/>
                  <a:lnTo>
                    <a:pt x="317500" y="317500"/>
                  </a:lnTo>
                  <a:close/>
                </a:path>
                <a:path w="635000" h="635000" fill="none">
                  <a:moveTo>
                    <a:pt x="519882" y="72862"/>
                  </a:moveTo>
                  <a:arcTo wR="317500" hR="317500" stAng="-3024000" swAng="1922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42" name="Harvey 12/100 [12]">
              <a:extLst>
                <a:ext uri="{FF2B5EF4-FFF2-40B4-BE49-F238E27FC236}">
                  <a16:creationId xmlns:a16="http://schemas.microsoft.com/office/drawing/2014/main" id="{84A1B722-E5AC-45F7-9498-7FF502B6FA2B}"/>
                </a:ext>
              </a:extLst>
            </p:cNvPr>
            <p:cNvSpPr>
              <a:spLocks noChangeAspect="1"/>
            </p:cNvSpPr>
            <p:nvPr>
              <p:custDataLst>
                <p:tags r:id="rId62"/>
              </p:custDataLst>
            </p:nvPr>
          </p:nvSpPr>
          <p:spPr>
            <a:xfrm>
              <a:off x="4334905" y="3282696"/>
              <a:ext cx="292608" cy="292608"/>
            </a:xfrm>
            <a:custGeom>
              <a:avLst/>
              <a:gdLst/>
              <a:ahLst/>
              <a:cxnLst/>
              <a:rect l="l" t="t" r="r" b="b"/>
              <a:pathLst>
                <a:path w="635000" h="635000">
                  <a:moveTo>
                    <a:pt x="317500" y="0"/>
                  </a:moveTo>
                  <a:arcTo wR="317500" hR="317500" stAng="16200000" swAng="2591999"/>
                  <a:lnTo>
                    <a:pt x="317500" y="317500"/>
                  </a:lnTo>
                  <a:close/>
                </a:path>
                <a:path w="635000" h="635000" fill="none">
                  <a:moveTo>
                    <a:pt x="534843" y="86052"/>
                  </a:moveTo>
                  <a:arcTo wR="317500" hR="317500" stAng="-2808000" swAng="1900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43" name="Harvey 13/100 [13]">
              <a:extLst>
                <a:ext uri="{FF2B5EF4-FFF2-40B4-BE49-F238E27FC236}">
                  <a16:creationId xmlns:a16="http://schemas.microsoft.com/office/drawing/2014/main" id="{A5599F20-B957-4DF9-8B04-F2B77AAF0BDB}"/>
                </a:ext>
              </a:extLst>
            </p:cNvPr>
            <p:cNvSpPr>
              <a:spLocks noChangeAspect="1"/>
            </p:cNvSpPr>
            <p:nvPr>
              <p:custDataLst>
                <p:tags r:id="rId63"/>
              </p:custDataLst>
            </p:nvPr>
          </p:nvSpPr>
          <p:spPr>
            <a:xfrm>
              <a:off x="4334905" y="3282696"/>
              <a:ext cx="292608" cy="292608"/>
            </a:xfrm>
            <a:custGeom>
              <a:avLst/>
              <a:gdLst/>
              <a:ahLst/>
              <a:cxnLst/>
              <a:rect l="l" t="t" r="r" b="b"/>
              <a:pathLst>
                <a:path w="635000" h="635000">
                  <a:moveTo>
                    <a:pt x="317500" y="0"/>
                  </a:moveTo>
                  <a:arcTo wR="317500" hR="317500" stAng="16200000" swAng="2808000"/>
                  <a:lnTo>
                    <a:pt x="317500" y="317500"/>
                  </a:lnTo>
                  <a:close/>
                </a:path>
                <a:path w="635000" h="635000" fill="none">
                  <a:moveTo>
                    <a:pt x="548947" y="100156"/>
                  </a:moveTo>
                  <a:arcTo wR="317500" hR="317500" stAng="-2591999" swAng="1879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44" name="Harvey 14/100 [14]">
              <a:extLst>
                <a:ext uri="{FF2B5EF4-FFF2-40B4-BE49-F238E27FC236}">
                  <a16:creationId xmlns:a16="http://schemas.microsoft.com/office/drawing/2014/main" id="{F74357FC-EB3D-46C4-B56A-5007C9F4FB84}"/>
                </a:ext>
              </a:extLst>
            </p:cNvPr>
            <p:cNvSpPr>
              <a:spLocks noChangeAspect="1"/>
            </p:cNvSpPr>
            <p:nvPr>
              <p:custDataLst>
                <p:tags r:id="rId64"/>
              </p:custDataLst>
            </p:nvPr>
          </p:nvSpPr>
          <p:spPr>
            <a:xfrm>
              <a:off x="4334905" y="3282696"/>
              <a:ext cx="292608" cy="292608"/>
            </a:xfrm>
            <a:custGeom>
              <a:avLst/>
              <a:gdLst/>
              <a:ahLst/>
              <a:cxnLst/>
              <a:rect l="l" t="t" r="r" b="b"/>
              <a:pathLst>
                <a:path w="635000" h="635000">
                  <a:moveTo>
                    <a:pt x="317500" y="0"/>
                  </a:moveTo>
                  <a:arcTo wR="317500" hR="317500" stAng="16200000" swAng="3024000"/>
                  <a:lnTo>
                    <a:pt x="317500" y="317500"/>
                  </a:lnTo>
                  <a:close/>
                </a:path>
                <a:path w="635000" h="635000" fill="none">
                  <a:moveTo>
                    <a:pt x="562137" y="115117"/>
                  </a:moveTo>
                  <a:arcTo wR="317500" hR="317500" stAng="-2375999" swAng="1857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45" name="Harvey 15/100 [15]">
              <a:extLst>
                <a:ext uri="{FF2B5EF4-FFF2-40B4-BE49-F238E27FC236}">
                  <a16:creationId xmlns:a16="http://schemas.microsoft.com/office/drawing/2014/main" id="{32E8E8F3-9DBC-46F4-9700-CAF071913650}"/>
                </a:ext>
              </a:extLst>
            </p:cNvPr>
            <p:cNvSpPr>
              <a:spLocks noChangeAspect="1"/>
            </p:cNvSpPr>
            <p:nvPr>
              <p:custDataLst>
                <p:tags r:id="rId65"/>
              </p:custDataLst>
            </p:nvPr>
          </p:nvSpPr>
          <p:spPr>
            <a:xfrm>
              <a:off x="4334905" y="3282696"/>
              <a:ext cx="292608" cy="292608"/>
            </a:xfrm>
            <a:custGeom>
              <a:avLst/>
              <a:gdLst/>
              <a:ahLst/>
              <a:cxnLst/>
              <a:rect l="l" t="t" r="r" b="b"/>
              <a:pathLst>
                <a:path w="635000" h="635000">
                  <a:moveTo>
                    <a:pt x="317500" y="0"/>
                  </a:moveTo>
                  <a:arcTo wR="317500" hR="317500" stAng="16200000" swAng="3240000"/>
                  <a:lnTo>
                    <a:pt x="317500" y="317500"/>
                  </a:lnTo>
                  <a:close/>
                </a:path>
                <a:path w="635000" h="635000" fill="none">
                  <a:moveTo>
                    <a:pt x="574362" y="130878"/>
                  </a:moveTo>
                  <a:arcTo wR="317500" hR="317500" stAng="-2160000" swAng="1836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46" name="Harvey 16/100 [16]">
              <a:extLst>
                <a:ext uri="{FF2B5EF4-FFF2-40B4-BE49-F238E27FC236}">
                  <a16:creationId xmlns:a16="http://schemas.microsoft.com/office/drawing/2014/main" id="{71360883-3CF3-4439-9568-E456C60454A8}"/>
                </a:ext>
              </a:extLst>
            </p:cNvPr>
            <p:cNvSpPr>
              <a:spLocks noChangeAspect="1"/>
            </p:cNvSpPr>
            <p:nvPr>
              <p:custDataLst>
                <p:tags r:id="rId66"/>
              </p:custDataLst>
            </p:nvPr>
          </p:nvSpPr>
          <p:spPr>
            <a:xfrm>
              <a:off x="4334905" y="3282696"/>
              <a:ext cx="292608" cy="292608"/>
            </a:xfrm>
            <a:custGeom>
              <a:avLst/>
              <a:gdLst/>
              <a:ahLst/>
              <a:cxnLst/>
              <a:rect l="l" t="t" r="r" b="b"/>
              <a:pathLst>
                <a:path w="635000" h="635000">
                  <a:moveTo>
                    <a:pt x="317500" y="0"/>
                  </a:moveTo>
                  <a:arcTo wR="317500" hR="317500" stAng="16200000" swAng="3456000"/>
                  <a:lnTo>
                    <a:pt x="317500" y="317500"/>
                  </a:lnTo>
                  <a:close/>
                </a:path>
                <a:path w="635000" h="635000" fill="none">
                  <a:moveTo>
                    <a:pt x="585574" y="147374"/>
                  </a:moveTo>
                  <a:arcTo wR="317500" hR="317500" stAng="-1944000" swAng="1814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47" name="Harvey 17/100 [17]">
              <a:extLst>
                <a:ext uri="{FF2B5EF4-FFF2-40B4-BE49-F238E27FC236}">
                  <a16:creationId xmlns:a16="http://schemas.microsoft.com/office/drawing/2014/main" id="{AE88FC9E-FB95-4413-AE3E-B8BF504735B5}"/>
                </a:ext>
              </a:extLst>
            </p:cNvPr>
            <p:cNvSpPr>
              <a:spLocks noChangeAspect="1"/>
            </p:cNvSpPr>
            <p:nvPr>
              <p:custDataLst>
                <p:tags r:id="rId67"/>
              </p:custDataLst>
            </p:nvPr>
          </p:nvSpPr>
          <p:spPr>
            <a:xfrm>
              <a:off x="4334905" y="3282696"/>
              <a:ext cx="292608" cy="292608"/>
            </a:xfrm>
            <a:custGeom>
              <a:avLst/>
              <a:gdLst/>
              <a:ahLst/>
              <a:cxnLst/>
              <a:rect l="l" t="t" r="r" b="b"/>
              <a:pathLst>
                <a:path w="635000" h="635000">
                  <a:moveTo>
                    <a:pt x="317500" y="0"/>
                  </a:moveTo>
                  <a:arcTo wR="317500" hR="317500" stAng="16200000" swAng="3672000"/>
                  <a:lnTo>
                    <a:pt x="317500" y="317500"/>
                  </a:lnTo>
                  <a:close/>
                </a:path>
                <a:path w="635000" h="635000" fill="none">
                  <a:moveTo>
                    <a:pt x="595727" y="164543"/>
                  </a:moveTo>
                  <a:arcTo wR="317500" hR="317500" stAng="-1727999" swAng="1792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48" name="Harvey 18/100 [18]">
              <a:extLst>
                <a:ext uri="{FF2B5EF4-FFF2-40B4-BE49-F238E27FC236}">
                  <a16:creationId xmlns:a16="http://schemas.microsoft.com/office/drawing/2014/main" id="{62593B83-E4BE-4CE8-9B0B-25AF9B7D4254}"/>
                </a:ext>
              </a:extLst>
            </p:cNvPr>
            <p:cNvSpPr>
              <a:spLocks noChangeAspect="1"/>
            </p:cNvSpPr>
            <p:nvPr>
              <p:custDataLst>
                <p:tags r:id="rId68"/>
              </p:custDataLst>
            </p:nvPr>
          </p:nvSpPr>
          <p:spPr>
            <a:xfrm>
              <a:off x="4334905" y="3282696"/>
              <a:ext cx="292608" cy="292608"/>
            </a:xfrm>
            <a:custGeom>
              <a:avLst/>
              <a:gdLst/>
              <a:ahLst/>
              <a:cxnLst/>
              <a:rect l="l" t="t" r="r" b="b"/>
              <a:pathLst>
                <a:path w="635000" h="635000">
                  <a:moveTo>
                    <a:pt x="317500" y="0"/>
                  </a:moveTo>
                  <a:arcTo wR="317500" hR="317500" stAng="16200000" swAng="3888000"/>
                  <a:lnTo>
                    <a:pt x="317500" y="317500"/>
                  </a:lnTo>
                  <a:close/>
                </a:path>
                <a:path w="635000" h="635000" fill="none">
                  <a:moveTo>
                    <a:pt x="604782" y="182315"/>
                  </a:moveTo>
                  <a:arcTo wR="317500" hR="317500" stAng="-1512000" swAng="1771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49" name="Harvey 19/100 [19]">
              <a:extLst>
                <a:ext uri="{FF2B5EF4-FFF2-40B4-BE49-F238E27FC236}">
                  <a16:creationId xmlns:a16="http://schemas.microsoft.com/office/drawing/2014/main" id="{CD41838E-0172-403D-9B68-FD51310F5400}"/>
                </a:ext>
              </a:extLst>
            </p:cNvPr>
            <p:cNvSpPr>
              <a:spLocks noChangeAspect="1"/>
            </p:cNvSpPr>
            <p:nvPr>
              <p:custDataLst>
                <p:tags r:id="rId69"/>
              </p:custDataLst>
            </p:nvPr>
          </p:nvSpPr>
          <p:spPr>
            <a:xfrm>
              <a:off x="4334905" y="3282696"/>
              <a:ext cx="292608" cy="292608"/>
            </a:xfrm>
            <a:custGeom>
              <a:avLst/>
              <a:gdLst/>
              <a:ahLst/>
              <a:cxnLst/>
              <a:rect l="l" t="t" r="r" b="b"/>
              <a:pathLst>
                <a:path w="635000" h="635000">
                  <a:moveTo>
                    <a:pt x="317500" y="0"/>
                  </a:moveTo>
                  <a:arcTo wR="317500" hR="317500" stAng="16200000" swAng="4104000"/>
                  <a:lnTo>
                    <a:pt x="317500" y="317500"/>
                  </a:lnTo>
                  <a:close/>
                </a:path>
                <a:path w="635000" h="635000" fill="none">
                  <a:moveTo>
                    <a:pt x="612704" y="200620"/>
                  </a:moveTo>
                  <a:arcTo wR="317500" hR="317500" stAng="-1295999" swAng="1749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50" name="Harvey 20/100 [20]">
              <a:extLst>
                <a:ext uri="{FF2B5EF4-FFF2-40B4-BE49-F238E27FC236}">
                  <a16:creationId xmlns:a16="http://schemas.microsoft.com/office/drawing/2014/main" id="{EDE3F4CF-CB3E-40C2-B070-AC09F1E8FBD5}"/>
                </a:ext>
              </a:extLst>
            </p:cNvPr>
            <p:cNvSpPr>
              <a:spLocks noChangeAspect="1"/>
            </p:cNvSpPr>
            <p:nvPr>
              <p:custDataLst>
                <p:tags r:id="rId70"/>
              </p:custDataLst>
            </p:nvPr>
          </p:nvSpPr>
          <p:spPr>
            <a:xfrm>
              <a:off x="4334905" y="3282696"/>
              <a:ext cx="292608" cy="292608"/>
            </a:xfrm>
            <a:custGeom>
              <a:avLst/>
              <a:gdLst/>
              <a:ahLst/>
              <a:cxnLst/>
              <a:rect l="l" t="t" r="r" b="b"/>
              <a:pathLst>
                <a:path w="635000" h="635000">
                  <a:moveTo>
                    <a:pt x="317500" y="0"/>
                  </a:moveTo>
                  <a:arcTo wR="317500" hR="317500" stAng="16200000" swAng="4320000"/>
                  <a:lnTo>
                    <a:pt x="317500" y="317500"/>
                  </a:lnTo>
                  <a:close/>
                </a:path>
                <a:path w="635000" h="635000" fill="none">
                  <a:moveTo>
                    <a:pt x="619460" y="219387"/>
                  </a:moveTo>
                  <a:arcTo wR="317500" hR="317500" stAng="-1080000" swAng="1728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51" name="Harvey 21/100 [21]">
              <a:extLst>
                <a:ext uri="{FF2B5EF4-FFF2-40B4-BE49-F238E27FC236}">
                  <a16:creationId xmlns:a16="http://schemas.microsoft.com/office/drawing/2014/main" id="{CD8E25E7-83D2-4F78-92A7-435281704491}"/>
                </a:ext>
              </a:extLst>
            </p:cNvPr>
            <p:cNvSpPr>
              <a:spLocks noChangeAspect="1"/>
            </p:cNvSpPr>
            <p:nvPr>
              <p:custDataLst>
                <p:tags r:id="rId71"/>
              </p:custDataLst>
            </p:nvPr>
          </p:nvSpPr>
          <p:spPr>
            <a:xfrm>
              <a:off x="4334905" y="3282696"/>
              <a:ext cx="292608" cy="292608"/>
            </a:xfrm>
            <a:custGeom>
              <a:avLst/>
              <a:gdLst/>
              <a:ahLst/>
              <a:cxnLst/>
              <a:rect l="l" t="t" r="r" b="b"/>
              <a:pathLst>
                <a:path w="635000" h="635000">
                  <a:moveTo>
                    <a:pt x="317500" y="0"/>
                  </a:moveTo>
                  <a:arcTo wR="317500" hR="317500" stAng="16200000" swAng="4536000"/>
                  <a:lnTo>
                    <a:pt x="317500" y="317500"/>
                  </a:lnTo>
                  <a:close/>
                </a:path>
                <a:path w="635000" h="635000" fill="none">
                  <a:moveTo>
                    <a:pt x="625025" y="238540"/>
                  </a:moveTo>
                  <a:arcTo wR="317500" hR="317500" stAng="-864000" swAng="1706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52" name="Harvey 22/100 [22]">
              <a:extLst>
                <a:ext uri="{FF2B5EF4-FFF2-40B4-BE49-F238E27FC236}">
                  <a16:creationId xmlns:a16="http://schemas.microsoft.com/office/drawing/2014/main" id="{C6A696FB-9EFC-47F6-9860-247C48C1FC3D}"/>
                </a:ext>
              </a:extLst>
            </p:cNvPr>
            <p:cNvSpPr>
              <a:spLocks noChangeAspect="1"/>
            </p:cNvSpPr>
            <p:nvPr>
              <p:custDataLst>
                <p:tags r:id="rId72"/>
              </p:custDataLst>
            </p:nvPr>
          </p:nvSpPr>
          <p:spPr>
            <a:xfrm>
              <a:off x="4334905" y="3282696"/>
              <a:ext cx="292608" cy="292608"/>
            </a:xfrm>
            <a:custGeom>
              <a:avLst/>
              <a:gdLst/>
              <a:ahLst/>
              <a:cxnLst/>
              <a:rect l="l" t="t" r="r" b="b"/>
              <a:pathLst>
                <a:path w="635000" h="635000">
                  <a:moveTo>
                    <a:pt x="317500" y="0"/>
                  </a:moveTo>
                  <a:arcTo wR="317500" hR="317500" stAng="16200000" swAng="4752000"/>
                  <a:lnTo>
                    <a:pt x="317500" y="317500"/>
                  </a:lnTo>
                  <a:close/>
                </a:path>
                <a:path w="635000" h="635000" fill="none">
                  <a:moveTo>
                    <a:pt x="629376" y="258006"/>
                  </a:moveTo>
                  <a:arcTo wR="317500" hR="317500" stAng="-647999" swAng="1684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53" name="Harvey 23/100 [23]">
              <a:extLst>
                <a:ext uri="{FF2B5EF4-FFF2-40B4-BE49-F238E27FC236}">
                  <a16:creationId xmlns:a16="http://schemas.microsoft.com/office/drawing/2014/main" id="{252958D2-EE89-4FBF-BF7B-C8AFAD704413}"/>
                </a:ext>
              </a:extLst>
            </p:cNvPr>
            <p:cNvSpPr>
              <a:spLocks noChangeAspect="1"/>
            </p:cNvSpPr>
            <p:nvPr>
              <p:custDataLst>
                <p:tags r:id="rId73"/>
              </p:custDataLst>
            </p:nvPr>
          </p:nvSpPr>
          <p:spPr>
            <a:xfrm>
              <a:off x="4334905" y="3282696"/>
              <a:ext cx="292608" cy="292608"/>
            </a:xfrm>
            <a:custGeom>
              <a:avLst/>
              <a:gdLst/>
              <a:ahLst/>
              <a:cxnLst/>
              <a:rect l="l" t="t" r="r" b="b"/>
              <a:pathLst>
                <a:path w="635000" h="635000">
                  <a:moveTo>
                    <a:pt x="317500" y="0"/>
                  </a:moveTo>
                  <a:arcTo wR="317500" hR="317500" stAng="16200000" swAng="4968000"/>
                  <a:lnTo>
                    <a:pt x="317500" y="317500"/>
                  </a:lnTo>
                  <a:close/>
                </a:path>
                <a:path w="635000" h="635000" fill="none">
                  <a:moveTo>
                    <a:pt x="632496" y="277706"/>
                  </a:moveTo>
                  <a:arcTo wR="317500" hR="317500" stAng="-432000" swAng="1663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54" name="Harvey 24/100 [24]">
              <a:extLst>
                <a:ext uri="{FF2B5EF4-FFF2-40B4-BE49-F238E27FC236}">
                  <a16:creationId xmlns:a16="http://schemas.microsoft.com/office/drawing/2014/main" id="{314E82DC-04B6-406C-9D65-1115F4D2AA22}"/>
                </a:ext>
              </a:extLst>
            </p:cNvPr>
            <p:cNvSpPr>
              <a:spLocks noChangeAspect="1"/>
            </p:cNvSpPr>
            <p:nvPr>
              <p:custDataLst>
                <p:tags r:id="rId74"/>
              </p:custDataLst>
            </p:nvPr>
          </p:nvSpPr>
          <p:spPr>
            <a:xfrm>
              <a:off x="4334905" y="3282696"/>
              <a:ext cx="292608" cy="292608"/>
            </a:xfrm>
            <a:custGeom>
              <a:avLst/>
              <a:gdLst/>
              <a:ahLst/>
              <a:cxnLst/>
              <a:rect l="l" t="t" r="r" b="b"/>
              <a:pathLst>
                <a:path w="635000" h="635000">
                  <a:moveTo>
                    <a:pt x="317500" y="0"/>
                  </a:moveTo>
                  <a:arcTo wR="317500" hR="317500" stAng="16200000" swAng="5183999"/>
                  <a:lnTo>
                    <a:pt x="317500" y="317500"/>
                  </a:lnTo>
                  <a:close/>
                </a:path>
                <a:path w="635000" h="635000" fill="none">
                  <a:moveTo>
                    <a:pt x="634373" y="297564"/>
                  </a:moveTo>
                  <a:arcTo wR="317500" hR="317500" stAng="-216000" swAng="1641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55" name="Harvey 25/100 [25]">
              <a:extLst>
                <a:ext uri="{FF2B5EF4-FFF2-40B4-BE49-F238E27FC236}">
                  <a16:creationId xmlns:a16="http://schemas.microsoft.com/office/drawing/2014/main" id="{669D1B60-A74F-4296-8610-F3DCDDC15022}"/>
                </a:ext>
              </a:extLst>
            </p:cNvPr>
            <p:cNvSpPr>
              <a:spLocks noChangeAspect="1"/>
            </p:cNvSpPr>
            <p:nvPr>
              <p:custDataLst>
                <p:tags r:id="rId75"/>
              </p:custDataLst>
            </p:nvPr>
          </p:nvSpPr>
          <p:spPr>
            <a:xfrm>
              <a:off x="4334905" y="3282696"/>
              <a:ext cx="292608" cy="292608"/>
            </a:xfrm>
            <a:custGeom>
              <a:avLst/>
              <a:gdLst/>
              <a:ahLst/>
              <a:cxnLst/>
              <a:rect l="l" t="t" r="r" b="b"/>
              <a:pathLst>
                <a:path w="635000" h="635000">
                  <a:moveTo>
                    <a:pt x="317500" y="0"/>
                  </a:moveTo>
                  <a:arcTo wR="317500" hR="317500" stAng="16200000" swAng="5400000"/>
                  <a:lnTo>
                    <a:pt x="317500" y="317500"/>
                  </a:lnTo>
                  <a:close/>
                </a:path>
                <a:path w="635000" h="635000" fill="none">
                  <a:moveTo>
                    <a:pt x="635000" y="317500"/>
                  </a:moveTo>
                  <a:arcTo wR="317500" hR="317500" stAng="0" swAng="1620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56" name="Harvey 26/100 [26]">
              <a:extLst>
                <a:ext uri="{FF2B5EF4-FFF2-40B4-BE49-F238E27FC236}">
                  <a16:creationId xmlns:a16="http://schemas.microsoft.com/office/drawing/2014/main" id="{FF6DD112-04B6-4656-AB9D-1F9950FEE2D9}"/>
                </a:ext>
              </a:extLst>
            </p:cNvPr>
            <p:cNvSpPr>
              <a:spLocks noChangeAspect="1"/>
            </p:cNvSpPr>
            <p:nvPr>
              <p:custDataLst>
                <p:tags r:id="rId76"/>
              </p:custDataLst>
            </p:nvPr>
          </p:nvSpPr>
          <p:spPr>
            <a:xfrm>
              <a:off x="4334905" y="3282696"/>
              <a:ext cx="292608" cy="292608"/>
            </a:xfrm>
            <a:custGeom>
              <a:avLst/>
              <a:gdLst/>
              <a:ahLst/>
              <a:cxnLst/>
              <a:rect l="l" t="t" r="r" b="b"/>
              <a:pathLst>
                <a:path w="635000" h="635000">
                  <a:moveTo>
                    <a:pt x="317500" y="0"/>
                  </a:moveTo>
                  <a:arcTo wR="317500" hR="317500" stAng="16200000" swAng="5616000"/>
                  <a:lnTo>
                    <a:pt x="317500" y="317500"/>
                  </a:lnTo>
                  <a:close/>
                </a:path>
                <a:path w="635000" h="635000" fill="none">
                  <a:moveTo>
                    <a:pt x="634373" y="337435"/>
                  </a:moveTo>
                  <a:arcTo wR="317500" hR="317500" stAng="216000" swAng="15983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57" name="Harvey 27/100 [27]">
              <a:extLst>
                <a:ext uri="{FF2B5EF4-FFF2-40B4-BE49-F238E27FC236}">
                  <a16:creationId xmlns:a16="http://schemas.microsoft.com/office/drawing/2014/main" id="{E2928B53-FC5C-427C-AE65-9286773D84B2}"/>
                </a:ext>
              </a:extLst>
            </p:cNvPr>
            <p:cNvSpPr>
              <a:spLocks noChangeAspect="1"/>
            </p:cNvSpPr>
            <p:nvPr>
              <p:custDataLst>
                <p:tags r:id="rId77"/>
              </p:custDataLst>
            </p:nvPr>
          </p:nvSpPr>
          <p:spPr>
            <a:xfrm>
              <a:off x="4334905" y="3282696"/>
              <a:ext cx="292608" cy="292608"/>
            </a:xfrm>
            <a:custGeom>
              <a:avLst/>
              <a:gdLst/>
              <a:ahLst/>
              <a:cxnLst/>
              <a:rect l="l" t="t" r="r" b="b"/>
              <a:pathLst>
                <a:path w="635000" h="635000">
                  <a:moveTo>
                    <a:pt x="317500" y="0"/>
                  </a:moveTo>
                  <a:arcTo wR="317500" hR="317500" stAng="16200000" swAng="5832000"/>
                  <a:lnTo>
                    <a:pt x="317500" y="317500"/>
                  </a:lnTo>
                  <a:close/>
                </a:path>
                <a:path w="635000" h="635000" fill="none">
                  <a:moveTo>
                    <a:pt x="632496" y="357293"/>
                  </a:moveTo>
                  <a:arcTo wR="317500" hR="317500" stAng="432000" swAng="1576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58" name="Harvey 28/100 [28]">
              <a:extLst>
                <a:ext uri="{FF2B5EF4-FFF2-40B4-BE49-F238E27FC236}">
                  <a16:creationId xmlns:a16="http://schemas.microsoft.com/office/drawing/2014/main" id="{D8CF4F20-8FEC-47FF-9B86-E818143B2C19}"/>
                </a:ext>
              </a:extLst>
            </p:cNvPr>
            <p:cNvSpPr>
              <a:spLocks noChangeAspect="1"/>
            </p:cNvSpPr>
            <p:nvPr>
              <p:custDataLst>
                <p:tags r:id="rId78"/>
              </p:custDataLst>
            </p:nvPr>
          </p:nvSpPr>
          <p:spPr>
            <a:xfrm>
              <a:off x="4334905" y="3282696"/>
              <a:ext cx="292608" cy="292608"/>
            </a:xfrm>
            <a:custGeom>
              <a:avLst/>
              <a:gdLst/>
              <a:ahLst/>
              <a:cxnLst/>
              <a:rect l="l" t="t" r="r" b="b"/>
              <a:pathLst>
                <a:path w="635000" h="635000">
                  <a:moveTo>
                    <a:pt x="317500" y="0"/>
                  </a:moveTo>
                  <a:arcTo wR="317500" hR="317500" stAng="16200000" swAng="6048000"/>
                  <a:lnTo>
                    <a:pt x="317500" y="317500"/>
                  </a:lnTo>
                  <a:close/>
                </a:path>
                <a:path w="635000" h="635000" fill="none">
                  <a:moveTo>
                    <a:pt x="629376" y="376993"/>
                  </a:moveTo>
                  <a:arcTo wR="317500" hR="317500" stAng="648000" swAng="1555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59" name="Harvey 29/100 [29]">
              <a:extLst>
                <a:ext uri="{FF2B5EF4-FFF2-40B4-BE49-F238E27FC236}">
                  <a16:creationId xmlns:a16="http://schemas.microsoft.com/office/drawing/2014/main" id="{E1AF074D-4599-4D0E-8078-66303FEBDE44}"/>
                </a:ext>
              </a:extLst>
            </p:cNvPr>
            <p:cNvSpPr>
              <a:spLocks noChangeAspect="1"/>
            </p:cNvSpPr>
            <p:nvPr>
              <p:custDataLst>
                <p:tags r:id="rId79"/>
              </p:custDataLst>
            </p:nvPr>
          </p:nvSpPr>
          <p:spPr>
            <a:xfrm>
              <a:off x="4334905" y="3282696"/>
              <a:ext cx="292608" cy="292608"/>
            </a:xfrm>
            <a:custGeom>
              <a:avLst/>
              <a:gdLst/>
              <a:ahLst/>
              <a:cxnLst/>
              <a:rect l="l" t="t" r="r" b="b"/>
              <a:pathLst>
                <a:path w="635000" h="635000">
                  <a:moveTo>
                    <a:pt x="317500" y="0"/>
                  </a:moveTo>
                  <a:arcTo wR="317500" hR="317500" stAng="16200000" swAng="6263999"/>
                  <a:lnTo>
                    <a:pt x="317500" y="317500"/>
                  </a:lnTo>
                  <a:close/>
                </a:path>
                <a:path w="635000" h="635000" fill="none">
                  <a:moveTo>
                    <a:pt x="625025" y="396459"/>
                  </a:moveTo>
                  <a:arcTo wR="317500" hR="317500" stAng="863999" swAng="1533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60" name="Harvey 30/100 [30]">
              <a:extLst>
                <a:ext uri="{FF2B5EF4-FFF2-40B4-BE49-F238E27FC236}">
                  <a16:creationId xmlns:a16="http://schemas.microsoft.com/office/drawing/2014/main" id="{2DF9C982-C062-4899-8A5F-20F49AD9E1B5}"/>
                </a:ext>
              </a:extLst>
            </p:cNvPr>
            <p:cNvSpPr>
              <a:spLocks noChangeAspect="1"/>
            </p:cNvSpPr>
            <p:nvPr>
              <p:custDataLst>
                <p:tags r:id="rId80"/>
              </p:custDataLst>
            </p:nvPr>
          </p:nvSpPr>
          <p:spPr>
            <a:xfrm>
              <a:off x="4334905" y="3282696"/>
              <a:ext cx="292608" cy="292608"/>
            </a:xfrm>
            <a:custGeom>
              <a:avLst/>
              <a:gdLst/>
              <a:ahLst/>
              <a:cxnLst/>
              <a:rect l="l" t="t" r="r" b="b"/>
              <a:pathLst>
                <a:path w="635000" h="635000">
                  <a:moveTo>
                    <a:pt x="317500" y="0"/>
                  </a:moveTo>
                  <a:arcTo wR="317500" hR="317500" stAng="16200000" swAng="6480000"/>
                  <a:lnTo>
                    <a:pt x="317500" y="317500"/>
                  </a:lnTo>
                  <a:close/>
                </a:path>
                <a:path w="635000" h="635000" fill="none">
                  <a:moveTo>
                    <a:pt x="619460" y="415612"/>
                  </a:moveTo>
                  <a:arcTo wR="317500" hR="317500" stAng="1080000" swAng="15119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61" name="Harvey 31/100 [31]">
              <a:extLst>
                <a:ext uri="{FF2B5EF4-FFF2-40B4-BE49-F238E27FC236}">
                  <a16:creationId xmlns:a16="http://schemas.microsoft.com/office/drawing/2014/main" id="{E98CD797-9DD9-4143-9058-D1ABF95E7406}"/>
                </a:ext>
              </a:extLst>
            </p:cNvPr>
            <p:cNvSpPr>
              <a:spLocks noChangeAspect="1"/>
            </p:cNvSpPr>
            <p:nvPr>
              <p:custDataLst>
                <p:tags r:id="rId81"/>
              </p:custDataLst>
            </p:nvPr>
          </p:nvSpPr>
          <p:spPr>
            <a:xfrm>
              <a:off x="4334905" y="3282696"/>
              <a:ext cx="292608" cy="292608"/>
            </a:xfrm>
            <a:custGeom>
              <a:avLst/>
              <a:gdLst/>
              <a:ahLst/>
              <a:cxnLst/>
              <a:rect l="l" t="t" r="r" b="b"/>
              <a:pathLst>
                <a:path w="635000" h="635000">
                  <a:moveTo>
                    <a:pt x="317500" y="0"/>
                  </a:moveTo>
                  <a:arcTo wR="317500" hR="317500" stAng="16200000" swAng="6696000"/>
                  <a:lnTo>
                    <a:pt x="317500" y="317500"/>
                  </a:lnTo>
                  <a:close/>
                </a:path>
                <a:path w="635000" h="635000" fill="none">
                  <a:moveTo>
                    <a:pt x="612704" y="434379"/>
                  </a:moveTo>
                  <a:arcTo wR="317500" hR="317500" stAng="1295999" swAng="14903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62" name="Harvey 32/100 [32]">
              <a:extLst>
                <a:ext uri="{FF2B5EF4-FFF2-40B4-BE49-F238E27FC236}">
                  <a16:creationId xmlns:a16="http://schemas.microsoft.com/office/drawing/2014/main" id="{39029FE4-844F-47DA-8FEF-FB68673FF10C}"/>
                </a:ext>
              </a:extLst>
            </p:cNvPr>
            <p:cNvSpPr>
              <a:spLocks noChangeAspect="1"/>
            </p:cNvSpPr>
            <p:nvPr>
              <p:custDataLst>
                <p:tags r:id="rId82"/>
              </p:custDataLst>
            </p:nvPr>
          </p:nvSpPr>
          <p:spPr>
            <a:xfrm>
              <a:off x="4334905" y="3282696"/>
              <a:ext cx="292608" cy="292608"/>
            </a:xfrm>
            <a:custGeom>
              <a:avLst/>
              <a:gdLst/>
              <a:ahLst/>
              <a:cxnLst/>
              <a:rect l="l" t="t" r="r" b="b"/>
              <a:pathLst>
                <a:path w="635000" h="635000">
                  <a:moveTo>
                    <a:pt x="317500" y="0"/>
                  </a:moveTo>
                  <a:arcTo wR="317500" hR="317500" stAng="16200000" swAng="6912000"/>
                  <a:lnTo>
                    <a:pt x="317500" y="317500"/>
                  </a:lnTo>
                  <a:close/>
                </a:path>
                <a:path w="635000" h="635000" fill="none">
                  <a:moveTo>
                    <a:pt x="604782" y="452684"/>
                  </a:moveTo>
                  <a:arcTo wR="317500" hR="317500" stAng="1512000" swAng="14687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63" name="Harvey 33/100 [33]">
              <a:extLst>
                <a:ext uri="{FF2B5EF4-FFF2-40B4-BE49-F238E27FC236}">
                  <a16:creationId xmlns:a16="http://schemas.microsoft.com/office/drawing/2014/main" id="{B99AA4D4-9C74-447B-89EF-8FD268FF95EE}"/>
                </a:ext>
              </a:extLst>
            </p:cNvPr>
            <p:cNvSpPr>
              <a:spLocks noChangeAspect="1"/>
            </p:cNvSpPr>
            <p:nvPr>
              <p:custDataLst>
                <p:tags r:id="rId83"/>
              </p:custDataLst>
            </p:nvPr>
          </p:nvSpPr>
          <p:spPr>
            <a:xfrm>
              <a:off x="4334905" y="3282696"/>
              <a:ext cx="292608" cy="292608"/>
            </a:xfrm>
            <a:custGeom>
              <a:avLst/>
              <a:gdLst/>
              <a:ahLst/>
              <a:cxnLst/>
              <a:rect l="l" t="t" r="r" b="b"/>
              <a:pathLst>
                <a:path w="635000" h="635000">
                  <a:moveTo>
                    <a:pt x="317500" y="0"/>
                  </a:moveTo>
                  <a:arcTo wR="317500" hR="317500" stAng="16200000" swAng="7128000"/>
                  <a:lnTo>
                    <a:pt x="317500" y="317500"/>
                  </a:lnTo>
                  <a:close/>
                </a:path>
                <a:path w="635000" h="635000" fill="none">
                  <a:moveTo>
                    <a:pt x="595727" y="470456"/>
                  </a:moveTo>
                  <a:arcTo wR="317500" hR="317500" stAng="1728000" swAng="1447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64" name="Harvey 34/100 [34]">
              <a:extLst>
                <a:ext uri="{FF2B5EF4-FFF2-40B4-BE49-F238E27FC236}">
                  <a16:creationId xmlns:a16="http://schemas.microsoft.com/office/drawing/2014/main" id="{0880CCDE-4DDE-49A8-AFB2-FDDCE314B4D3}"/>
                </a:ext>
              </a:extLst>
            </p:cNvPr>
            <p:cNvSpPr>
              <a:spLocks noChangeAspect="1"/>
            </p:cNvSpPr>
            <p:nvPr>
              <p:custDataLst>
                <p:tags r:id="rId84"/>
              </p:custDataLst>
            </p:nvPr>
          </p:nvSpPr>
          <p:spPr>
            <a:xfrm>
              <a:off x="4334905" y="3282696"/>
              <a:ext cx="292608" cy="292608"/>
            </a:xfrm>
            <a:custGeom>
              <a:avLst/>
              <a:gdLst/>
              <a:ahLst/>
              <a:cxnLst/>
              <a:rect l="l" t="t" r="r" b="b"/>
              <a:pathLst>
                <a:path w="635000" h="635000">
                  <a:moveTo>
                    <a:pt x="317500" y="0"/>
                  </a:moveTo>
                  <a:arcTo wR="317500" hR="317500" stAng="16200000" swAng="7344000"/>
                  <a:lnTo>
                    <a:pt x="317500" y="317500"/>
                  </a:lnTo>
                  <a:close/>
                </a:path>
                <a:path w="635000" h="635000" fill="none">
                  <a:moveTo>
                    <a:pt x="585574" y="487625"/>
                  </a:moveTo>
                  <a:arcTo wR="317500" hR="317500" stAng="1944000" swAng="14255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65" name="Harvey 35/100 [35]">
              <a:extLst>
                <a:ext uri="{FF2B5EF4-FFF2-40B4-BE49-F238E27FC236}">
                  <a16:creationId xmlns:a16="http://schemas.microsoft.com/office/drawing/2014/main" id="{F37E834A-F9D8-4623-BC85-60359856CCD0}"/>
                </a:ext>
              </a:extLst>
            </p:cNvPr>
            <p:cNvSpPr>
              <a:spLocks noChangeAspect="1"/>
            </p:cNvSpPr>
            <p:nvPr>
              <p:custDataLst>
                <p:tags r:id="rId85"/>
              </p:custDataLst>
            </p:nvPr>
          </p:nvSpPr>
          <p:spPr>
            <a:xfrm>
              <a:off x="4334905" y="3282696"/>
              <a:ext cx="292608" cy="292608"/>
            </a:xfrm>
            <a:custGeom>
              <a:avLst/>
              <a:gdLst/>
              <a:ahLst/>
              <a:cxnLst/>
              <a:rect l="l" t="t" r="r" b="b"/>
              <a:pathLst>
                <a:path w="635000" h="635000">
                  <a:moveTo>
                    <a:pt x="317500" y="0"/>
                  </a:moveTo>
                  <a:arcTo wR="317500" hR="317500" stAng="16200000" swAng="7559999"/>
                  <a:lnTo>
                    <a:pt x="317500" y="317500"/>
                  </a:lnTo>
                  <a:close/>
                </a:path>
                <a:path w="635000" h="635000" fill="none">
                  <a:moveTo>
                    <a:pt x="574362" y="504121"/>
                  </a:moveTo>
                  <a:arcTo wR="317500" hR="317500" stAng="2159999" swAng="1404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66" name="Harvey 36/100 [36]">
              <a:extLst>
                <a:ext uri="{FF2B5EF4-FFF2-40B4-BE49-F238E27FC236}">
                  <a16:creationId xmlns:a16="http://schemas.microsoft.com/office/drawing/2014/main" id="{15163940-B229-4368-B727-3714123C78AB}"/>
                </a:ext>
              </a:extLst>
            </p:cNvPr>
            <p:cNvSpPr>
              <a:spLocks noChangeAspect="1"/>
            </p:cNvSpPr>
            <p:nvPr>
              <p:custDataLst>
                <p:tags r:id="rId86"/>
              </p:custDataLst>
            </p:nvPr>
          </p:nvSpPr>
          <p:spPr>
            <a:xfrm>
              <a:off x="4334905" y="3282696"/>
              <a:ext cx="292608" cy="292608"/>
            </a:xfrm>
            <a:custGeom>
              <a:avLst/>
              <a:gdLst/>
              <a:ahLst/>
              <a:cxnLst/>
              <a:rect l="l" t="t" r="r" b="b"/>
              <a:pathLst>
                <a:path w="635000" h="635000">
                  <a:moveTo>
                    <a:pt x="317500" y="0"/>
                  </a:moveTo>
                  <a:arcTo wR="317500" hR="317500" stAng="16200000" swAng="7776000"/>
                  <a:lnTo>
                    <a:pt x="317500" y="317500"/>
                  </a:lnTo>
                  <a:close/>
                </a:path>
                <a:path w="635000" h="635000" fill="none">
                  <a:moveTo>
                    <a:pt x="562137" y="519882"/>
                  </a:moveTo>
                  <a:arcTo wR="317500" hR="317500" stAng="2375999" swAng="1382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67" name="Harvey 37/100 [37]">
              <a:extLst>
                <a:ext uri="{FF2B5EF4-FFF2-40B4-BE49-F238E27FC236}">
                  <a16:creationId xmlns:a16="http://schemas.microsoft.com/office/drawing/2014/main" id="{64BAECDC-27C7-4333-B9D8-59DE42A1B1AA}"/>
                </a:ext>
              </a:extLst>
            </p:cNvPr>
            <p:cNvSpPr>
              <a:spLocks noChangeAspect="1"/>
            </p:cNvSpPr>
            <p:nvPr>
              <p:custDataLst>
                <p:tags r:id="rId87"/>
              </p:custDataLst>
            </p:nvPr>
          </p:nvSpPr>
          <p:spPr>
            <a:xfrm>
              <a:off x="4334905" y="3282696"/>
              <a:ext cx="292608" cy="292608"/>
            </a:xfrm>
            <a:custGeom>
              <a:avLst/>
              <a:gdLst/>
              <a:ahLst/>
              <a:cxnLst/>
              <a:rect l="l" t="t" r="r" b="b"/>
              <a:pathLst>
                <a:path w="635000" h="635000">
                  <a:moveTo>
                    <a:pt x="317500" y="0"/>
                  </a:moveTo>
                  <a:arcTo wR="317500" hR="317500" stAng="16200000" swAng="7991999"/>
                  <a:lnTo>
                    <a:pt x="317500" y="317500"/>
                  </a:lnTo>
                  <a:close/>
                </a:path>
                <a:path w="635000" h="635000" fill="none">
                  <a:moveTo>
                    <a:pt x="548947" y="534843"/>
                  </a:moveTo>
                  <a:arcTo wR="317500" hR="317500" stAng="2591999" swAng="1360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68" name="Harvey 38/100 [38]">
              <a:extLst>
                <a:ext uri="{FF2B5EF4-FFF2-40B4-BE49-F238E27FC236}">
                  <a16:creationId xmlns:a16="http://schemas.microsoft.com/office/drawing/2014/main" id="{4F018A0A-A74A-4E47-BC47-203679D4F8C0}"/>
                </a:ext>
              </a:extLst>
            </p:cNvPr>
            <p:cNvSpPr>
              <a:spLocks noChangeAspect="1"/>
            </p:cNvSpPr>
            <p:nvPr>
              <p:custDataLst>
                <p:tags r:id="rId88"/>
              </p:custDataLst>
            </p:nvPr>
          </p:nvSpPr>
          <p:spPr>
            <a:xfrm>
              <a:off x="4334905" y="3282696"/>
              <a:ext cx="292608" cy="292608"/>
            </a:xfrm>
            <a:custGeom>
              <a:avLst/>
              <a:gdLst/>
              <a:ahLst/>
              <a:cxnLst/>
              <a:rect l="l" t="t" r="r" b="b"/>
              <a:pathLst>
                <a:path w="635000" h="635000">
                  <a:moveTo>
                    <a:pt x="317500" y="0"/>
                  </a:moveTo>
                  <a:arcTo wR="317500" hR="317500" stAng="16200000" swAng="8208000"/>
                  <a:lnTo>
                    <a:pt x="317500" y="317500"/>
                  </a:lnTo>
                  <a:close/>
                </a:path>
                <a:path w="635000" h="635000" fill="none">
                  <a:moveTo>
                    <a:pt x="534843" y="548947"/>
                  </a:moveTo>
                  <a:arcTo wR="317500" hR="317500" stAng="2808000" swAng="1339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69" name="Harvey 39/100 [39]">
              <a:extLst>
                <a:ext uri="{FF2B5EF4-FFF2-40B4-BE49-F238E27FC236}">
                  <a16:creationId xmlns:a16="http://schemas.microsoft.com/office/drawing/2014/main" id="{ACA75957-9FDB-46A2-82EC-77103CBEAC52}"/>
                </a:ext>
              </a:extLst>
            </p:cNvPr>
            <p:cNvSpPr>
              <a:spLocks noChangeAspect="1"/>
            </p:cNvSpPr>
            <p:nvPr>
              <p:custDataLst>
                <p:tags r:id="rId89"/>
              </p:custDataLst>
            </p:nvPr>
          </p:nvSpPr>
          <p:spPr>
            <a:xfrm>
              <a:off x="4334905" y="3282696"/>
              <a:ext cx="292608" cy="292608"/>
            </a:xfrm>
            <a:custGeom>
              <a:avLst/>
              <a:gdLst/>
              <a:ahLst/>
              <a:cxnLst/>
              <a:rect l="l" t="t" r="r" b="b"/>
              <a:pathLst>
                <a:path w="635000" h="635000">
                  <a:moveTo>
                    <a:pt x="317500" y="0"/>
                  </a:moveTo>
                  <a:arcTo wR="317500" hR="317500" stAng="16200000" swAng="8424000"/>
                  <a:lnTo>
                    <a:pt x="317500" y="317500"/>
                  </a:lnTo>
                  <a:close/>
                </a:path>
                <a:path w="635000" h="635000" fill="none">
                  <a:moveTo>
                    <a:pt x="519882" y="562137"/>
                  </a:moveTo>
                  <a:arcTo wR="317500" hR="317500" stAng="3024000" swAng="1317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70" name="Harvey 40/100 [40]">
              <a:extLst>
                <a:ext uri="{FF2B5EF4-FFF2-40B4-BE49-F238E27FC236}">
                  <a16:creationId xmlns:a16="http://schemas.microsoft.com/office/drawing/2014/main" id="{025DFA7F-A073-422A-8D20-E27D1ABE4342}"/>
                </a:ext>
              </a:extLst>
            </p:cNvPr>
            <p:cNvSpPr>
              <a:spLocks noChangeAspect="1"/>
            </p:cNvSpPr>
            <p:nvPr>
              <p:custDataLst>
                <p:tags r:id="rId90"/>
              </p:custDataLst>
            </p:nvPr>
          </p:nvSpPr>
          <p:spPr>
            <a:xfrm>
              <a:off x="4334905" y="3282696"/>
              <a:ext cx="292608" cy="292608"/>
            </a:xfrm>
            <a:custGeom>
              <a:avLst/>
              <a:gdLst/>
              <a:ahLst/>
              <a:cxnLst/>
              <a:rect l="l" t="t" r="r" b="b"/>
              <a:pathLst>
                <a:path w="635000" h="635000">
                  <a:moveTo>
                    <a:pt x="317500" y="0"/>
                  </a:moveTo>
                  <a:arcTo wR="317500" hR="317500" stAng="16200000" swAng="8640000"/>
                  <a:lnTo>
                    <a:pt x="317500" y="317500"/>
                  </a:lnTo>
                  <a:close/>
                </a:path>
                <a:path w="635000" h="635000" fill="none">
                  <a:moveTo>
                    <a:pt x="504121" y="574362"/>
                  </a:moveTo>
                  <a:arcTo wR="317500" hR="317500" stAng="3240000" swAng="1296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71" name="Harvey 41/100 [41]">
              <a:extLst>
                <a:ext uri="{FF2B5EF4-FFF2-40B4-BE49-F238E27FC236}">
                  <a16:creationId xmlns:a16="http://schemas.microsoft.com/office/drawing/2014/main" id="{BF311CE9-A4CB-4965-8F0F-5B6811E9FB20}"/>
                </a:ext>
              </a:extLst>
            </p:cNvPr>
            <p:cNvSpPr>
              <a:spLocks noChangeAspect="1"/>
            </p:cNvSpPr>
            <p:nvPr>
              <p:custDataLst>
                <p:tags r:id="rId91"/>
              </p:custDataLst>
            </p:nvPr>
          </p:nvSpPr>
          <p:spPr>
            <a:xfrm>
              <a:off x="4334905" y="3282696"/>
              <a:ext cx="292608" cy="292608"/>
            </a:xfrm>
            <a:custGeom>
              <a:avLst/>
              <a:gdLst/>
              <a:ahLst/>
              <a:cxnLst/>
              <a:rect l="l" t="t" r="r" b="b"/>
              <a:pathLst>
                <a:path w="635000" h="635000">
                  <a:moveTo>
                    <a:pt x="317500" y="0"/>
                  </a:moveTo>
                  <a:arcTo wR="317500" hR="317500" stAng="16200000" swAng="8856000"/>
                  <a:lnTo>
                    <a:pt x="317500" y="317500"/>
                  </a:lnTo>
                  <a:close/>
                </a:path>
                <a:path w="635000" h="635000" fill="none">
                  <a:moveTo>
                    <a:pt x="487625" y="585574"/>
                  </a:moveTo>
                  <a:arcTo wR="317500" hR="317500" stAng="3455999" swAng="1274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72" name="Harvey 42/100 [42]">
              <a:extLst>
                <a:ext uri="{FF2B5EF4-FFF2-40B4-BE49-F238E27FC236}">
                  <a16:creationId xmlns:a16="http://schemas.microsoft.com/office/drawing/2014/main" id="{1B415A3D-1E85-4E6A-8BAB-3BB56600BA4F}"/>
                </a:ext>
              </a:extLst>
            </p:cNvPr>
            <p:cNvSpPr>
              <a:spLocks noChangeAspect="1"/>
            </p:cNvSpPr>
            <p:nvPr>
              <p:custDataLst>
                <p:tags r:id="rId92"/>
              </p:custDataLst>
            </p:nvPr>
          </p:nvSpPr>
          <p:spPr>
            <a:xfrm>
              <a:off x="4334905" y="3282696"/>
              <a:ext cx="292608" cy="292608"/>
            </a:xfrm>
            <a:custGeom>
              <a:avLst/>
              <a:gdLst/>
              <a:ahLst/>
              <a:cxnLst/>
              <a:rect l="l" t="t" r="r" b="b"/>
              <a:pathLst>
                <a:path w="635000" h="635000">
                  <a:moveTo>
                    <a:pt x="317500" y="0"/>
                  </a:moveTo>
                  <a:arcTo wR="317500" hR="317500" stAng="16200000" swAng="9072000"/>
                  <a:lnTo>
                    <a:pt x="317500" y="317500"/>
                  </a:lnTo>
                  <a:close/>
                </a:path>
                <a:path w="635000" h="635000" fill="none">
                  <a:moveTo>
                    <a:pt x="470456" y="595727"/>
                  </a:moveTo>
                  <a:arcTo wR="317500" hR="317500" stAng="3671999" swAng="1252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73" name="Harvey 43/100 [43]">
              <a:extLst>
                <a:ext uri="{FF2B5EF4-FFF2-40B4-BE49-F238E27FC236}">
                  <a16:creationId xmlns:a16="http://schemas.microsoft.com/office/drawing/2014/main" id="{7EAD6077-4487-4E7D-846D-445E65B5291C}"/>
                </a:ext>
              </a:extLst>
            </p:cNvPr>
            <p:cNvSpPr>
              <a:spLocks noChangeAspect="1"/>
            </p:cNvSpPr>
            <p:nvPr>
              <p:custDataLst>
                <p:tags r:id="rId93"/>
              </p:custDataLst>
            </p:nvPr>
          </p:nvSpPr>
          <p:spPr>
            <a:xfrm>
              <a:off x="4334905" y="3282696"/>
              <a:ext cx="292608" cy="292608"/>
            </a:xfrm>
            <a:custGeom>
              <a:avLst/>
              <a:gdLst/>
              <a:ahLst/>
              <a:cxnLst/>
              <a:rect l="l" t="t" r="r" b="b"/>
              <a:pathLst>
                <a:path w="635000" h="635000">
                  <a:moveTo>
                    <a:pt x="317500" y="0"/>
                  </a:moveTo>
                  <a:arcTo wR="317500" hR="317500" stAng="16200000" swAng="9288000"/>
                  <a:lnTo>
                    <a:pt x="317500" y="317500"/>
                  </a:lnTo>
                  <a:close/>
                </a:path>
                <a:path w="635000" h="635000" fill="none">
                  <a:moveTo>
                    <a:pt x="452684" y="604782"/>
                  </a:moveTo>
                  <a:arcTo wR="317500" hR="317500" stAng="3888000" swAng="1231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74" name="Harvey 44/100 [44]">
              <a:extLst>
                <a:ext uri="{FF2B5EF4-FFF2-40B4-BE49-F238E27FC236}">
                  <a16:creationId xmlns:a16="http://schemas.microsoft.com/office/drawing/2014/main" id="{4B57ADAF-4A83-4CB4-8920-E2B9F994E83E}"/>
                </a:ext>
              </a:extLst>
            </p:cNvPr>
            <p:cNvSpPr>
              <a:spLocks noChangeAspect="1"/>
            </p:cNvSpPr>
            <p:nvPr>
              <p:custDataLst>
                <p:tags r:id="rId94"/>
              </p:custDataLst>
            </p:nvPr>
          </p:nvSpPr>
          <p:spPr>
            <a:xfrm>
              <a:off x="4334905" y="3282696"/>
              <a:ext cx="292608" cy="292608"/>
            </a:xfrm>
            <a:custGeom>
              <a:avLst/>
              <a:gdLst/>
              <a:ahLst/>
              <a:cxnLst/>
              <a:rect l="l" t="t" r="r" b="b"/>
              <a:pathLst>
                <a:path w="635000" h="635000">
                  <a:moveTo>
                    <a:pt x="317500" y="0"/>
                  </a:moveTo>
                  <a:arcTo wR="317500" hR="317500" stAng="16200000" swAng="9504000"/>
                  <a:lnTo>
                    <a:pt x="317500" y="317500"/>
                  </a:lnTo>
                  <a:close/>
                </a:path>
                <a:path w="635000" h="635000" fill="none">
                  <a:moveTo>
                    <a:pt x="434379" y="612704"/>
                  </a:moveTo>
                  <a:arcTo wR="317500" hR="317500" stAng="4104000" swAng="1209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75" name="Harvey 45/100 [45]">
              <a:extLst>
                <a:ext uri="{FF2B5EF4-FFF2-40B4-BE49-F238E27FC236}">
                  <a16:creationId xmlns:a16="http://schemas.microsoft.com/office/drawing/2014/main" id="{FF3E5416-AC43-4CBB-A32A-A966ED03106F}"/>
                </a:ext>
              </a:extLst>
            </p:cNvPr>
            <p:cNvSpPr>
              <a:spLocks noChangeAspect="1"/>
            </p:cNvSpPr>
            <p:nvPr>
              <p:custDataLst>
                <p:tags r:id="rId95"/>
              </p:custDataLst>
            </p:nvPr>
          </p:nvSpPr>
          <p:spPr>
            <a:xfrm>
              <a:off x="4334905" y="3282696"/>
              <a:ext cx="292608" cy="292608"/>
            </a:xfrm>
            <a:custGeom>
              <a:avLst/>
              <a:gdLst/>
              <a:ahLst/>
              <a:cxnLst/>
              <a:rect l="l" t="t" r="r" b="b"/>
              <a:pathLst>
                <a:path w="635000" h="635000">
                  <a:moveTo>
                    <a:pt x="317500" y="0"/>
                  </a:moveTo>
                  <a:arcTo wR="317500" hR="317500" stAng="16200000" swAng="9720000"/>
                  <a:lnTo>
                    <a:pt x="317500" y="317500"/>
                  </a:lnTo>
                  <a:close/>
                </a:path>
                <a:path w="635000" h="635000" fill="none">
                  <a:moveTo>
                    <a:pt x="415612" y="619460"/>
                  </a:moveTo>
                  <a:arcTo wR="317500" hR="317500" stAng="4320000" swAng="1188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76" name="Harvey 46/100 [46]">
              <a:extLst>
                <a:ext uri="{FF2B5EF4-FFF2-40B4-BE49-F238E27FC236}">
                  <a16:creationId xmlns:a16="http://schemas.microsoft.com/office/drawing/2014/main" id="{49AFF9C1-C19A-487C-A4C1-47DA87277C3B}"/>
                </a:ext>
              </a:extLst>
            </p:cNvPr>
            <p:cNvSpPr>
              <a:spLocks noChangeAspect="1"/>
            </p:cNvSpPr>
            <p:nvPr>
              <p:custDataLst>
                <p:tags r:id="rId96"/>
              </p:custDataLst>
            </p:nvPr>
          </p:nvSpPr>
          <p:spPr>
            <a:xfrm>
              <a:off x="4334905" y="3282696"/>
              <a:ext cx="292608" cy="292608"/>
            </a:xfrm>
            <a:custGeom>
              <a:avLst/>
              <a:gdLst/>
              <a:ahLst/>
              <a:cxnLst/>
              <a:rect l="l" t="t" r="r" b="b"/>
              <a:pathLst>
                <a:path w="635000" h="635000">
                  <a:moveTo>
                    <a:pt x="317500" y="0"/>
                  </a:moveTo>
                  <a:arcTo wR="317500" hR="317500" stAng="16200000" swAng="9936000"/>
                  <a:lnTo>
                    <a:pt x="317500" y="317500"/>
                  </a:lnTo>
                  <a:close/>
                </a:path>
                <a:path w="635000" h="635000" fill="none">
                  <a:moveTo>
                    <a:pt x="396459" y="625025"/>
                  </a:moveTo>
                  <a:arcTo wR="317500" hR="317500" stAng="4536000" swAng="1166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77" name="Harvey 47/100 [47]">
              <a:extLst>
                <a:ext uri="{FF2B5EF4-FFF2-40B4-BE49-F238E27FC236}">
                  <a16:creationId xmlns:a16="http://schemas.microsoft.com/office/drawing/2014/main" id="{F35AEE09-D82F-438F-9D01-96C6876241F1}"/>
                </a:ext>
              </a:extLst>
            </p:cNvPr>
            <p:cNvSpPr>
              <a:spLocks noChangeAspect="1"/>
            </p:cNvSpPr>
            <p:nvPr>
              <p:custDataLst>
                <p:tags r:id="rId97"/>
              </p:custDataLst>
            </p:nvPr>
          </p:nvSpPr>
          <p:spPr>
            <a:xfrm>
              <a:off x="4334905" y="3282696"/>
              <a:ext cx="292608" cy="292608"/>
            </a:xfrm>
            <a:custGeom>
              <a:avLst/>
              <a:gdLst/>
              <a:ahLst/>
              <a:cxnLst/>
              <a:rect l="l" t="t" r="r" b="b"/>
              <a:pathLst>
                <a:path w="635000" h="635000">
                  <a:moveTo>
                    <a:pt x="317500" y="0"/>
                  </a:moveTo>
                  <a:arcTo wR="317500" hR="317500" stAng="16200000" swAng="10152000"/>
                  <a:lnTo>
                    <a:pt x="317500" y="317500"/>
                  </a:lnTo>
                  <a:close/>
                </a:path>
                <a:path w="635000" h="635000" fill="none">
                  <a:moveTo>
                    <a:pt x="376993" y="629376"/>
                  </a:moveTo>
                  <a:arcTo wR="317500" hR="317500" stAng="4751999" swAng="1144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78" name="Harvey 48/100 [48]">
              <a:extLst>
                <a:ext uri="{FF2B5EF4-FFF2-40B4-BE49-F238E27FC236}">
                  <a16:creationId xmlns:a16="http://schemas.microsoft.com/office/drawing/2014/main" id="{4FC3325B-EEB2-4420-9715-1149CEACE9AC}"/>
                </a:ext>
              </a:extLst>
            </p:cNvPr>
            <p:cNvSpPr>
              <a:spLocks noChangeAspect="1"/>
            </p:cNvSpPr>
            <p:nvPr>
              <p:custDataLst>
                <p:tags r:id="rId98"/>
              </p:custDataLst>
            </p:nvPr>
          </p:nvSpPr>
          <p:spPr>
            <a:xfrm>
              <a:off x="4334905" y="3282696"/>
              <a:ext cx="292608" cy="292608"/>
            </a:xfrm>
            <a:custGeom>
              <a:avLst/>
              <a:gdLst/>
              <a:ahLst/>
              <a:cxnLst/>
              <a:rect l="l" t="t" r="r" b="b"/>
              <a:pathLst>
                <a:path w="635000" h="635000">
                  <a:moveTo>
                    <a:pt x="317500" y="0"/>
                  </a:moveTo>
                  <a:arcTo wR="317500" hR="317500" stAng="16200000" swAng="10367999"/>
                  <a:lnTo>
                    <a:pt x="317500" y="317500"/>
                  </a:lnTo>
                  <a:close/>
                </a:path>
                <a:path w="635000" h="635000" fill="none">
                  <a:moveTo>
                    <a:pt x="357293" y="632496"/>
                  </a:moveTo>
                  <a:arcTo wR="317500" hR="317500" stAng="4967999" swAng="1123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79" name="Harvey 49/100 [49]">
              <a:extLst>
                <a:ext uri="{FF2B5EF4-FFF2-40B4-BE49-F238E27FC236}">
                  <a16:creationId xmlns:a16="http://schemas.microsoft.com/office/drawing/2014/main" id="{3BE00D50-8FCE-4E11-AA24-10B621732F20}"/>
                </a:ext>
              </a:extLst>
            </p:cNvPr>
            <p:cNvSpPr>
              <a:spLocks noChangeAspect="1"/>
            </p:cNvSpPr>
            <p:nvPr>
              <p:custDataLst>
                <p:tags r:id="rId99"/>
              </p:custDataLst>
            </p:nvPr>
          </p:nvSpPr>
          <p:spPr>
            <a:xfrm>
              <a:off x="4334905" y="3282696"/>
              <a:ext cx="292608" cy="292608"/>
            </a:xfrm>
            <a:custGeom>
              <a:avLst/>
              <a:gdLst/>
              <a:ahLst/>
              <a:cxnLst/>
              <a:rect l="l" t="t" r="r" b="b"/>
              <a:pathLst>
                <a:path w="635000" h="635000">
                  <a:moveTo>
                    <a:pt x="317500" y="0"/>
                  </a:moveTo>
                  <a:arcTo wR="317500" hR="317500" stAng="16200000" swAng="10584000"/>
                  <a:lnTo>
                    <a:pt x="317500" y="317500"/>
                  </a:lnTo>
                  <a:close/>
                </a:path>
                <a:path w="635000" h="635000" fill="none">
                  <a:moveTo>
                    <a:pt x="337435" y="634373"/>
                  </a:moveTo>
                  <a:arcTo wR="317500" hR="317500" stAng="5184000" swAng="1101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80" name="Harvey 50/100 [50]">
              <a:extLst>
                <a:ext uri="{FF2B5EF4-FFF2-40B4-BE49-F238E27FC236}">
                  <a16:creationId xmlns:a16="http://schemas.microsoft.com/office/drawing/2014/main" id="{97083993-8BFD-443F-A3A3-D28EF389CE2B}"/>
                </a:ext>
              </a:extLst>
            </p:cNvPr>
            <p:cNvSpPr>
              <a:spLocks noChangeAspect="1"/>
            </p:cNvSpPr>
            <p:nvPr>
              <p:custDataLst>
                <p:tags r:id="rId100"/>
              </p:custDataLst>
            </p:nvPr>
          </p:nvSpPr>
          <p:spPr>
            <a:xfrm>
              <a:off x="4334905" y="3282696"/>
              <a:ext cx="292608" cy="292608"/>
            </a:xfrm>
            <a:custGeom>
              <a:avLst/>
              <a:gdLst/>
              <a:ahLst/>
              <a:cxnLst/>
              <a:rect l="l" t="t" r="r" b="b"/>
              <a:pathLst>
                <a:path w="635000" h="635000">
                  <a:moveTo>
                    <a:pt x="317500" y="0"/>
                  </a:moveTo>
                  <a:arcTo wR="317500" hR="317500" stAng="16200000" swAng="10800000"/>
                  <a:lnTo>
                    <a:pt x="317500" y="317500"/>
                  </a:lnTo>
                  <a:close/>
                </a:path>
                <a:path w="635000" h="635000" fill="none">
                  <a:moveTo>
                    <a:pt x="317500" y="635000"/>
                  </a:moveTo>
                  <a:arcTo wR="317500" hR="317500" stAng="5400000" swAng="1080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81" name="Harvey 51/100 [51]">
              <a:extLst>
                <a:ext uri="{FF2B5EF4-FFF2-40B4-BE49-F238E27FC236}">
                  <a16:creationId xmlns:a16="http://schemas.microsoft.com/office/drawing/2014/main" id="{BDE38762-18E9-47FF-895E-325F5976ECAA}"/>
                </a:ext>
              </a:extLst>
            </p:cNvPr>
            <p:cNvSpPr>
              <a:spLocks noChangeAspect="1"/>
            </p:cNvSpPr>
            <p:nvPr>
              <p:custDataLst>
                <p:tags r:id="rId101"/>
              </p:custDataLst>
            </p:nvPr>
          </p:nvSpPr>
          <p:spPr>
            <a:xfrm>
              <a:off x="4334905" y="3282696"/>
              <a:ext cx="292608" cy="292608"/>
            </a:xfrm>
            <a:custGeom>
              <a:avLst/>
              <a:gdLst/>
              <a:ahLst/>
              <a:cxnLst/>
              <a:rect l="l" t="t" r="r" b="b"/>
              <a:pathLst>
                <a:path w="635000" h="635000">
                  <a:moveTo>
                    <a:pt x="317500" y="0"/>
                  </a:moveTo>
                  <a:arcTo wR="317500" hR="317500" stAng="16200000" swAng="11016000"/>
                  <a:lnTo>
                    <a:pt x="317500" y="317500"/>
                  </a:lnTo>
                  <a:close/>
                </a:path>
                <a:path w="635000" h="635000" fill="none">
                  <a:moveTo>
                    <a:pt x="297564" y="634373"/>
                  </a:moveTo>
                  <a:arcTo wR="317500" hR="317500" stAng="5616000" swAng="1058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82" name="Harvey 52/100 [52]">
              <a:extLst>
                <a:ext uri="{FF2B5EF4-FFF2-40B4-BE49-F238E27FC236}">
                  <a16:creationId xmlns:a16="http://schemas.microsoft.com/office/drawing/2014/main" id="{785EAA21-FBCD-46DC-8430-7AB12F5A66AF}"/>
                </a:ext>
              </a:extLst>
            </p:cNvPr>
            <p:cNvSpPr>
              <a:spLocks noChangeAspect="1"/>
            </p:cNvSpPr>
            <p:nvPr>
              <p:custDataLst>
                <p:tags r:id="rId102"/>
              </p:custDataLst>
            </p:nvPr>
          </p:nvSpPr>
          <p:spPr>
            <a:xfrm>
              <a:off x="4334905" y="3282696"/>
              <a:ext cx="292608" cy="292608"/>
            </a:xfrm>
            <a:custGeom>
              <a:avLst/>
              <a:gdLst/>
              <a:ahLst/>
              <a:cxnLst/>
              <a:rect l="l" t="t" r="r" b="b"/>
              <a:pathLst>
                <a:path w="635000" h="635000">
                  <a:moveTo>
                    <a:pt x="317500" y="0"/>
                  </a:moveTo>
                  <a:arcTo wR="317500" hR="317500" stAng="16200000" swAng="11232000"/>
                  <a:lnTo>
                    <a:pt x="317500" y="317500"/>
                  </a:lnTo>
                  <a:close/>
                </a:path>
                <a:path w="635000" h="635000" fill="none">
                  <a:moveTo>
                    <a:pt x="277706" y="632496"/>
                  </a:moveTo>
                  <a:arcTo wR="317500" hR="317500" stAng="5832000" swAng="10367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83" name="Harvey 53/100 [53]">
              <a:extLst>
                <a:ext uri="{FF2B5EF4-FFF2-40B4-BE49-F238E27FC236}">
                  <a16:creationId xmlns:a16="http://schemas.microsoft.com/office/drawing/2014/main" id="{858D54BA-F4A5-4C67-830E-E85FF6EE735D}"/>
                </a:ext>
              </a:extLst>
            </p:cNvPr>
            <p:cNvSpPr>
              <a:spLocks noChangeAspect="1"/>
            </p:cNvSpPr>
            <p:nvPr>
              <p:custDataLst>
                <p:tags r:id="rId103"/>
              </p:custDataLst>
            </p:nvPr>
          </p:nvSpPr>
          <p:spPr>
            <a:xfrm>
              <a:off x="4334905" y="3282696"/>
              <a:ext cx="292608" cy="292608"/>
            </a:xfrm>
            <a:custGeom>
              <a:avLst/>
              <a:gdLst/>
              <a:ahLst/>
              <a:cxnLst/>
              <a:rect l="l" t="t" r="r" b="b"/>
              <a:pathLst>
                <a:path w="635000" h="635000">
                  <a:moveTo>
                    <a:pt x="317500" y="0"/>
                  </a:moveTo>
                  <a:arcTo wR="317500" hR="317500" stAng="16200000" swAng="11448000"/>
                  <a:lnTo>
                    <a:pt x="317500" y="317500"/>
                  </a:lnTo>
                  <a:close/>
                </a:path>
                <a:path w="635000" h="635000" fill="none">
                  <a:moveTo>
                    <a:pt x="258006" y="629376"/>
                  </a:moveTo>
                  <a:arcTo wR="317500" hR="317500" stAng="6048000" swAng="1015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84" name="Harvey 54/100 [54]">
              <a:extLst>
                <a:ext uri="{FF2B5EF4-FFF2-40B4-BE49-F238E27FC236}">
                  <a16:creationId xmlns:a16="http://schemas.microsoft.com/office/drawing/2014/main" id="{AC41BD7B-E1FA-4AED-B11C-E03936A672E6}"/>
                </a:ext>
              </a:extLst>
            </p:cNvPr>
            <p:cNvSpPr>
              <a:spLocks noChangeAspect="1"/>
            </p:cNvSpPr>
            <p:nvPr>
              <p:custDataLst>
                <p:tags r:id="rId104"/>
              </p:custDataLst>
            </p:nvPr>
          </p:nvSpPr>
          <p:spPr>
            <a:xfrm>
              <a:off x="4334905" y="3282696"/>
              <a:ext cx="292608" cy="292608"/>
            </a:xfrm>
            <a:custGeom>
              <a:avLst/>
              <a:gdLst/>
              <a:ahLst/>
              <a:cxnLst/>
              <a:rect l="l" t="t" r="r" b="b"/>
              <a:pathLst>
                <a:path w="635000" h="635000">
                  <a:moveTo>
                    <a:pt x="317500" y="0"/>
                  </a:moveTo>
                  <a:arcTo wR="317500" hR="317500" stAng="16200000" swAng="11664000"/>
                  <a:lnTo>
                    <a:pt x="317500" y="317500"/>
                  </a:lnTo>
                  <a:close/>
                </a:path>
                <a:path w="635000" h="635000" fill="none">
                  <a:moveTo>
                    <a:pt x="238540" y="625025"/>
                  </a:moveTo>
                  <a:arcTo wR="317500" hR="317500" stAng="6264000" swAng="993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85" name="Harvey 55/100 [55]">
              <a:extLst>
                <a:ext uri="{FF2B5EF4-FFF2-40B4-BE49-F238E27FC236}">
                  <a16:creationId xmlns:a16="http://schemas.microsoft.com/office/drawing/2014/main" id="{BAF901A0-5FD1-4B29-9AF9-DB8B19412429}"/>
                </a:ext>
              </a:extLst>
            </p:cNvPr>
            <p:cNvSpPr>
              <a:spLocks noChangeAspect="1"/>
            </p:cNvSpPr>
            <p:nvPr>
              <p:custDataLst>
                <p:tags r:id="rId105"/>
              </p:custDataLst>
            </p:nvPr>
          </p:nvSpPr>
          <p:spPr>
            <a:xfrm>
              <a:off x="4334905" y="3282696"/>
              <a:ext cx="292608" cy="292608"/>
            </a:xfrm>
            <a:custGeom>
              <a:avLst/>
              <a:gdLst/>
              <a:ahLst/>
              <a:cxnLst/>
              <a:rect l="l" t="t" r="r" b="b"/>
              <a:pathLst>
                <a:path w="635000" h="635000">
                  <a:moveTo>
                    <a:pt x="317500" y="0"/>
                  </a:moveTo>
                  <a:arcTo wR="317500" hR="317500" stAng="16200000" swAng="11880000"/>
                  <a:lnTo>
                    <a:pt x="317500" y="317500"/>
                  </a:lnTo>
                  <a:close/>
                </a:path>
                <a:path w="635000" h="635000" fill="none">
                  <a:moveTo>
                    <a:pt x="219387" y="619460"/>
                  </a:moveTo>
                  <a:arcTo wR="317500" hR="317500" stAng="6480000" swAng="9719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86" name="Harvey 56/100 [56]">
              <a:extLst>
                <a:ext uri="{FF2B5EF4-FFF2-40B4-BE49-F238E27FC236}">
                  <a16:creationId xmlns:a16="http://schemas.microsoft.com/office/drawing/2014/main" id="{3EFF555D-6B7F-481F-ADC2-746953BA7F97}"/>
                </a:ext>
              </a:extLst>
            </p:cNvPr>
            <p:cNvSpPr>
              <a:spLocks noChangeAspect="1"/>
            </p:cNvSpPr>
            <p:nvPr>
              <p:custDataLst>
                <p:tags r:id="rId106"/>
              </p:custDataLst>
            </p:nvPr>
          </p:nvSpPr>
          <p:spPr>
            <a:xfrm>
              <a:off x="4334905" y="3282696"/>
              <a:ext cx="292608" cy="292608"/>
            </a:xfrm>
            <a:custGeom>
              <a:avLst/>
              <a:gdLst/>
              <a:ahLst/>
              <a:cxnLst/>
              <a:rect l="l" t="t" r="r" b="b"/>
              <a:pathLst>
                <a:path w="635000" h="635000">
                  <a:moveTo>
                    <a:pt x="317500" y="0"/>
                  </a:moveTo>
                  <a:arcTo wR="317500" hR="317500" stAng="16200000" swAng="12096000"/>
                  <a:lnTo>
                    <a:pt x="317500" y="317500"/>
                  </a:lnTo>
                  <a:close/>
                </a:path>
                <a:path w="635000" h="635000" fill="none">
                  <a:moveTo>
                    <a:pt x="200620" y="612704"/>
                  </a:moveTo>
                  <a:arcTo wR="317500" hR="317500" stAng="6696000" swAng="9503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87" name="Harvey 57/100 [57]">
              <a:extLst>
                <a:ext uri="{FF2B5EF4-FFF2-40B4-BE49-F238E27FC236}">
                  <a16:creationId xmlns:a16="http://schemas.microsoft.com/office/drawing/2014/main" id="{A4D3BE31-8C07-4912-AB8B-8331A665C238}"/>
                </a:ext>
              </a:extLst>
            </p:cNvPr>
            <p:cNvSpPr>
              <a:spLocks noChangeAspect="1"/>
            </p:cNvSpPr>
            <p:nvPr>
              <p:custDataLst>
                <p:tags r:id="rId107"/>
              </p:custDataLst>
            </p:nvPr>
          </p:nvSpPr>
          <p:spPr>
            <a:xfrm>
              <a:off x="4334905" y="3282696"/>
              <a:ext cx="292608" cy="292608"/>
            </a:xfrm>
            <a:custGeom>
              <a:avLst/>
              <a:gdLst/>
              <a:ahLst/>
              <a:cxnLst/>
              <a:rect l="l" t="t" r="r" b="b"/>
              <a:pathLst>
                <a:path w="635000" h="635000">
                  <a:moveTo>
                    <a:pt x="317500" y="0"/>
                  </a:moveTo>
                  <a:arcTo wR="317500" hR="317500" stAng="16200000" swAng="12312000"/>
                  <a:lnTo>
                    <a:pt x="317500" y="317500"/>
                  </a:lnTo>
                  <a:close/>
                </a:path>
                <a:path w="635000" h="635000" fill="none">
                  <a:moveTo>
                    <a:pt x="182315" y="604782"/>
                  </a:moveTo>
                  <a:arcTo wR="317500" hR="317500" stAng="6911999" swAng="928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88" name="Harvey 58/100 [58]">
              <a:extLst>
                <a:ext uri="{FF2B5EF4-FFF2-40B4-BE49-F238E27FC236}">
                  <a16:creationId xmlns:a16="http://schemas.microsoft.com/office/drawing/2014/main" id="{E7B5A5D9-6DD2-4B0A-9557-7A7AF774103E}"/>
                </a:ext>
              </a:extLst>
            </p:cNvPr>
            <p:cNvSpPr>
              <a:spLocks noChangeAspect="1"/>
            </p:cNvSpPr>
            <p:nvPr>
              <p:custDataLst>
                <p:tags r:id="rId108"/>
              </p:custDataLst>
            </p:nvPr>
          </p:nvSpPr>
          <p:spPr>
            <a:xfrm>
              <a:off x="4334905" y="3282696"/>
              <a:ext cx="292608" cy="292608"/>
            </a:xfrm>
            <a:custGeom>
              <a:avLst/>
              <a:gdLst/>
              <a:ahLst/>
              <a:cxnLst/>
              <a:rect l="l" t="t" r="r" b="b"/>
              <a:pathLst>
                <a:path w="635000" h="635000">
                  <a:moveTo>
                    <a:pt x="317500" y="0"/>
                  </a:moveTo>
                  <a:arcTo wR="317500" hR="317500" stAng="16200000" swAng="12527999"/>
                  <a:lnTo>
                    <a:pt x="317500" y="317500"/>
                  </a:lnTo>
                  <a:close/>
                </a:path>
                <a:path w="635000" h="635000" fill="none">
                  <a:moveTo>
                    <a:pt x="164543" y="595727"/>
                  </a:moveTo>
                  <a:arcTo wR="317500" hR="317500" stAng="7127999" swAng="907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89" name="Harvey 59/100 [59]">
              <a:extLst>
                <a:ext uri="{FF2B5EF4-FFF2-40B4-BE49-F238E27FC236}">
                  <a16:creationId xmlns:a16="http://schemas.microsoft.com/office/drawing/2014/main" id="{88458C0E-D234-4C86-A6CC-B8CD6C445F00}"/>
                </a:ext>
              </a:extLst>
            </p:cNvPr>
            <p:cNvSpPr>
              <a:spLocks noChangeAspect="1"/>
            </p:cNvSpPr>
            <p:nvPr>
              <p:custDataLst>
                <p:tags r:id="rId109"/>
              </p:custDataLst>
            </p:nvPr>
          </p:nvSpPr>
          <p:spPr>
            <a:xfrm>
              <a:off x="4334905" y="3282696"/>
              <a:ext cx="292608" cy="292608"/>
            </a:xfrm>
            <a:custGeom>
              <a:avLst/>
              <a:gdLst/>
              <a:ahLst/>
              <a:cxnLst/>
              <a:rect l="l" t="t" r="r" b="b"/>
              <a:pathLst>
                <a:path w="635000" h="635000">
                  <a:moveTo>
                    <a:pt x="317500" y="0"/>
                  </a:moveTo>
                  <a:arcTo wR="317500" hR="317500" stAng="16200000" swAng="12743999"/>
                  <a:lnTo>
                    <a:pt x="317500" y="317500"/>
                  </a:lnTo>
                  <a:close/>
                </a:path>
                <a:path w="635000" h="635000" fill="none">
                  <a:moveTo>
                    <a:pt x="147374" y="585574"/>
                  </a:moveTo>
                  <a:arcTo wR="317500" hR="317500" stAng="7343999" swAng="885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90" name="Harvey 60/100 [60]">
              <a:extLst>
                <a:ext uri="{FF2B5EF4-FFF2-40B4-BE49-F238E27FC236}">
                  <a16:creationId xmlns:a16="http://schemas.microsoft.com/office/drawing/2014/main" id="{0924D2C6-D224-49FD-A4B8-312AFD605E78}"/>
                </a:ext>
              </a:extLst>
            </p:cNvPr>
            <p:cNvSpPr>
              <a:spLocks noChangeAspect="1"/>
            </p:cNvSpPr>
            <p:nvPr>
              <p:custDataLst>
                <p:tags r:id="rId110"/>
              </p:custDataLst>
            </p:nvPr>
          </p:nvSpPr>
          <p:spPr>
            <a:xfrm>
              <a:off x="4334905" y="3282696"/>
              <a:ext cx="292608" cy="292608"/>
            </a:xfrm>
            <a:custGeom>
              <a:avLst/>
              <a:gdLst/>
              <a:ahLst/>
              <a:cxnLst/>
              <a:rect l="l" t="t" r="r" b="b"/>
              <a:pathLst>
                <a:path w="635000" h="635000">
                  <a:moveTo>
                    <a:pt x="317500" y="0"/>
                  </a:moveTo>
                  <a:arcTo wR="317500" hR="317500" stAng="16200000" swAng="12960000"/>
                  <a:lnTo>
                    <a:pt x="317500" y="317500"/>
                  </a:lnTo>
                  <a:close/>
                </a:path>
                <a:path w="635000" h="635000" fill="none">
                  <a:moveTo>
                    <a:pt x="130878" y="574362"/>
                  </a:moveTo>
                  <a:arcTo wR="317500" hR="317500" stAng="7560000" swAng="864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91" name="Harvey 61/100 [61]">
              <a:extLst>
                <a:ext uri="{FF2B5EF4-FFF2-40B4-BE49-F238E27FC236}">
                  <a16:creationId xmlns:a16="http://schemas.microsoft.com/office/drawing/2014/main" id="{F9FB23C2-D568-49AC-B8FD-0480EB019739}"/>
                </a:ext>
              </a:extLst>
            </p:cNvPr>
            <p:cNvSpPr>
              <a:spLocks noChangeAspect="1"/>
            </p:cNvSpPr>
            <p:nvPr>
              <p:custDataLst>
                <p:tags r:id="rId111"/>
              </p:custDataLst>
            </p:nvPr>
          </p:nvSpPr>
          <p:spPr>
            <a:xfrm>
              <a:off x="4334905" y="3282696"/>
              <a:ext cx="292608" cy="292608"/>
            </a:xfrm>
            <a:custGeom>
              <a:avLst/>
              <a:gdLst/>
              <a:ahLst/>
              <a:cxnLst/>
              <a:rect l="l" t="t" r="r" b="b"/>
              <a:pathLst>
                <a:path w="635000" h="635000">
                  <a:moveTo>
                    <a:pt x="317500" y="0"/>
                  </a:moveTo>
                  <a:arcTo wR="317500" hR="317500" stAng="16200000" swAng="13176000"/>
                  <a:lnTo>
                    <a:pt x="317500" y="317500"/>
                  </a:lnTo>
                  <a:close/>
                </a:path>
                <a:path w="635000" h="635000" fill="none">
                  <a:moveTo>
                    <a:pt x="115117" y="562137"/>
                  </a:moveTo>
                  <a:arcTo wR="317500" hR="317500" stAng="7776000" swAng="842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92" name="Harvey 62/100 [62]">
              <a:extLst>
                <a:ext uri="{FF2B5EF4-FFF2-40B4-BE49-F238E27FC236}">
                  <a16:creationId xmlns:a16="http://schemas.microsoft.com/office/drawing/2014/main" id="{9EF3159D-F4FB-4032-BCCB-55E6ED5EEFC7}"/>
                </a:ext>
              </a:extLst>
            </p:cNvPr>
            <p:cNvSpPr>
              <a:spLocks noChangeAspect="1"/>
            </p:cNvSpPr>
            <p:nvPr>
              <p:custDataLst>
                <p:tags r:id="rId112"/>
              </p:custDataLst>
            </p:nvPr>
          </p:nvSpPr>
          <p:spPr>
            <a:xfrm>
              <a:off x="4334905" y="3282696"/>
              <a:ext cx="292608" cy="292608"/>
            </a:xfrm>
            <a:custGeom>
              <a:avLst/>
              <a:gdLst/>
              <a:ahLst/>
              <a:cxnLst/>
              <a:rect l="l" t="t" r="r" b="b"/>
              <a:pathLst>
                <a:path w="635000" h="635000">
                  <a:moveTo>
                    <a:pt x="317500" y="0"/>
                  </a:moveTo>
                  <a:arcTo wR="317500" hR="317500" stAng="16200000" swAng="13392000"/>
                  <a:lnTo>
                    <a:pt x="317500" y="317500"/>
                  </a:lnTo>
                  <a:close/>
                </a:path>
                <a:path w="635000" h="635000" fill="none">
                  <a:moveTo>
                    <a:pt x="100156" y="548947"/>
                  </a:moveTo>
                  <a:arcTo wR="317500" hR="317500" stAng="7991999" swAng="820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93" name="Harvey 63/100 [63]">
              <a:extLst>
                <a:ext uri="{FF2B5EF4-FFF2-40B4-BE49-F238E27FC236}">
                  <a16:creationId xmlns:a16="http://schemas.microsoft.com/office/drawing/2014/main" id="{9362C8EA-6D15-4E0C-8AE9-B1B50EB297B8}"/>
                </a:ext>
              </a:extLst>
            </p:cNvPr>
            <p:cNvSpPr>
              <a:spLocks noChangeAspect="1"/>
            </p:cNvSpPr>
            <p:nvPr>
              <p:custDataLst>
                <p:tags r:id="rId113"/>
              </p:custDataLst>
            </p:nvPr>
          </p:nvSpPr>
          <p:spPr>
            <a:xfrm>
              <a:off x="4334905" y="3282696"/>
              <a:ext cx="292608" cy="292608"/>
            </a:xfrm>
            <a:custGeom>
              <a:avLst/>
              <a:gdLst/>
              <a:ahLst/>
              <a:cxnLst/>
              <a:rect l="l" t="t" r="r" b="b"/>
              <a:pathLst>
                <a:path w="635000" h="635000">
                  <a:moveTo>
                    <a:pt x="317500" y="0"/>
                  </a:moveTo>
                  <a:arcTo wR="317500" hR="317500" stAng="16200000" swAng="13608000"/>
                  <a:lnTo>
                    <a:pt x="317500" y="317500"/>
                  </a:lnTo>
                  <a:close/>
                </a:path>
                <a:path w="635000" h="635000" fill="none">
                  <a:moveTo>
                    <a:pt x="86052" y="534843"/>
                  </a:moveTo>
                  <a:arcTo wR="317500" hR="317500" stAng="8208000" swAng="7991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94" name="Harvey 64/100 [64]">
              <a:extLst>
                <a:ext uri="{FF2B5EF4-FFF2-40B4-BE49-F238E27FC236}">
                  <a16:creationId xmlns:a16="http://schemas.microsoft.com/office/drawing/2014/main" id="{91EB375D-1444-4BE3-A696-66272A1564CD}"/>
                </a:ext>
              </a:extLst>
            </p:cNvPr>
            <p:cNvSpPr>
              <a:spLocks noChangeAspect="1"/>
            </p:cNvSpPr>
            <p:nvPr>
              <p:custDataLst>
                <p:tags r:id="rId114"/>
              </p:custDataLst>
            </p:nvPr>
          </p:nvSpPr>
          <p:spPr>
            <a:xfrm>
              <a:off x="4334905" y="3282696"/>
              <a:ext cx="292608" cy="292608"/>
            </a:xfrm>
            <a:custGeom>
              <a:avLst/>
              <a:gdLst/>
              <a:ahLst/>
              <a:cxnLst/>
              <a:rect l="l" t="t" r="r" b="b"/>
              <a:pathLst>
                <a:path w="635000" h="635000">
                  <a:moveTo>
                    <a:pt x="317500" y="0"/>
                  </a:moveTo>
                  <a:arcTo wR="317500" hR="317500" stAng="16200000" swAng="13824000"/>
                  <a:lnTo>
                    <a:pt x="317500" y="317500"/>
                  </a:lnTo>
                  <a:close/>
                </a:path>
                <a:path w="635000" h="635000" fill="none">
                  <a:moveTo>
                    <a:pt x="72862" y="519882"/>
                  </a:moveTo>
                  <a:arcTo wR="317500" hR="317500" stAng="8424000" swAng="777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95" name="Harvey 65/100 [65]">
              <a:extLst>
                <a:ext uri="{FF2B5EF4-FFF2-40B4-BE49-F238E27FC236}">
                  <a16:creationId xmlns:a16="http://schemas.microsoft.com/office/drawing/2014/main" id="{9A3002B1-5D17-4BCB-9A44-B2FB4025D02F}"/>
                </a:ext>
              </a:extLst>
            </p:cNvPr>
            <p:cNvSpPr>
              <a:spLocks noChangeAspect="1"/>
            </p:cNvSpPr>
            <p:nvPr>
              <p:custDataLst>
                <p:tags r:id="rId115"/>
              </p:custDataLst>
            </p:nvPr>
          </p:nvSpPr>
          <p:spPr>
            <a:xfrm>
              <a:off x="4334905" y="3282696"/>
              <a:ext cx="292608" cy="292608"/>
            </a:xfrm>
            <a:custGeom>
              <a:avLst/>
              <a:gdLst/>
              <a:ahLst/>
              <a:cxnLst/>
              <a:rect l="l" t="t" r="r" b="b"/>
              <a:pathLst>
                <a:path w="635000" h="635000">
                  <a:moveTo>
                    <a:pt x="317500" y="0"/>
                  </a:moveTo>
                  <a:arcTo wR="317500" hR="317500" stAng="16200000" swAng="14040000"/>
                  <a:lnTo>
                    <a:pt x="317500" y="317500"/>
                  </a:lnTo>
                  <a:close/>
                </a:path>
                <a:path w="635000" h="635000" fill="none">
                  <a:moveTo>
                    <a:pt x="60637" y="504121"/>
                  </a:moveTo>
                  <a:arcTo wR="317500" hR="317500" stAng="8640000" swAng="7559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96" name="Harvey 66/100 [66]">
              <a:extLst>
                <a:ext uri="{FF2B5EF4-FFF2-40B4-BE49-F238E27FC236}">
                  <a16:creationId xmlns:a16="http://schemas.microsoft.com/office/drawing/2014/main" id="{E5F2FDE4-04B2-4A45-A685-14E0C51883A5}"/>
                </a:ext>
              </a:extLst>
            </p:cNvPr>
            <p:cNvSpPr>
              <a:spLocks noChangeAspect="1"/>
            </p:cNvSpPr>
            <p:nvPr>
              <p:custDataLst>
                <p:tags r:id="rId116"/>
              </p:custDataLst>
            </p:nvPr>
          </p:nvSpPr>
          <p:spPr>
            <a:xfrm>
              <a:off x="4334905" y="3282696"/>
              <a:ext cx="292608" cy="292608"/>
            </a:xfrm>
            <a:custGeom>
              <a:avLst/>
              <a:gdLst/>
              <a:ahLst/>
              <a:cxnLst/>
              <a:rect l="l" t="t" r="r" b="b"/>
              <a:pathLst>
                <a:path w="635000" h="635000">
                  <a:moveTo>
                    <a:pt x="317500" y="0"/>
                  </a:moveTo>
                  <a:arcTo wR="317500" hR="317500" stAng="16200000" swAng="14256000"/>
                  <a:lnTo>
                    <a:pt x="317500" y="317500"/>
                  </a:lnTo>
                  <a:close/>
                </a:path>
                <a:path w="635000" h="635000" fill="none">
                  <a:moveTo>
                    <a:pt x="49425" y="487625"/>
                  </a:moveTo>
                  <a:arcTo wR="317500" hR="317500" stAng="8856000" swAng="7343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97" name="Harvey 67/100 [67]">
              <a:extLst>
                <a:ext uri="{FF2B5EF4-FFF2-40B4-BE49-F238E27FC236}">
                  <a16:creationId xmlns:a16="http://schemas.microsoft.com/office/drawing/2014/main" id="{D399A169-3845-4CD5-A62C-F4586F1FAFE8}"/>
                </a:ext>
              </a:extLst>
            </p:cNvPr>
            <p:cNvSpPr>
              <a:spLocks noChangeAspect="1"/>
            </p:cNvSpPr>
            <p:nvPr>
              <p:custDataLst>
                <p:tags r:id="rId117"/>
              </p:custDataLst>
            </p:nvPr>
          </p:nvSpPr>
          <p:spPr>
            <a:xfrm>
              <a:off x="4334905" y="3282696"/>
              <a:ext cx="292608" cy="292608"/>
            </a:xfrm>
            <a:custGeom>
              <a:avLst/>
              <a:gdLst/>
              <a:ahLst/>
              <a:cxnLst/>
              <a:rect l="l" t="t" r="r" b="b"/>
              <a:pathLst>
                <a:path w="635000" h="635000">
                  <a:moveTo>
                    <a:pt x="317500" y="0"/>
                  </a:moveTo>
                  <a:arcTo wR="317500" hR="317500" stAng="16200000" swAng="14472000"/>
                  <a:lnTo>
                    <a:pt x="317500" y="317500"/>
                  </a:lnTo>
                  <a:close/>
                </a:path>
                <a:path w="635000" h="635000" fill="none">
                  <a:moveTo>
                    <a:pt x="39272" y="470456"/>
                  </a:moveTo>
                  <a:arcTo wR="317500" hR="317500" stAng="9072000" swAng="7127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98" name="Harvey 68/100 [68]">
              <a:extLst>
                <a:ext uri="{FF2B5EF4-FFF2-40B4-BE49-F238E27FC236}">
                  <a16:creationId xmlns:a16="http://schemas.microsoft.com/office/drawing/2014/main" id="{E12F5173-9960-47F5-9A91-B043294E14CB}"/>
                </a:ext>
              </a:extLst>
            </p:cNvPr>
            <p:cNvSpPr>
              <a:spLocks noChangeAspect="1"/>
            </p:cNvSpPr>
            <p:nvPr>
              <p:custDataLst>
                <p:tags r:id="rId118"/>
              </p:custDataLst>
            </p:nvPr>
          </p:nvSpPr>
          <p:spPr>
            <a:xfrm>
              <a:off x="4334905" y="3282696"/>
              <a:ext cx="292608" cy="292608"/>
            </a:xfrm>
            <a:custGeom>
              <a:avLst/>
              <a:gdLst/>
              <a:ahLst/>
              <a:cxnLst/>
              <a:rect l="l" t="t" r="r" b="b"/>
              <a:pathLst>
                <a:path w="635000" h="635000">
                  <a:moveTo>
                    <a:pt x="317500" y="0"/>
                  </a:moveTo>
                  <a:arcTo wR="317500" hR="317500" stAng="16200000" swAng="14688000"/>
                  <a:lnTo>
                    <a:pt x="317500" y="317500"/>
                  </a:lnTo>
                  <a:close/>
                </a:path>
                <a:path w="635000" h="635000" fill="none">
                  <a:moveTo>
                    <a:pt x="30217" y="452684"/>
                  </a:moveTo>
                  <a:arcTo wR="317500" hR="317500" stAng="9288000" swAng="6911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99" name="Harvey 69/100 [69]">
              <a:extLst>
                <a:ext uri="{FF2B5EF4-FFF2-40B4-BE49-F238E27FC236}">
                  <a16:creationId xmlns:a16="http://schemas.microsoft.com/office/drawing/2014/main" id="{DD9B9229-3D3A-4706-BEEC-04C19A30C5C3}"/>
                </a:ext>
              </a:extLst>
            </p:cNvPr>
            <p:cNvSpPr>
              <a:spLocks noChangeAspect="1"/>
            </p:cNvSpPr>
            <p:nvPr>
              <p:custDataLst>
                <p:tags r:id="rId119"/>
              </p:custDataLst>
            </p:nvPr>
          </p:nvSpPr>
          <p:spPr>
            <a:xfrm>
              <a:off x="4334905" y="3282696"/>
              <a:ext cx="292608" cy="292608"/>
            </a:xfrm>
            <a:custGeom>
              <a:avLst/>
              <a:gdLst/>
              <a:ahLst/>
              <a:cxnLst/>
              <a:rect l="l" t="t" r="r" b="b"/>
              <a:pathLst>
                <a:path w="635000" h="635000">
                  <a:moveTo>
                    <a:pt x="317500" y="0"/>
                  </a:moveTo>
                  <a:arcTo wR="317500" hR="317500" stAng="16200000" swAng="14903999"/>
                  <a:lnTo>
                    <a:pt x="317500" y="317500"/>
                  </a:lnTo>
                  <a:close/>
                </a:path>
                <a:path w="635000" h="635000" fill="none">
                  <a:moveTo>
                    <a:pt x="22295" y="434379"/>
                  </a:moveTo>
                  <a:arcTo wR="317500" hR="317500" stAng="9503999" swAng="669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00" name="Harvey 70/100 [70]">
              <a:extLst>
                <a:ext uri="{FF2B5EF4-FFF2-40B4-BE49-F238E27FC236}">
                  <a16:creationId xmlns:a16="http://schemas.microsoft.com/office/drawing/2014/main" id="{795A4CC8-0C08-491C-8D7F-95EC8E0E25B8}"/>
                </a:ext>
              </a:extLst>
            </p:cNvPr>
            <p:cNvSpPr>
              <a:spLocks noChangeAspect="1"/>
            </p:cNvSpPr>
            <p:nvPr>
              <p:custDataLst>
                <p:tags r:id="rId120"/>
              </p:custDataLst>
            </p:nvPr>
          </p:nvSpPr>
          <p:spPr>
            <a:xfrm>
              <a:off x="4334905" y="3282696"/>
              <a:ext cx="292608" cy="292608"/>
            </a:xfrm>
            <a:custGeom>
              <a:avLst/>
              <a:gdLst/>
              <a:ahLst/>
              <a:cxnLst/>
              <a:rect l="l" t="t" r="r" b="b"/>
              <a:pathLst>
                <a:path w="635000" h="635000">
                  <a:moveTo>
                    <a:pt x="317500" y="0"/>
                  </a:moveTo>
                  <a:arcTo wR="317500" hR="317500" stAng="16200000" swAng="15119999"/>
                  <a:lnTo>
                    <a:pt x="317500" y="317500"/>
                  </a:lnTo>
                  <a:close/>
                </a:path>
                <a:path w="635000" h="635000" fill="none">
                  <a:moveTo>
                    <a:pt x="15539" y="415612"/>
                  </a:moveTo>
                  <a:arcTo wR="317500" hR="317500" stAng="9719999" swAng="648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01" name="Harvey 71/100 [71]">
              <a:extLst>
                <a:ext uri="{FF2B5EF4-FFF2-40B4-BE49-F238E27FC236}">
                  <a16:creationId xmlns:a16="http://schemas.microsoft.com/office/drawing/2014/main" id="{91862A76-5FCC-4C25-9A3F-A10651AC7725}"/>
                </a:ext>
              </a:extLst>
            </p:cNvPr>
            <p:cNvSpPr>
              <a:spLocks noChangeAspect="1"/>
            </p:cNvSpPr>
            <p:nvPr>
              <p:custDataLst>
                <p:tags r:id="rId121"/>
              </p:custDataLst>
            </p:nvPr>
          </p:nvSpPr>
          <p:spPr>
            <a:xfrm>
              <a:off x="4334905" y="3282696"/>
              <a:ext cx="292608" cy="292608"/>
            </a:xfrm>
            <a:custGeom>
              <a:avLst/>
              <a:gdLst/>
              <a:ahLst/>
              <a:cxnLst/>
              <a:rect l="l" t="t" r="r" b="b"/>
              <a:pathLst>
                <a:path w="635000" h="635000">
                  <a:moveTo>
                    <a:pt x="317500" y="0"/>
                  </a:moveTo>
                  <a:arcTo wR="317500" hR="317500" stAng="16200000" swAng="15336000"/>
                  <a:lnTo>
                    <a:pt x="317500" y="317500"/>
                  </a:lnTo>
                  <a:close/>
                </a:path>
                <a:path w="635000" h="635000" fill="none">
                  <a:moveTo>
                    <a:pt x="9974" y="396459"/>
                  </a:moveTo>
                  <a:arcTo wR="317500" hR="317500" stAng="9936000" swAng="626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02" name="Harvey 72/100 [72]">
              <a:extLst>
                <a:ext uri="{FF2B5EF4-FFF2-40B4-BE49-F238E27FC236}">
                  <a16:creationId xmlns:a16="http://schemas.microsoft.com/office/drawing/2014/main" id="{46969644-17D9-45C9-A88A-9A88622DCE45}"/>
                </a:ext>
              </a:extLst>
            </p:cNvPr>
            <p:cNvSpPr>
              <a:spLocks noChangeAspect="1"/>
            </p:cNvSpPr>
            <p:nvPr>
              <p:custDataLst>
                <p:tags r:id="rId122"/>
              </p:custDataLst>
            </p:nvPr>
          </p:nvSpPr>
          <p:spPr>
            <a:xfrm>
              <a:off x="4334905" y="3282696"/>
              <a:ext cx="292608" cy="292608"/>
            </a:xfrm>
            <a:custGeom>
              <a:avLst/>
              <a:gdLst/>
              <a:ahLst/>
              <a:cxnLst/>
              <a:rect l="l" t="t" r="r" b="b"/>
              <a:pathLst>
                <a:path w="635000" h="635000">
                  <a:moveTo>
                    <a:pt x="317500" y="0"/>
                  </a:moveTo>
                  <a:arcTo wR="317500" hR="317500" stAng="16200000" swAng="15552000"/>
                  <a:lnTo>
                    <a:pt x="317500" y="317500"/>
                  </a:lnTo>
                  <a:close/>
                </a:path>
                <a:path w="635000" h="635000" fill="none">
                  <a:moveTo>
                    <a:pt x="5623" y="376993"/>
                  </a:moveTo>
                  <a:arcTo wR="317500" hR="317500" stAng="10152000" swAng="604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03" name="Harvey 73/100 [73]">
              <a:extLst>
                <a:ext uri="{FF2B5EF4-FFF2-40B4-BE49-F238E27FC236}">
                  <a16:creationId xmlns:a16="http://schemas.microsoft.com/office/drawing/2014/main" id="{F89621F9-3ABB-450D-913E-7B467F289A9B}"/>
                </a:ext>
              </a:extLst>
            </p:cNvPr>
            <p:cNvSpPr>
              <a:spLocks noChangeAspect="1"/>
            </p:cNvSpPr>
            <p:nvPr>
              <p:custDataLst>
                <p:tags r:id="rId123"/>
              </p:custDataLst>
            </p:nvPr>
          </p:nvSpPr>
          <p:spPr>
            <a:xfrm>
              <a:off x="4334905" y="3282696"/>
              <a:ext cx="292608" cy="292608"/>
            </a:xfrm>
            <a:custGeom>
              <a:avLst/>
              <a:gdLst/>
              <a:ahLst/>
              <a:cxnLst/>
              <a:rect l="l" t="t" r="r" b="b"/>
              <a:pathLst>
                <a:path w="635000" h="635000">
                  <a:moveTo>
                    <a:pt x="317500" y="0"/>
                  </a:moveTo>
                  <a:arcTo wR="317500" hR="317500" stAng="16200000" swAng="15768000"/>
                  <a:lnTo>
                    <a:pt x="317500" y="317500"/>
                  </a:lnTo>
                  <a:close/>
                </a:path>
                <a:path w="635000" h="635000" fill="none">
                  <a:moveTo>
                    <a:pt x="2503" y="357293"/>
                  </a:moveTo>
                  <a:arcTo wR="317500" hR="317500" stAng="10368000" swAng="583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04" name="Harvey 74/100 [74]">
              <a:extLst>
                <a:ext uri="{FF2B5EF4-FFF2-40B4-BE49-F238E27FC236}">
                  <a16:creationId xmlns:a16="http://schemas.microsoft.com/office/drawing/2014/main" id="{89EE4B1F-E703-471D-8307-BFB9EDEDB9F7}"/>
                </a:ext>
              </a:extLst>
            </p:cNvPr>
            <p:cNvSpPr>
              <a:spLocks noChangeAspect="1"/>
            </p:cNvSpPr>
            <p:nvPr>
              <p:custDataLst>
                <p:tags r:id="rId124"/>
              </p:custDataLst>
            </p:nvPr>
          </p:nvSpPr>
          <p:spPr>
            <a:xfrm>
              <a:off x="4334905" y="3282696"/>
              <a:ext cx="292608" cy="292608"/>
            </a:xfrm>
            <a:custGeom>
              <a:avLst/>
              <a:gdLst/>
              <a:ahLst/>
              <a:cxnLst/>
              <a:rect l="l" t="t" r="r" b="b"/>
              <a:pathLst>
                <a:path w="635000" h="635000">
                  <a:moveTo>
                    <a:pt x="317500" y="0"/>
                  </a:moveTo>
                  <a:arcTo wR="317500" hR="317500" stAng="16200000" swAng="15983999"/>
                  <a:lnTo>
                    <a:pt x="317500" y="317500"/>
                  </a:lnTo>
                  <a:close/>
                </a:path>
                <a:path w="635000" h="635000" fill="none">
                  <a:moveTo>
                    <a:pt x="626" y="337435"/>
                  </a:moveTo>
                  <a:arcTo wR="317500" hR="317500" stAng="10583999" swAng="561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05" name="Harvey 75/100 [75]">
              <a:extLst>
                <a:ext uri="{FF2B5EF4-FFF2-40B4-BE49-F238E27FC236}">
                  <a16:creationId xmlns:a16="http://schemas.microsoft.com/office/drawing/2014/main" id="{8AB2EEA8-04AC-4B6C-8D90-28093DB647E6}"/>
                </a:ext>
              </a:extLst>
            </p:cNvPr>
            <p:cNvSpPr>
              <a:spLocks noChangeAspect="1"/>
            </p:cNvSpPr>
            <p:nvPr>
              <p:custDataLst>
                <p:tags r:id="rId125"/>
              </p:custDataLst>
            </p:nvPr>
          </p:nvSpPr>
          <p:spPr>
            <a:xfrm>
              <a:off x="4334905" y="3282696"/>
              <a:ext cx="292608" cy="292608"/>
            </a:xfrm>
            <a:custGeom>
              <a:avLst/>
              <a:gdLst/>
              <a:ahLst/>
              <a:cxnLst/>
              <a:rect l="l" t="t" r="r" b="b"/>
              <a:pathLst>
                <a:path w="635000" h="635000">
                  <a:moveTo>
                    <a:pt x="317500" y="0"/>
                  </a:moveTo>
                  <a:arcTo wR="317500" hR="317500" stAng="16200000" swAng="16200000"/>
                  <a:lnTo>
                    <a:pt x="317500" y="317500"/>
                  </a:lnTo>
                  <a:close/>
                </a:path>
                <a:path w="635000" h="635000" fill="none">
                  <a:moveTo>
                    <a:pt x="0" y="317500"/>
                  </a:moveTo>
                  <a:arcTo wR="317500" hR="317500" stAng="10800000" swAng="540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06" name="Harvey 76/100 [76]">
              <a:extLst>
                <a:ext uri="{FF2B5EF4-FFF2-40B4-BE49-F238E27FC236}">
                  <a16:creationId xmlns:a16="http://schemas.microsoft.com/office/drawing/2014/main" id="{6F4E00F2-EA6F-4809-B2FD-4CE3ABE8C480}"/>
                </a:ext>
              </a:extLst>
            </p:cNvPr>
            <p:cNvSpPr>
              <a:spLocks noChangeAspect="1"/>
            </p:cNvSpPr>
            <p:nvPr>
              <p:custDataLst>
                <p:tags r:id="rId126"/>
              </p:custDataLst>
            </p:nvPr>
          </p:nvSpPr>
          <p:spPr>
            <a:xfrm>
              <a:off x="4334905" y="3282696"/>
              <a:ext cx="292608" cy="292608"/>
            </a:xfrm>
            <a:custGeom>
              <a:avLst/>
              <a:gdLst/>
              <a:ahLst/>
              <a:cxnLst/>
              <a:rect l="l" t="t" r="r" b="b"/>
              <a:pathLst>
                <a:path w="635000" h="635000">
                  <a:moveTo>
                    <a:pt x="317500" y="0"/>
                  </a:moveTo>
                  <a:arcTo wR="317500" hR="317500" stAng="16200000" swAng="16416000"/>
                  <a:lnTo>
                    <a:pt x="317500" y="317500"/>
                  </a:lnTo>
                  <a:close/>
                </a:path>
                <a:path w="635000" h="635000" fill="none">
                  <a:moveTo>
                    <a:pt x="626" y="297564"/>
                  </a:moveTo>
                  <a:arcTo wR="317500" hR="317500" stAng="11016000" swAng="5183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07" name="Harvey 77/100 [77]">
              <a:extLst>
                <a:ext uri="{FF2B5EF4-FFF2-40B4-BE49-F238E27FC236}">
                  <a16:creationId xmlns:a16="http://schemas.microsoft.com/office/drawing/2014/main" id="{CF5CA593-7B87-4492-9B35-2255514CB496}"/>
                </a:ext>
              </a:extLst>
            </p:cNvPr>
            <p:cNvSpPr>
              <a:spLocks noChangeAspect="1"/>
            </p:cNvSpPr>
            <p:nvPr>
              <p:custDataLst>
                <p:tags r:id="rId127"/>
              </p:custDataLst>
            </p:nvPr>
          </p:nvSpPr>
          <p:spPr>
            <a:xfrm>
              <a:off x="4334905" y="3282696"/>
              <a:ext cx="292608" cy="292608"/>
            </a:xfrm>
            <a:custGeom>
              <a:avLst/>
              <a:gdLst/>
              <a:ahLst/>
              <a:cxnLst/>
              <a:rect l="l" t="t" r="r" b="b"/>
              <a:pathLst>
                <a:path w="635000" h="635000">
                  <a:moveTo>
                    <a:pt x="317500" y="0"/>
                  </a:moveTo>
                  <a:arcTo wR="317500" hR="317500" stAng="16200000" swAng="16632000"/>
                  <a:lnTo>
                    <a:pt x="317500" y="317500"/>
                  </a:lnTo>
                  <a:close/>
                </a:path>
                <a:path w="635000" h="635000" fill="none">
                  <a:moveTo>
                    <a:pt x="2503" y="277706"/>
                  </a:moveTo>
                  <a:arcTo wR="317500" hR="317500" stAng="11232000" swAng="496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08" name="Harvey 78/100 [78]">
              <a:extLst>
                <a:ext uri="{FF2B5EF4-FFF2-40B4-BE49-F238E27FC236}">
                  <a16:creationId xmlns:a16="http://schemas.microsoft.com/office/drawing/2014/main" id="{8C036464-458E-48D4-BAC8-84819F820C60}"/>
                </a:ext>
              </a:extLst>
            </p:cNvPr>
            <p:cNvSpPr>
              <a:spLocks noChangeAspect="1"/>
            </p:cNvSpPr>
            <p:nvPr>
              <p:custDataLst>
                <p:tags r:id="rId128"/>
              </p:custDataLst>
            </p:nvPr>
          </p:nvSpPr>
          <p:spPr>
            <a:xfrm>
              <a:off x="4334905" y="3282696"/>
              <a:ext cx="292608" cy="292608"/>
            </a:xfrm>
            <a:custGeom>
              <a:avLst/>
              <a:gdLst/>
              <a:ahLst/>
              <a:cxnLst/>
              <a:rect l="l" t="t" r="r" b="b"/>
              <a:pathLst>
                <a:path w="635000" h="635000">
                  <a:moveTo>
                    <a:pt x="317500" y="0"/>
                  </a:moveTo>
                  <a:arcTo wR="317500" hR="317500" stAng="16200000" swAng="16848000"/>
                  <a:lnTo>
                    <a:pt x="317500" y="317500"/>
                  </a:lnTo>
                  <a:close/>
                </a:path>
                <a:path w="635000" h="635000" fill="none">
                  <a:moveTo>
                    <a:pt x="5623" y="258006"/>
                  </a:moveTo>
                  <a:arcTo wR="317500" hR="317500" stAng="11448000" swAng="4751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09" name="Harvey 79/100 [79]">
              <a:extLst>
                <a:ext uri="{FF2B5EF4-FFF2-40B4-BE49-F238E27FC236}">
                  <a16:creationId xmlns:a16="http://schemas.microsoft.com/office/drawing/2014/main" id="{6FD5AC00-8293-447C-B728-B963DD67B1C2}"/>
                </a:ext>
              </a:extLst>
            </p:cNvPr>
            <p:cNvSpPr>
              <a:spLocks noChangeAspect="1"/>
            </p:cNvSpPr>
            <p:nvPr>
              <p:custDataLst>
                <p:tags r:id="rId129"/>
              </p:custDataLst>
            </p:nvPr>
          </p:nvSpPr>
          <p:spPr>
            <a:xfrm>
              <a:off x="4334905" y="3282696"/>
              <a:ext cx="292608" cy="292608"/>
            </a:xfrm>
            <a:custGeom>
              <a:avLst/>
              <a:gdLst/>
              <a:ahLst/>
              <a:cxnLst/>
              <a:rect l="l" t="t" r="r" b="b"/>
              <a:pathLst>
                <a:path w="635000" h="635000">
                  <a:moveTo>
                    <a:pt x="317500" y="0"/>
                  </a:moveTo>
                  <a:arcTo wR="317500" hR="317500" stAng="16200000" swAng="17064000"/>
                  <a:lnTo>
                    <a:pt x="317500" y="317500"/>
                  </a:lnTo>
                  <a:close/>
                </a:path>
                <a:path w="635000" h="635000" fill="none">
                  <a:moveTo>
                    <a:pt x="9974" y="238540"/>
                  </a:moveTo>
                  <a:arcTo wR="317500" hR="317500" stAng="11664000" swAng="453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10" name="Harvey 80/100 [80]">
              <a:extLst>
                <a:ext uri="{FF2B5EF4-FFF2-40B4-BE49-F238E27FC236}">
                  <a16:creationId xmlns:a16="http://schemas.microsoft.com/office/drawing/2014/main" id="{29C0F859-BC49-430F-8C59-C0B9109E47A3}"/>
                </a:ext>
              </a:extLst>
            </p:cNvPr>
            <p:cNvSpPr>
              <a:spLocks noChangeAspect="1"/>
            </p:cNvSpPr>
            <p:nvPr>
              <p:custDataLst>
                <p:tags r:id="rId130"/>
              </p:custDataLst>
            </p:nvPr>
          </p:nvSpPr>
          <p:spPr>
            <a:xfrm>
              <a:off x="4334905" y="3282696"/>
              <a:ext cx="292608" cy="292608"/>
            </a:xfrm>
            <a:custGeom>
              <a:avLst/>
              <a:gdLst/>
              <a:ahLst/>
              <a:cxnLst/>
              <a:rect l="l" t="t" r="r" b="b"/>
              <a:pathLst>
                <a:path w="635000" h="635000">
                  <a:moveTo>
                    <a:pt x="317500" y="0"/>
                  </a:moveTo>
                  <a:arcTo wR="317500" hR="317500" stAng="16200000" swAng="17280000"/>
                  <a:lnTo>
                    <a:pt x="317500" y="317500"/>
                  </a:lnTo>
                  <a:close/>
                </a:path>
                <a:path w="635000" h="635000" fill="none">
                  <a:moveTo>
                    <a:pt x="15539" y="219387"/>
                  </a:moveTo>
                  <a:arcTo wR="317500" hR="317500" stAng="11880000" swAng="4319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11" name="Harvey 81/100 [81]">
              <a:extLst>
                <a:ext uri="{FF2B5EF4-FFF2-40B4-BE49-F238E27FC236}">
                  <a16:creationId xmlns:a16="http://schemas.microsoft.com/office/drawing/2014/main" id="{F78719E3-0417-4867-B70D-21538B3AC36E}"/>
                </a:ext>
              </a:extLst>
            </p:cNvPr>
            <p:cNvSpPr>
              <a:spLocks noChangeAspect="1"/>
            </p:cNvSpPr>
            <p:nvPr>
              <p:custDataLst>
                <p:tags r:id="rId131"/>
              </p:custDataLst>
            </p:nvPr>
          </p:nvSpPr>
          <p:spPr>
            <a:xfrm>
              <a:off x="4334905" y="3282696"/>
              <a:ext cx="292608" cy="292608"/>
            </a:xfrm>
            <a:custGeom>
              <a:avLst/>
              <a:gdLst/>
              <a:ahLst/>
              <a:cxnLst/>
              <a:rect l="l" t="t" r="r" b="b"/>
              <a:pathLst>
                <a:path w="635000" h="635000">
                  <a:moveTo>
                    <a:pt x="317500" y="0"/>
                  </a:moveTo>
                  <a:arcTo wR="317500" hR="317500" stAng="16200000" swAng="17496000"/>
                  <a:lnTo>
                    <a:pt x="317500" y="317500"/>
                  </a:lnTo>
                  <a:close/>
                </a:path>
                <a:path w="635000" h="635000" fill="none">
                  <a:moveTo>
                    <a:pt x="22295" y="200620"/>
                  </a:moveTo>
                  <a:arcTo wR="317500" hR="317500" stAng="12096000" swAng="4103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12" name="Harvey 82/100 [82]">
              <a:extLst>
                <a:ext uri="{FF2B5EF4-FFF2-40B4-BE49-F238E27FC236}">
                  <a16:creationId xmlns:a16="http://schemas.microsoft.com/office/drawing/2014/main" id="{9C5D0905-7412-4C75-BC20-E51105CA783D}"/>
                </a:ext>
              </a:extLst>
            </p:cNvPr>
            <p:cNvSpPr>
              <a:spLocks noChangeAspect="1"/>
            </p:cNvSpPr>
            <p:nvPr>
              <p:custDataLst>
                <p:tags r:id="rId132"/>
              </p:custDataLst>
            </p:nvPr>
          </p:nvSpPr>
          <p:spPr>
            <a:xfrm>
              <a:off x="4334905" y="3282696"/>
              <a:ext cx="292608" cy="292608"/>
            </a:xfrm>
            <a:custGeom>
              <a:avLst/>
              <a:gdLst/>
              <a:ahLst/>
              <a:cxnLst/>
              <a:rect l="l" t="t" r="r" b="b"/>
              <a:pathLst>
                <a:path w="635000" h="635000">
                  <a:moveTo>
                    <a:pt x="317500" y="0"/>
                  </a:moveTo>
                  <a:arcTo wR="317500" hR="317500" stAng="16200000" swAng="17712000"/>
                  <a:lnTo>
                    <a:pt x="317500" y="317500"/>
                  </a:lnTo>
                  <a:close/>
                </a:path>
                <a:path w="635000" h="635000" fill="none">
                  <a:moveTo>
                    <a:pt x="30217" y="182315"/>
                  </a:moveTo>
                  <a:arcTo wR="317500" hR="317500" stAng="12312000" swAng="388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13" name="Harvey 83/100 [83]">
              <a:extLst>
                <a:ext uri="{FF2B5EF4-FFF2-40B4-BE49-F238E27FC236}">
                  <a16:creationId xmlns:a16="http://schemas.microsoft.com/office/drawing/2014/main" id="{96AA2E20-CC65-4632-B3D4-93E962B59D4C}"/>
                </a:ext>
              </a:extLst>
            </p:cNvPr>
            <p:cNvSpPr>
              <a:spLocks noChangeAspect="1"/>
            </p:cNvSpPr>
            <p:nvPr>
              <p:custDataLst>
                <p:tags r:id="rId133"/>
              </p:custDataLst>
            </p:nvPr>
          </p:nvSpPr>
          <p:spPr>
            <a:xfrm>
              <a:off x="4334905" y="3282696"/>
              <a:ext cx="292608" cy="292608"/>
            </a:xfrm>
            <a:custGeom>
              <a:avLst/>
              <a:gdLst/>
              <a:ahLst/>
              <a:cxnLst/>
              <a:rect l="l" t="t" r="r" b="b"/>
              <a:pathLst>
                <a:path w="635000" h="635000">
                  <a:moveTo>
                    <a:pt x="317500" y="0"/>
                  </a:moveTo>
                  <a:arcTo wR="317500" hR="317500" stAng="16200000" swAng="17928000"/>
                  <a:lnTo>
                    <a:pt x="317500" y="317500"/>
                  </a:lnTo>
                  <a:close/>
                </a:path>
                <a:path w="635000" h="635000" fill="none">
                  <a:moveTo>
                    <a:pt x="39272" y="164543"/>
                  </a:moveTo>
                  <a:arcTo wR="317500" hR="317500" stAng="12528000" swAng="367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14" name="Harvey 84/100 [84]">
              <a:extLst>
                <a:ext uri="{FF2B5EF4-FFF2-40B4-BE49-F238E27FC236}">
                  <a16:creationId xmlns:a16="http://schemas.microsoft.com/office/drawing/2014/main" id="{9B4360A3-E0B2-48F7-B5A8-D24513748A82}"/>
                </a:ext>
              </a:extLst>
            </p:cNvPr>
            <p:cNvSpPr>
              <a:spLocks noChangeAspect="1"/>
            </p:cNvSpPr>
            <p:nvPr>
              <p:custDataLst>
                <p:tags r:id="rId134"/>
              </p:custDataLst>
            </p:nvPr>
          </p:nvSpPr>
          <p:spPr>
            <a:xfrm>
              <a:off x="4334905" y="3282696"/>
              <a:ext cx="292608" cy="292608"/>
            </a:xfrm>
            <a:custGeom>
              <a:avLst/>
              <a:gdLst/>
              <a:ahLst/>
              <a:cxnLst/>
              <a:rect l="l" t="t" r="r" b="b"/>
              <a:pathLst>
                <a:path w="635000" h="635000">
                  <a:moveTo>
                    <a:pt x="317500" y="0"/>
                  </a:moveTo>
                  <a:arcTo wR="317500" hR="317500" stAng="16200000" swAng="18144000"/>
                  <a:lnTo>
                    <a:pt x="317500" y="317500"/>
                  </a:lnTo>
                  <a:close/>
                </a:path>
                <a:path w="635000" h="635000" fill="none">
                  <a:moveTo>
                    <a:pt x="49425" y="147374"/>
                  </a:moveTo>
                  <a:arcTo wR="317500" hR="317500" stAng="12743999" swAng="345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15" name="Harvey 85/100 [85]">
              <a:extLst>
                <a:ext uri="{FF2B5EF4-FFF2-40B4-BE49-F238E27FC236}">
                  <a16:creationId xmlns:a16="http://schemas.microsoft.com/office/drawing/2014/main" id="{D694B21E-EEA0-48FA-A35C-7B6570B3F861}"/>
                </a:ext>
              </a:extLst>
            </p:cNvPr>
            <p:cNvSpPr>
              <a:spLocks noChangeAspect="1"/>
            </p:cNvSpPr>
            <p:nvPr>
              <p:custDataLst>
                <p:tags r:id="rId135"/>
              </p:custDataLst>
            </p:nvPr>
          </p:nvSpPr>
          <p:spPr>
            <a:xfrm>
              <a:off x="4334905" y="3282696"/>
              <a:ext cx="292608" cy="292608"/>
            </a:xfrm>
            <a:custGeom>
              <a:avLst/>
              <a:gdLst/>
              <a:ahLst/>
              <a:cxnLst/>
              <a:rect l="l" t="t" r="r" b="b"/>
              <a:pathLst>
                <a:path w="635000" h="635000">
                  <a:moveTo>
                    <a:pt x="317500" y="0"/>
                  </a:moveTo>
                  <a:arcTo wR="317500" hR="317500" stAng="16200000" swAng="18360000"/>
                  <a:lnTo>
                    <a:pt x="317500" y="317500"/>
                  </a:lnTo>
                  <a:close/>
                </a:path>
                <a:path w="635000" h="635000" fill="none">
                  <a:moveTo>
                    <a:pt x="60637" y="130878"/>
                  </a:moveTo>
                  <a:arcTo wR="317500" hR="317500" stAng="12960000" swAng="324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16" name="Harvey 86/100 [86]">
              <a:extLst>
                <a:ext uri="{FF2B5EF4-FFF2-40B4-BE49-F238E27FC236}">
                  <a16:creationId xmlns:a16="http://schemas.microsoft.com/office/drawing/2014/main" id="{85E1AF41-C21D-4514-B37E-CC830BC09C0A}"/>
                </a:ext>
              </a:extLst>
            </p:cNvPr>
            <p:cNvSpPr>
              <a:spLocks noChangeAspect="1"/>
            </p:cNvSpPr>
            <p:nvPr>
              <p:custDataLst>
                <p:tags r:id="rId136"/>
              </p:custDataLst>
            </p:nvPr>
          </p:nvSpPr>
          <p:spPr>
            <a:xfrm>
              <a:off x="4334905" y="3282696"/>
              <a:ext cx="292608" cy="292608"/>
            </a:xfrm>
            <a:custGeom>
              <a:avLst/>
              <a:gdLst/>
              <a:ahLst/>
              <a:cxnLst/>
              <a:rect l="l" t="t" r="r" b="b"/>
              <a:pathLst>
                <a:path w="635000" h="635000">
                  <a:moveTo>
                    <a:pt x="317500" y="0"/>
                  </a:moveTo>
                  <a:arcTo wR="317500" hR="317500" stAng="16200000" swAng="18576000"/>
                  <a:lnTo>
                    <a:pt x="317500" y="317500"/>
                  </a:lnTo>
                  <a:close/>
                </a:path>
                <a:path w="635000" h="635000" fill="none">
                  <a:moveTo>
                    <a:pt x="72862" y="115117"/>
                  </a:moveTo>
                  <a:arcTo wR="317500" hR="317500" stAng="13176000" swAng="302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17" name="Harvey 87/100 [87]">
              <a:extLst>
                <a:ext uri="{FF2B5EF4-FFF2-40B4-BE49-F238E27FC236}">
                  <a16:creationId xmlns:a16="http://schemas.microsoft.com/office/drawing/2014/main" id="{E3948F2E-FD5F-4107-B122-9AC75FE0CD9E}"/>
                </a:ext>
              </a:extLst>
            </p:cNvPr>
            <p:cNvSpPr>
              <a:spLocks noChangeAspect="1"/>
            </p:cNvSpPr>
            <p:nvPr>
              <p:custDataLst>
                <p:tags r:id="rId137"/>
              </p:custDataLst>
            </p:nvPr>
          </p:nvSpPr>
          <p:spPr>
            <a:xfrm>
              <a:off x="4334905" y="3282696"/>
              <a:ext cx="292608" cy="292608"/>
            </a:xfrm>
            <a:custGeom>
              <a:avLst/>
              <a:gdLst/>
              <a:ahLst/>
              <a:cxnLst/>
              <a:rect l="l" t="t" r="r" b="b"/>
              <a:pathLst>
                <a:path w="635000" h="635000">
                  <a:moveTo>
                    <a:pt x="317500" y="0"/>
                  </a:moveTo>
                  <a:arcTo wR="317500" hR="317500" stAng="16200000" swAng="18792000"/>
                  <a:lnTo>
                    <a:pt x="317500" y="317500"/>
                  </a:lnTo>
                  <a:close/>
                </a:path>
                <a:path w="635000" h="635000" fill="none">
                  <a:moveTo>
                    <a:pt x="86052" y="100156"/>
                  </a:moveTo>
                  <a:arcTo wR="317500" hR="317500" stAng="13392000" swAng="280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18" name="Harvey 88/100 [88]">
              <a:extLst>
                <a:ext uri="{FF2B5EF4-FFF2-40B4-BE49-F238E27FC236}">
                  <a16:creationId xmlns:a16="http://schemas.microsoft.com/office/drawing/2014/main" id="{744E57ED-019F-4A8B-A06E-9FB965FEBB23}"/>
                </a:ext>
              </a:extLst>
            </p:cNvPr>
            <p:cNvSpPr>
              <a:spLocks noChangeAspect="1"/>
            </p:cNvSpPr>
            <p:nvPr>
              <p:custDataLst>
                <p:tags r:id="rId138"/>
              </p:custDataLst>
            </p:nvPr>
          </p:nvSpPr>
          <p:spPr>
            <a:xfrm>
              <a:off x="4334905" y="3282696"/>
              <a:ext cx="292608" cy="292608"/>
            </a:xfrm>
            <a:custGeom>
              <a:avLst/>
              <a:gdLst/>
              <a:ahLst/>
              <a:cxnLst/>
              <a:rect l="l" t="t" r="r" b="b"/>
              <a:pathLst>
                <a:path w="635000" h="635000">
                  <a:moveTo>
                    <a:pt x="317500" y="0"/>
                  </a:moveTo>
                  <a:arcTo wR="317500" hR="317500" stAng="16200000" swAng="19008000"/>
                  <a:lnTo>
                    <a:pt x="317500" y="317500"/>
                  </a:lnTo>
                  <a:close/>
                </a:path>
                <a:path w="635000" h="635000" fill="none">
                  <a:moveTo>
                    <a:pt x="100156" y="86052"/>
                  </a:moveTo>
                  <a:arcTo wR="317500" hR="317500" stAng="13608000" swAng="2591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19" name="Harvey 89/100 [89]">
              <a:extLst>
                <a:ext uri="{FF2B5EF4-FFF2-40B4-BE49-F238E27FC236}">
                  <a16:creationId xmlns:a16="http://schemas.microsoft.com/office/drawing/2014/main" id="{5567719B-31CA-4A86-801E-E0531122E504}"/>
                </a:ext>
              </a:extLst>
            </p:cNvPr>
            <p:cNvSpPr>
              <a:spLocks noChangeAspect="1"/>
            </p:cNvSpPr>
            <p:nvPr>
              <p:custDataLst>
                <p:tags r:id="rId139"/>
              </p:custDataLst>
            </p:nvPr>
          </p:nvSpPr>
          <p:spPr>
            <a:xfrm>
              <a:off x="4334905" y="3282696"/>
              <a:ext cx="292608" cy="292608"/>
            </a:xfrm>
            <a:custGeom>
              <a:avLst/>
              <a:gdLst/>
              <a:ahLst/>
              <a:cxnLst/>
              <a:rect l="l" t="t" r="r" b="b"/>
              <a:pathLst>
                <a:path w="635000" h="635000">
                  <a:moveTo>
                    <a:pt x="317500" y="0"/>
                  </a:moveTo>
                  <a:arcTo wR="317500" hR="317500" stAng="16200000" swAng="19224000"/>
                  <a:lnTo>
                    <a:pt x="317500" y="317500"/>
                  </a:lnTo>
                  <a:close/>
                </a:path>
                <a:path w="635000" h="635000" fill="none">
                  <a:moveTo>
                    <a:pt x="115117" y="72862"/>
                  </a:moveTo>
                  <a:arcTo wR="317500" hR="317500" stAng="13823999" swAng="2375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20" name="Harvey 90/100 [90]">
              <a:extLst>
                <a:ext uri="{FF2B5EF4-FFF2-40B4-BE49-F238E27FC236}">
                  <a16:creationId xmlns:a16="http://schemas.microsoft.com/office/drawing/2014/main" id="{2CD4B3A1-B882-43A6-A4CA-C9FCA394B28B}"/>
                </a:ext>
              </a:extLst>
            </p:cNvPr>
            <p:cNvSpPr>
              <a:spLocks noChangeAspect="1"/>
            </p:cNvSpPr>
            <p:nvPr>
              <p:custDataLst>
                <p:tags r:id="rId140"/>
              </p:custDataLst>
            </p:nvPr>
          </p:nvSpPr>
          <p:spPr>
            <a:xfrm>
              <a:off x="4334905" y="3282696"/>
              <a:ext cx="292608" cy="292608"/>
            </a:xfrm>
            <a:custGeom>
              <a:avLst/>
              <a:gdLst/>
              <a:ahLst/>
              <a:cxnLst/>
              <a:rect l="l" t="t" r="r" b="b"/>
              <a:pathLst>
                <a:path w="635000" h="635000">
                  <a:moveTo>
                    <a:pt x="317500" y="0"/>
                  </a:moveTo>
                  <a:arcTo wR="317500" hR="317500" stAng="16200000" swAng="19440000"/>
                  <a:lnTo>
                    <a:pt x="317500" y="317500"/>
                  </a:lnTo>
                  <a:close/>
                </a:path>
                <a:path w="635000" h="635000" fill="none">
                  <a:moveTo>
                    <a:pt x="130878" y="60637"/>
                  </a:moveTo>
                  <a:arcTo wR="317500" hR="317500" stAng="14040000" swAng="2159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21" name="Harvey 91/100 [91]">
              <a:extLst>
                <a:ext uri="{FF2B5EF4-FFF2-40B4-BE49-F238E27FC236}">
                  <a16:creationId xmlns:a16="http://schemas.microsoft.com/office/drawing/2014/main" id="{68606D93-5175-4900-AD89-6D0710AFE75F}"/>
                </a:ext>
              </a:extLst>
            </p:cNvPr>
            <p:cNvSpPr>
              <a:spLocks noChangeAspect="1"/>
            </p:cNvSpPr>
            <p:nvPr>
              <p:custDataLst>
                <p:tags r:id="rId141"/>
              </p:custDataLst>
            </p:nvPr>
          </p:nvSpPr>
          <p:spPr>
            <a:xfrm>
              <a:off x="4334905" y="3282696"/>
              <a:ext cx="292608" cy="292608"/>
            </a:xfrm>
            <a:custGeom>
              <a:avLst/>
              <a:gdLst/>
              <a:ahLst/>
              <a:cxnLst/>
              <a:rect l="l" t="t" r="r" b="b"/>
              <a:pathLst>
                <a:path w="635000" h="635000">
                  <a:moveTo>
                    <a:pt x="317500" y="0"/>
                  </a:moveTo>
                  <a:arcTo wR="317500" hR="317500" stAng="16200000" swAng="19656000"/>
                  <a:lnTo>
                    <a:pt x="317500" y="317500"/>
                  </a:lnTo>
                  <a:close/>
                </a:path>
                <a:path w="635000" h="635000" fill="none">
                  <a:moveTo>
                    <a:pt x="147374" y="49425"/>
                  </a:moveTo>
                  <a:arcTo wR="317500" hR="317500" stAng="14256000" swAng="1943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22" name="Harvey 92/100 [92]">
              <a:extLst>
                <a:ext uri="{FF2B5EF4-FFF2-40B4-BE49-F238E27FC236}">
                  <a16:creationId xmlns:a16="http://schemas.microsoft.com/office/drawing/2014/main" id="{7EE30864-DDCC-4BBA-B70A-48810E224581}"/>
                </a:ext>
              </a:extLst>
            </p:cNvPr>
            <p:cNvSpPr>
              <a:spLocks noChangeAspect="1"/>
            </p:cNvSpPr>
            <p:nvPr>
              <p:custDataLst>
                <p:tags r:id="rId142"/>
              </p:custDataLst>
            </p:nvPr>
          </p:nvSpPr>
          <p:spPr>
            <a:xfrm>
              <a:off x="4334905" y="3282696"/>
              <a:ext cx="292608" cy="292608"/>
            </a:xfrm>
            <a:custGeom>
              <a:avLst/>
              <a:gdLst/>
              <a:ahLst/>
              <a:cxnLst/>
              <a:rect l="l" t="t" r="r" b="b"/>
              <a:pathLst>
                <a:path w="635000" h="635000">
                  <a:moveTo>
                    <a:pt x="317500" y="0"/>
                  </a:moveTo>
                  <a:arcTo wR="317500" hR="317500" stAng="16200000" swAng="19872000"/>
                  <a:lnTo>
                    <a:pt x="317500" y="317500"/>
                  </a:lnTo>
                  <a:close/>
                </a:path>
                <a:path w="635000" h="635000" fill="none">
                  <a:moveTo>
                    <a:pt x="164543" y="39272"/>
                  </a:moveTo>
                  <a:arcTo wR="317500" hR="317500" stAng="14472000" swAng="1727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23" name="Harvey 93/100 [93]">
              <a:extLst>
                <a:ext uri="{FF2B5EF4-FFF2-40B4-BE49-F238E27FC236}">
                  <a16:creationId xmlns:a16="http://schemas.microsoft.com/office/drawing/2014/main" id="{608CA488-A707-4C7A-9287-9DA9A38ED3D4}"/>
                </a:ext>
              </a:extLst>
            </p:cNvPr>
            <p:cNvSpPr>
              <a:spLocks noChangeAspect="1"/>
            </p:cNvSpPr>
            <p:nvPr>
              <p:custDataLst>
                <p:tags r:id="rId143"/>
              </p:custDataLst>
            </p:nvPr>
          </p:nvSpPr>
          <p:spPr>
            <a:xfrm>
              <a:off x="4334905" y="3282696"/>
              <a:ext cx="292608" cy="292608"/>
            </a:xfrm>
            <a:custGeom>
              <a:avLst/>
              <a:gdLst/>
              <a:ahLst/>
              <a:cxnLst/>
              <a:rect l="l" t="t" r="r" b="b"/>
              <a:pathLst>
                <a:path w="635000" h="635000">
                  <a:moveTo>
                    <a:pt x="317500" y="0"/>
                  </a:moveTo>
                  <a:arcTo wR="317500" hR="317500" stAng="16200000" swAng="20088000"/>
                  <a:lnTo>
                    <a:pt x="317500" y="317500"/>
                  </a:lnTo>
                  <a:close/>
                </a:path>
                <a:path w="635000" h="635000" fill="none">
                  <a:moveTo>
                    <a:pt x="182315" y="30217"/>
                  </a:moveTo>
                  <a:arcTo wR="317500" hR="317500" stAng="14688000" swAng="1511999"/>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24" name="Harvey 94/100 [94]">
              <a:extLst>
                <a:ext uri="{FF2B5EF4-FFF2-40B4-BE49-F238E27FC236}">
                  <a16:creationId xmlns:a16="http://schemas.microsoft.com/office/drawing/2014/main" id="{FE1836A9-F92A-4F07-BBB8-2274E290E952}"/>
                </a:ext>
              </a:extLst>
            </p:cNvPr>
            <p:cNvSpPr>
              <a:spLocks noChangeAspect="1"/>
            </p:cNvSpPr>
            <p:nvPr>
              <p:custDataLst>
                <p:tags r:id="rId144"/>
              </p:custDataLst>
            </p:nvPr>
          </p:nvSpPr>
          <p:spPr>
            <a:xfrm>
              <a:off x="4334905" y="3282696"/>
              <a:ext cx="292608" cy="292608"/>
            </a:xfrm>
            <a:custGeom>
              <a:avLst/>
              <a:gdLst/>
              <a:ahLst/>
              <a:cxnLst/>
              <a:rect l="l" t="t" r="r" b="b"/>
              <a:pathLst>
                <a:path w="635000" h="635000">
                  <a:moveTo>
                    <a:pt x="317500" y="0"/>
                  </a:moveTo>
                  <a:arcTo wR="317500" hR="317500" stAng="16200000" swAng="20304000"/>
                  <a:lnTo>
                    <a:pt x="317500" y="317500"/>
                  </a:lnTo>
                  <a:close/>
                </a:path>
                <a:path w="635000" h="635000" fill="none">
                  <a:moveTo>
                    <a:pt x="200620" y="22295"/>
                  </a:moveTo>
                  <a:arcTo wR="317500" hR="317500" stAng="14903999" swAng="129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25" name="Harvey 95/100 [95]">
              <a:extLst>
                <a:ext uri="{FF2B5EF4-FFF2-40B4-BE49-F238E27FC236}">
                  <a16:creationId xmlns:a16="http://schemas.microsoft.com/office/drawing/2014/main" id="{3169BE73-7F99-46E3-BDA9-D9BB85BE343E}"/>
                </a:ext>
              </a:extLst>
            </p:cNvPr>
            <p:cNvSpPr>
              <a:spLocks noChangeAspect="1"/>
            </p:cNvSpPr>
            <p:nvPr>
              <p:custDataLst>
                <p:tags r:id="rId145"/>
              </p:custDataLst>
            </p:nvPr>
          </p:nvSpPr>
          <p:spPr>
            <a:xfrm>
              <a:off x="4334905" y="3282696"/>
              <a:ext cx="292608" cy="292608"/>
            </a:xfrm>
            <a:custGeom>
              <a:avLst/>
              <a:gdLst/>
              <a:ahLst/>
              <a:cxnLst/>
              <a:rect l="l" t="t" r="r" b="b"/>
              <a:pathLst>
                <a:path w="635000" h="635000">
                  <a:moveTo>
                    <a:pt x="317500" y="0"/>
                  </a:moveTo>
                  <a:arcTo wR="317500" hR="317500" stAng="16200000" swAng="20520000"/>
                  <a:lnTo>
                    <a:pt x="317500" y="317500"/>
                  </a:lnTo>
                  <a:close/>
                </a:path>
                <a:path w="635000" h="635000" fill="none">
                  <a:moveTo>
                    <a:pt x="219387" y="15539"/>
                  </a:moveTo>
                  <a:arcTo wR="317500" hR="317500" stAng="15120000" swAng="1080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26" name="Harvey 96/100 [96]">
              <a:extLst>
                <a:ext uri="{FF2B5EF4-FFF2-40B4-BE49-F238E27FC236}">
                  <a16:creationId xmlns:a16="http://schemas.microsoft.com/office/drawing/2014/main" id="{12E3B5ED-B1AB-4A99-BD20-FF638135BE37}"/>
                </a:ext>
              </a:extLst>
            </p:cNvPr>
            <p:cNvSpPr>
              <a:spLocks noChangeAspect="1"/>
            </p:cNvSpPr>
            <p:nvPr>
              <p:custDataLst>
                <p:tags r:id="rId146"/>
              </p:custDataLst>
            </p:nvPr>
          </p:nvSpPr>
          <p:spPr>
            <a:xfrm>
              <a:off x="4334905" y="3282696"/>
              <a:ext cx="292608" cy="292608"/>
            </a:xfrm>
            <a:custGeom>
              <a:avLst/>
              <a:gdLst/>
              <a:ahLst/>
              <a:cxnLst/>
              <a:rect l="l" t="t" r="r" b="b"/>
              <a:pathLst>
                <a:path w="635000" h="635000">
                  <a:moveTo>
                    <a:pt x="317500" y="0"/>
                  </a:moveTo>
                  <a:arcTo wR="317500" hR="317500" stAng="16200000" swAng="20735999"/>
                  <a:lnTo>
                    <a:pt x="317500" y="317500"/>
                  </a:lnTo>
                  <a:close/>
                </a:path>
                <a:path w="635000" h="635000" fill="none">
                  <a:moveTo>
                    <a:pt x="238540" y="9974"/>
                  </a:moveTo>
                  <a:arcTo wR="317500" hR="317500" stAng="15335999" swAng="864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27" name="Harvey 97/100 [97]">
              <a:extLst>
                <a:ext uri="{FF2B5EF4-FFF2-40B4-BE49-F238E27FC236}">
                  <a16:creationId xmlns:a16="http://schemas.microsoft.com/office/drawing/2014/main" id="{75A7FEAD-6C4B-4F7A-BB60-3A68D96114DE}"/>
                </a:ext>
              </a:extLst>
            </p:cNvPr>
            <p:cNvSpPr>
              <a:spLocks noChangeAspect="1"/>
            </p:cNvSpPr>
            <p:nvPr>
              <p:custDataLst>
                <p:tags r:id="rId147"/>
              </p:custDataLst>
            </p:nvPr>
          </p:nvSpPr>
          <p:spPr>
            <a:xfrm>
              <a:off x="4334905" y="3282696"/>
              <a:ext cx="292608" cy="292608"/>
            </a:xfrm>
            <a:custGeom>
              <a:avLst/>
              <a:gdLst/>
              <a:ahLst/>
              <a:cxnLst/>
              <a:rect l="l" t="t" r="r" b="b"/>
              <a:pathLst>
                <a:path w="635000" h="635000">
                  <a:moveTo>
                    <a:pt x="317500" y="0"/>
                  </a:moveTo>
                  <a:arcTo wR="317500" hR="317500" stAng="16200000" swAng="20952000"/>
                  <a:lnTo>
                    <a:pt x="317500" y="317500"/>
                  </a:lnTo>
                  <a:close/>
                </a:path>
                <a:path w="635000" h="635000" fill="none">
                  <a:moveTo>
                    <a:pt x="258006" y="5623"/>
                  </a:moveTo>
                  <a:arcTo wR="317500" hR="317500" stAng="15552000" swAng="648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28" name="Harvey 98/100 [98]">
              <a:extLst>
                <a:ext uri="{FF2B5EF4-FFF2-40B4-BE49-F238E27FC236}">
                  <a16:creationId xmlns:a16="http://schemas.microsoft.com/office/drawing/2014/main" id="{C4B5128E-9380-4C38-A1EB-CB12E7401609}"/>
                </a:ext>
              </a:extLst>
            </p:cNvPr>
            <p:cNvSpPr>
              <a:spLocks noChangeAspect="1"/>
            </p:cNvSpPr>
            <p:nvPr>
              <p:custDataLst>
                <p:tags r:id="rId148"/>
              </p:custDataLst>
            </p:nvPr>
          </p:nvSpPr>
          <p:spPr>
            <a:xfrm>
              <a:off x="4334905" y="3282696"/>
              <a:ext cx="292608" cy="292608"/>
            </a:xfrm>
            <a:custGeom>
              <a:avLst/>
              <a:gdLst/>
              <a:ahLst/>
              <a:cxnLst/>
              <a:rect l="l" t="t" r="r" b="b"/>
              <a:pathLst>
                <a:path w="635000" h="635000">
                  <a:moveTo>
                    <a:pt x="317500" y="0"/>
                  </a:moveTo>
                  <a:arcTo wR="317500" hR="317500" stAng="16200000" swAng="21168000"/>
                  <a:lnTo>
                    <a:pt x="317500" y="317500"/>
                  </a:lnTo>
                  <a:close/>
                </a:path>
                <a:path w="635000" h="635000" fill="none">
                  <a:moveTo>
                    <a:pt x="277706" y="2503"/>
                  </a:moveTo>
                  <a:arcTo wR="317500" hR="317500" stAng="15768000" swAng="432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29" name="Harvey 99/100 [99]">
              <a:extLst>
                <a:ext uri="{FF2B5EF4-FFF2-40B4-BE49-F238E27FC236}">
                  <a16:creationId xmlns:a16="http://schemas.microsoft.com/office/drawing/2014/main" id="{50F634E4-E5B9-4DA6-9F91-8AF5B6ACF1FB}"/>
                </a:ext>
              </a:extLst>
            </p:cNvPr>
            <p:cNvSpPr>
              <a:spLocks noChangeAspect="1"/>
            </p:cNvSpPr>
            <p:nvPr>
              <p:custDataLst>
                <p:tags r:id="rId149"/>
              </p:custDataLst>
            </p:nvPr>
          </p:nvSpPr>
          <p:spPr>
            <a:xfrm>
              <a:off x="4334905" y="3282696"/>
              <a:ext cx="292608" cy="292608"/>
            </a:xfrm>
            <a:custGeom>
              <a:avLst/>
              <a:gdLst/>
              <a:ahLst/>
              <a:cxnLst/>
              <a:rect l="l" t="t" r="r" b="b"/>
              <a:pathLst>
                <a:path w="635000" h="635000">
                  <a:moveTo>
                    <a:pt x="317500" y="0"/>
                  </a:moveTo>
                  <a:arcTo wR="317500" hR="317500" stAng="16200000" swAng="21384000"/>
                  <a:lnTo>
                    <a:pt x="317500" y="317500"/>
                  </a:lnTo>
                  <a:close/>
                </a:path>
                <a:path w="635000" h="635000" fill="none">
                  <a:moveTo>
                    <a:pt x="297564" y="626"/>
                  </a:moveTo>
                  <a:arcTo wR="317500" hR="317500" stAng="15983999" swAng="216000"/>
                </a:path>
              </a:pathLst>
            </a:custGeom>
            <a:grpFill/>
            <a:ln w="19050" cmpd="sng">
              <a:solidFill>
                <a:schemeClr val="tx2"/>
              </a:solidFill>
            </a:ln>
          </p:spPr>
          <p:txBody>
            <a:bodyPr/>
            <a:lstStyle/>
            <a:p>
              <a:endParaRPr lang="en-GB" b="0" i="0">
                <a:latin typeface="72 Brand" panose="020B0504030603020204" pitchFamily="34" charset="0"/>
              </a:endParaRPr>
            </a:p>
          </p:txBody>
        </p:sp>
        <p:sp>
          <p:nvSpPr>
            <p:cNvPr id="130" name="Harvey 100/100 [100]">
              <a:extLst>
                <a:ext uri="{FF2B5EF4-FFF2-40B4-BE49-F238E27FC236}">
                  <a16:creationId xmlns:a16="http://schemas.microsoft.com/office/drawing/2014/main" id="{94AA53CD-8233-470E-AFEE-0BCC721BFAE9}"/>
                </a:ext>
              </a:extLst>
            </p:cNvPr>
            <p:cNvSpPr>
              <a:spLocks noChangeAspect="1"/>
            </p:cNvSpPr>
            <p:nvPr>
              <p:custDataLst>
                <p:tags r:id="rId150"/>
              </p:custDataLst>
            </p:nvPr>
          </p:nvSpPr>
          <p:spPr>
            <a:xfrm>
              <a:off x="4334905" y="3282696"/>
              <a:ext cx="292608" cy="292608"/>
            </a:xfrm>
            <a:custGeom>
              <a:avLst/>
              <a:gdLst/>
              <a:ahLst/>
              <a:cxnLst/>
              <a:rect l="l" t="t" r="r" b="b"/>
              <a:pathLst>
                <a:path w="635000" h="635000">
                  <a:moveTo>
                    <a:pt x="317500" y="0"/>
                  </a:moveTo>
                  <a:arcTo wR="317500" hR="317500" stAng="16200000" swAng="21600000"/>
                  <a:close/>
                </a:path>
              </a:pathLst>
            </a:custGeom>
            <a:grpFill/>
            <a:ln w="19050" cmpd="sng">
              <a:solidFill>
                <a:schemeClr val="tx2"/>
              </a:solidFill>
            </a:ln>
          </p:spPr>
          <p:txBody>
            <a:bodyPr/>
            <a:lstStyle/>
            <a:p>
              <a:endParaRPr lang="en-GB" b="0" i="0">
                <a:latin typeface="72 Brand" panose="020B0504030603020204" pitchFamily="34" charset="0"/>
              </a:endParaRPr>
            </a:p>
          </p:txBody>
        </p:sp>
      </p:grpSp>
      <p:sp>
        <p:nvSpPr>
          <p:cNvPr id="131" name="Footnote [Placeholder]" hidden="1">
            <a:extLst>
              <a:ext uri="{FF2B5EF4-FFF2-40B4-BE49-F238E27FC236}">
                <a16:creationId xmlns:a16="http://schemas.microsoft.com/office/drawing/2014/main" id="{1B41FB17-6D57-4EE1-9C4C-9C305D5D6BEC}"/>
              </a:ext>
            </a:extLst>
          </p:cNvPr>
          <p:cNvSpPr txBox="1"/>
          <p:nvPr userDrawn="1"/>
        </p:nvSpPr>
        <p:spPr>
          <a:xfrm>
            <a:off x="503238" y="5984668"/>
            <a:ext cx="10188208" cy="138499"/>
          </a:xfrm>
          <a:prstGeom prst="rect">
            <a:avLst/>
          </a:prstGeom>
          <a:noFill/>
        </p:spPr>
        <p:txBody>
          <a:bodyPr wrap="square" lIns="0" tIns="0" rIns="0" bIns="0" rtlCol="0">
            <a:spAutoFit/>
          </a:bodyPr>
          <a:lstStyle/>
          <a:p>
            <a:pPr fontAlgn="base">
              <a:spcBef>
                <a:spcPct val="50000"/>
              </a:spcBef>
              <a:spcAft>
                <a:spcPct val="0"/>
              </a:spcAft>
              <a:buClr>
                <a:srgbClr val="F0AB00"/>
              </a:buClr>
              <a:buSzPct val="80000"/>
            </a:pPr>
            <a:r>
              <a:rPr lang="en-US" sz="900" b="0" i="0" kern="0">
                <a:latin typeface="72 Brand" panose="020B0504030603020204" pitchFamily="34" charset="0"/>
                <a:ea typeface="72 Brand" pitchFamily="34" charset="-128"/>
                <a:cs typeface="72 Brand" pitchFamily="34" charset="-128"/>
              </a:rPr>
              <a:t>(r) Footnote</a:t>
            </a:r>
          </a:p>
        </p:txBody>
      </p:sp>
      <p:sp>
        <p:nvSpPr>
          <p:cNvPr id="5" name="Draft [Sticker]" hidden="1">
            <a:extLst>
              <a:ext uri="{FF2B5EF4-FFF2-40B4-BE49-F238E27FC236}">
                <a16:creationId xmlns:a16="http://schemas.microsoft.com/office/drawing/2014/main" id="{4ED4653C-0BEF-C53F-2F44-0F4FC1038B4E}"/>
              </a:ext>
            </a:extLst>
          </p:cNvPr>
          <p:cNvSpPr/>
          <p:nvPr userDrawn="1"/>
        </p:nvSpPr>
        <p:spPr bwMode="gray">
          <a:xfrm rot="18900000">
            <a:off x="4491456" y="3089731"/>
            <a:ext cx="3211564" cy="1219077"/>
          </a:xfrm>
          <a:prstGeom prst="rect">
            <a:avLst/>
          </a:prstGeom>
          <a:noFill/>
          <a:ln w="2540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r>
              <a:rPr kumimoji="0" lang="en-US" sz="5400" b="0" i="0" u="none" strike="noStrike" kern="0" cap="none" spc="0" normalizeH="0" baseline="0" noProof="0">
                <a:ln>
                  <a:noFill/>
                </a:ln>
                <a:solidFill>
                  <a:schemeClr val="tx2"/>
                </a:solidFill>
                <a:effectLst/>
                <a:uLnTx/>
                <a:uFillTx/>
                <a:latin typeface="72 Brand" panose="020B0504030603020204" pitchFamily="34" charset="0"/>
                <a:ea typeface="Arial" pitchFamily="34" charset="0"/>
                <a:cs typeface="Arial" pitchFamily="34" charset="0"/>
              </a:rPr>
              <a:t>DRAFT</a:t>
            </a:r>
          </a:p>
        </p:txBody>
      </p:sp>
      <p:sp>
        <p:nvSpPr>
          <p:cNvPr id="142" name="Content [Comment]" hidden="1">
            <a:extLst>
              <a:ext uri="{FF2B5EF4-FFF2-40B4-BE49-F238E27FC236}">
                <a16:creationId xmlns:a16="http://schemas.microsoft.com/office/drawing/2014/main" id="{D6760A1A-5249-0361-7543-4100DC0D89C0}"/>
              </a:ext>
            </a:extLst>
          </p:cNvPr>
          <p:cNvSpPr>
            <a:spLocks/>
          </p:cNvSpPr>
          <p:nvPr userDrawn="1"/>
        </p:nvSpPr>
        <p:spPr>
          <a:xfrm>
            <a:off x="10620496" y="1126713"/>
            <a:ext cx="1322679" cy="1287398"/>
          </a:xfrm>
          <a:prstGeom prst="wedgeRectCallout">
            <a:avLst>
              <a:gd name="adj1" fmla="val 33379"/>
              <a:gd name="adj2" fmla="val 65105"/>
            </a:avLst>
          </a:prstGeom>
          <a:solidFill>
            <a:srgbClr val="FFF3B8"/>
          </a:solidFill>
          <a:ln w="12700" cap="flat" cmpd="sng" algn="ctr">
            <a:noFill/>
            <a:prstDash val="solid"/>
            <a:miter lim="800000"/>
          </a:ln>
          <a:effectLst/>
        </p:spPr>
        <p:txBody>
          <a:bodyPr lIns="36000" tIns="36000" rIns="36000" bIns="36000"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A0A0A"/>
                </a:solidFill>
                <a:effectLst/>
                <a:uLnTx/>
                <a:uFillTx/>
                <a:latin typeface="72 Brand" panose="020B0504030603020204" pitchFamily="34" charset="0"/>
              </a:rPr>
              <a:t>&lt;initials&gt; &lt;date&gt;</a:t>
            </a:r>
            <a:r>
              <a:rPr kumimoji="0" lang="en-US" sz="800" b="0" i="0" u="none" strike="noStrike" kern="0" cap="none" spc="0" normalizeH="0" baseline="0" noProof="0" err="1">
                <a:ln>
                  <a:noFill/>
                </a:ln>
                <a:solidFill>
                  <a:srgbClr val="0A0A0A"/>
                </a:solidFill>
                <a:effectLst/>
                <a:uLnTx/>
                <a:uFillTx/>
                <a:latin typeface="72 Brand" panose="020B0504030603020204" pitchFamily="34" charset="0"/>
              </a:rPr>
              <a:t>yyyy</a:t>
            </a:r>
            <a:r>
              <a:rPr kumimoji="0" lang="en-US" sz="800" b="0" i="0" u="none" strike="noStrike" kern="0" cap="none" spc="0" normalizeH="0" baseline="0" noProof="0">
                <a:ln>
                  <a:noFill/>
                </a:ln>
                <a:solidFill>
                  <a:srgbClr val="0A0A0A"/>
                </a:solidFill>
                <a:effectLst/>
                <a:uLnTx/>
                <a:uFillTx/>
                <a:latin typeface="72 Brand" panose="020B0504030603020204" pitchFamily="34" charset="0"/>
              </a:rPr>
              <a:t>-MM-dd </a:t>
            </a:r>
            <a:r>
              <a:rPr kumimoji="0" lang="en-US" sz="800" b="0" i="0" u="none" strike="noStrike" kern="0" cap="none" spc="0" normalizeH="0" baseline="0" noProof="0" err="1">
                <a:ln>
                  <a:noFill/>
                </a:ln>
                <a:solidFill>
                  <a:srgbClr val="0A0A0A"/>
                </a:solidFill>
                <a:effectLst/>
                <a:uLnTx/>
                <a:uFillTx/>
                <a:latin typeface="72 Brand" panose="020B0504030603020204" pitchFamily="34" charset="0"/>
              </a:rPr>
              <a:t>hh:mm</a:t>
            </a:r>
            <a:r>
              <a:rPr kumimoji="0" lang="en-US" sz="800" b="0" i="0" u="none" strike="noStrike" kern="0" cap="none" spc="0" normalizeH="0" baseline="0" noProof="0">
                <a:ln>
                  <a:noFill/>
                </a:ln>
                <a:solidFill>
                  <a:srgbClr val="0A0A0A"/>
                </a:solidFill>
                <a:effectLst/>
                <a:uLnTx/>
                <a:uFillTx/>
                <a:latin typeface="72 Brand" panose="020B0504030603020204" pitchFamily="34" charset="0"/>
              </a:rPr>
              <a:t>&lt;/date&gt;: </a:t>
            </a:r>
          </a:p>
        </p:txBody>
      </p:sp>
      <p:sp>
        <p:nvSpPr>
          <p:cNvPr id="143" name="Formatting [Comment]" hidden="1">
            <a:extLst>
              <a:ext uri="{FF2B5EF4-FFF2-40B4-BE49-F238E27FC236}">
                <a16:creationId xmlns:a16="http://schemas.microsoft.com/office/drawing/2014/main" id="{31370255-4446-E2E0-D475-0E9332BBA969}"/>
              </a:ext>
            </a:extLst>
          </p:cNvPr>
          <p:cNvSpPr>
            <a:spLocks/>
          </p:cNvSpPr>
          <p:nvPr userDrawn="1"/>
        </p:nvSpPr>
        <p:spPr>
          <a:xfrm>
            <a:off x="10620496" y="1126713"/>
            <a:ext cx="1322679" cy="1287398"/>
          </a:xfrm>
          <a:prstGeom prst="wedgeRectCallout">
            <a:avLst>
              <a:gd name="adj1" fmla="val 33379"/>
              <a:gd name="adj2" fmla="val 65105"/>
            </a:avLst>
          </a:prstGeom>
          <a:solidFill>
            <a:srgbClr val="FFF3B8"/>
          </a:solidFill>
          <a:ln w="12700" cap="flat" cmpd="sng" algn="ctr">
            <a:noFill/>
            <a:prstDash val="solid"/>
            <a:miter lim="800000"/>
          </a:ln>
          <a:effectLst/>
        </p:spPr>
        <p:txBody>
          <a:bodyPr lIns="36000" tIns="36000" rIns="36000" bIns="36000" rtlCol="0" anchor="t"/>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800" b="0" i="0" u="none" strike="noStrike" kern="0" cap="none" spc="0" normalizeH="0" baseline="0" noProof="0">
                <a:ln>
                  <a:noFill/>
                </a:ln>
                <a:solidFill>
                  <a:srgbClr val="0A0A0A"/>
                </a:solidFill>
                <a:effectLst/>
                <a:uLnTx/>
                <a:uFillTx/>
                <a:latin typeface="72 Brand" panose="020B0504030603020204" pitchFamily="34" charset="0"/>
              </a:rPr>
              <a:t>&lt;initials&gt; &lt;date&gt;</a:t>
            </a:r>
            <a:r>
              <a:rPr kumimoji="0" lang="en-US" sz="800" b="0" i="0" u="none" strike="noStrike" kern="0" cap="none" spc="0" normalizeH="0" baseline="0" noProof="0" err="1">
                <a:ln>
                  <a:noFill/>
                </a:ln>
                <a:solidFill>
                  <a:srgbClr val="0A0A0A"/>
                </a:solidFill>
                <a:effectLst/>
                <a:uLnTx/>
                <a:uFillTx/>
                <a:latin typeface="72 Brand" panose="020B0504030603020204" pitchFamily="34" charset="0"/>
              </a:rPr>
              <a:t>yyyy</a:t>
            </a:r>
            <a:r>
              <a:rPr kumimoji="0" lang="en-US" sz="800" b="0" i="0" u="none" strike="noStrike" kern="0" cap="none" spc="0" normalizeH="0" baseline="0" noProof="0">
                <a:ln>
                  <a:noFill/>
                </a:ln>
                <a:solidFill>
                  <a:srgbClr val="0A0A0A"/>
                </a:solidFill>
                <a:effectLst/>
                <a:uLnTx/>
                <a:uFillTx/>
                <a:latin typeface="72 Brand" panose="020B0504030603020204" pitchFamily="34" charset="0"/>
              </a:rPr>
              <a:t>-MM-dd </a:t>
            </a:r>
            <a:r>
              <a:rPr kumimoji="0" lang="en-US" sz="800" b="0" i="0" u="none" strike="noStrike" kern="0" cap="none" spc="0" normalizeH="0" baseline="0" noProof="0" err="1">
                <a:ln>
                  <a:noFill/>
                </a:ln>
                <a:solidFill>
                  <a:srgbClr val="0A0A0A"/>
                </a:solidFill>
                <a:effectLst/>
                <a:uLnTx/>
                <a:uFillTx/>
                <a:latin typeface="72 Brand" panose="020B0504030603020204" pitchFamily="34" charset="0"/>
              </a:rPr>
              <a:t>hh:mm</a:t>
            </a:r>
            <a:r>
              <a:rPr kumimoji="0" lang="en-US" sz="800" b="0" i="0" u="none" strike="noStrike" kern="0" cap="none" spc="0" normalizeH="0" baseline="0" noProof="0">
                <a:ln>
                  <a:noFill/>
                </a:ln>
                <a:solidFill>
                  <a:srgbClr val="0A0A0A"/>
                </a:solidFill>
                <a:effectLst/>
                <a:uLnTx/>
                <a:uFillTx/>
                <a:latin typeface="72 Brand" panose="020B0504030603020204" pitchFamily="34" charset="0"/>
              </a:rPr>
              <a:t>&lt;/date&gt;: </a:t>
            </a:r>
          </a:p>
        </p:txBody>
      </p:sp>
      <p:sp>
        <p:nvSpPr>
          <p:cNvPr id="132" name="Final [Sticker]" hidden="1">
            <a:extLst>
              <a:ext uri="{FF2B5EF4-FFF2-40B4-BE49-F238E27FC236}">
                <a16:creationId xmlns:a16="http://schemas.microsoft.com/office/drawing/2014/main" id="{5402B19A-2F1E-0983-9BF4-848C4B7F0B87}"/>
              </a:ext>
            </a:extLst>
          </p:cNvPr>
          <p:cNvSpPr>
            <a:spLocks/>
          </p:cNvSpPr>
          <p:nvPr userDrawn="1"/>
        </p:nvSpPr>
        <p:spPr>
          <a:xfrm>
            <a:off x="10983300" y="210784"/>
            <a:ext cx="707050" cy="173117"/>
          </a:xfrm>
          <a:prstGeom prst="roundRect">
            <a:avLst>
              <a:gd name="adj" fmla="val 50000"/>
            </a:avLst>
          </a:prstGeom>
          <a:gradFill>
            <a:gsLst>
              <a:gs pos="0">
                <a:schemeClr val="tx2"/>
              </a:gs>
              <a:gs pos="100000">
                <a:schemeClr val="tx2"/>
              </a:gs>
            </a:gsLst>
            <a:lin ang="5400000" scaled="1"/>
          </a:gradFill>
          <a:ln w="19050" cap="flat" cmpd="sng" algn="ctr">
            <a:noFill/>
            <a:prstDash val="solid"/>
          </a:ln>
          <a:effectLst/>
        </p:spPr>
        <p:txBody>
          <a:bodyPr lIns="0" tIns="0" rIns="0" bIns="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i="0" u="none" strike="noStrike" kern="0" cap="none" spc="0" normalizeH="0" baseline="0" noProof="0">
                <a:ln>
                  <a:noFill/>
                </a:ln>
                <a:solidFill>
                  <a:srgbClr val="FFFFFF"/>
                </a:solidFill>
                <a:effectLst/>
                <a:uLnTx/>
                <a:uFillTx/>
                <a:latin typeface="+mn-lt"/>
                <a:ea typeface="+mn-ea"/>
                <a:cs typeface="+mn-cs"/>
              </a:rPr>
              <a:t>FINAL SLIDE</a:t>
            </a:r>
          </a:p>
        </p:txBody>
      </p:sp>
      <p:sp>
        <p:nvSpPr>
          <p:cNvPr id="148" name="Internal [Sticker]" hidden="1">
            <a:extLst>
              <a:ext uri="{FF2B5EF4-FFF2-40B4-BE49-F238E27FC236}">
                <a16:creationId xmlns:a16="http://schemas.microsoft.com/office/drawing/2014/main" id="{28223912-D0A4-A620-A34F-518BD869E53F}"/>
              </a:ext>
            </a:extLst>
          </p:cNvPr>
          <p:cNvSpPr>
            <a:spLocks/>
          </p:cNvSpPr>
          <p:nvPr userDrawn="1"/>
        </p:nvSpPr>
        <p:spPr>
          <a:xfrm>
            <a:off x="10033000" y="210784"/>
            <a:ext cx="1657350" cy="173117"/>
          </a:xfrm>
          <a:prstGeom prst="roundRect">
            <a:avLst>
              <a:gd name="adj" fmla="val 50000"/>
            </a:avLst>
          </a:prstGeom>
          <a:gradFill>
            <a:gsLst>
              <a:gs pos="0">
                <a:schemeClr val="tx2"/>
              </a:gs>
              <a:gs pos="100000">
                <a:schemeClr val="tx2"/>
              </a:gs>
            </a:gsLst>
            <a:lin ang="5400000" scaled="1"/>
          </a:gradFill>
          <a:ln w="19050" cap="flat" cmpd="sng" algn="ctr">
            <a:noFill/>
            <a:prstDash val="solid"/>
          </a:ln>
          <a:effectLst/>
        </p:spPr>
        <p:txBody>
          <a:bodyPr wrap="square" lIns="0" tIns="0" rIns="0" bIns="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i="0" u="none" strike="noStrike" kern="0" cap="none" spc="0" normalizeH="0" baseline="0" noProof="0">
                <a:ln>
                  <a:noFill/>
                </a:ln>
                <a:solidFill>
                  <a:srgbClr val="FFFFFF"/>
                </a:solidFill>
                <a:effectLst/>
                <a:uLnTx/>
                <a:uFillTx/>
                <a:latin typeface="+mn-lt"/>
                <a:ea typeface="+mn-ea"/>
                <a:cs typeface="+mn-cs"/>
              </a:rPr>
              <a:t>INTERNAL USE ONLY</a:t>
            </a:r>
          </a:p>
        </p:txBody>
      </p:sp>
      <p:sp>
        <p:nvSpPr>
          <p:cNvPr id="149" name="Discussion [Sticker]" hidden="1">
            <a:extLst>
              <a:ext uri="{FF2B5EF4-FFF2-40B4-BE49-F238E27FC236}">
                <a16:creationId xmlns:a16="http://schemas.microsoft.com/office/drawing/2014/main" id="{D9D83DF6-771C-4C0C-6C7A-3A59B82BAD4A}"/>
              </a:ext>
            </a:extLst>
          </p:cNvPr>
          <p:cNvSpPr>
            <a:spLocks/>
          </p:cNvSpPr>
          <p:nvPr userDrawn="1"/>
        </p:nvSpPr>
        <p:spPr>
          <a:xfrm>
            <a:off x="10734674" y="210784"/>
            <a:ext cx="955676" cy="173117"/>
          </a:xfrm>
          <a:prstGeom prst="roundRect">
            <a:avLst>
              <a:gd name="adj" fmla="val 50000"/>
            </a:avLst>
          </a:prstGeom>
          <a:gradFill>
            <a:gsLst>
              <a:gs pos="0">
                <a:schemeClr val="tx2"/>
              </a:gs>
              <a:gs pos="100000">
                <a:schemeClr val="tx2"/>
              </a:gs>
            </a:gsLst>
            <a:lin ang="5400000" scaled="1"/>
          </a:gradFill>
          <a:ln w="19050" cap="flat" cmpd="sng" algn="ctr">
            <a:noFill/>
            <a:prstDash val="solid"/>
          </a:ln>
          <a:effectLst/>
        </p:spPr>
        <p:txBody>
          <a:bodyPr wrap="square" lIns="0" tIns="0" rIns="0" bIns="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i="0" u="none" strike="noStrike" kern="0" cap="none" spc="0" normalizeH="0" baseline="0" noProof="0">
                <a:ln>
                  <a:noFill/>
                </a:ln>
                <a:solidFill>
                  <a:srgbClr val="FFFFFF"/>
                </a:solidFill>
                <a:effectLst/>
                <a:uLnTx/>
                <a:uFillTx/>
                <a:latin typeface="+mn-lt"/>
                <a:ea typeface="+mn-ea"/>
                <a:cs typeface="+mn-cs"/>
              </a:rPr>
              <a:t>FOR DISCUSSION</a:t>
            </a:r>
          </a:p>
        </p:txBody>
      </p:sp>
      <p:sp>
        <p:nvSpPr>
          <p:cNvPr id="145" name="Dummy [Sticker]" hidden="1">
            <a:extLst>
              <a:ext uri="{FF2B5EF4-FFF2-40B4-BE49-F238E27FC236}">
                <a16:creationId xmlns:a16="http://schemas.microsoft.com/office/drawing/2014/main" id="{85BE85F9-1C84-5D9C-577F-40BFD680420C}"/>
              </a:ext>
            </a:extLst>
          </p:cNvPr>
          <p:cNvSpPr>
            <a:spLocks/>
          </p:cNvSpPr>
          <p:nvPr userDrawn="1"/>
        </p:nvSpPr>
        <p:spPr>
          <a:xfrm>
            <a:off x="10734674" y="210784"/>
            <a:ext cx="955675" cy="173117"/>
          </a:xfrm>
          <a:prstGeom prst="roundRect">
            <a:avLst>
              <a:gd name="adj" fmla="val 50000"/>
            </a:avLst>
          </a:prstGeom>
          <a:gradFill>
            <a:gsLst>
              <a:gs pos="0">
                <a:schemeClr val="tx2"/>
              </a:gs>
              <a:gs pos="100000">
                <a:schemeClr val="tx2"/>
              </a:gs>
            </a:gsLst>
            <a:lin ang="5400000" scaled="1"/>
          </a:gradFill>
          <a:ln w="19050" cap="flat" cmpd="sng" algn="ctr">
            <a:noFill/>
            <a:prstDash val="solid"/>
          </a:ln>
          <a:effectLst/>
        </p:spPr>
        <p:txBody>
          <a:bodyPr wrap="square" lIns="0" tIns="0" rIns="0" bIns="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i="0" u="none" strike="noStrike" kern="0" cap="none" spc="0" normalizeH="0" baseline="0" noProof="0">
                <a:ln>
                  <a:noFill/>
                </a:ln>
                <a:solidFill>
                  <a:srgbClr val="FFFFFF"/>
                </a:solidFill>
                <a:effectLst/>
                <a:uLnTx/>
                <a:uFillTx/>
                <a:latin typeface="+mn-lt"/>
                <a:ea typeface="+mn-ea"/>
                <a:cs typeface="+mn-cs"/>
              </a:rPr>
              <a:t>DUMMY DATA</a:t>
            </a:r>
          </a:p>
        </p:txBody>
      </p:sp>
      <p:sp>
        <p:nvSpPr>
          <p:cNvPr id="146" name="Update [Sticker]" hidden="1">
            <a:extLst>
              <a:ext uri="{FF2B5EF4-FFF2-40B4-BE49-F238E27FC236}">
                <a16:creationId xmlns:a16="http://schemas.microsoft.com/office/drawing/2014/main" id="{DB5368A3-028B-BD89-843A-4055DAEC9BBE}"/>
              </a:ext>
            </a:extLst>
          </p:cNvPr>
          <p:cNvSpPr>
            <a:spLocks/>
          </p:cNvSpPr>
          <p:nvPr userDrawn="1"/>
        </p:nvSpPr>
        <p:spPr>
          <a:xfrm>
            <a:off x="10734674" y="210784"/>
            <a:ext cx="955676" cy="173117"/>
          </a:xfrm>
          <a:prstGeom prst="roundRect">
            <a:avLst>
              <a:gd name="adj" fmla="val 50000"/>
            </a:avLst>
          </a:prstGeom>
          <a:gradFill>
            <a:gsLst>
              <a:gs pos="0">
                <a:schemeClr val="tx2"/>
              </a:gs>
              <a:gs pos="100000">
                <a:schemeClr val="tx2"/>
              </a:gs>
            </a:gsLst>
            <a:lin ang="5400000" scaled="1"/>
          </a:gradFill>
          <a:ln w="19050" cap="flat" cmpd="sng" algn="ctr">
            <a:noFill/>
            <a:prstDash val="solid"/>
          </a:ln>
          <a:effectLst/>
        </p:spPr>
        <p:txBody>
          <a:bodyPr wrap="square" lIns="0" tIns="0" rIns="0" bIns="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i="0" u="none" strike="noStrike" kern="0" cap="none" spc="0" normalizeH="0" baseline="0" noProof="0">
                <a:ln>
                  <a:noFill/>
                </a:ln>
                <a:solidFill>
                  <a:srgbClr val="FFFFFF"/>
                </a:solidFill>
                <a:effectLst/>
                <a:uLnTx/>
                <a:uFillTx/>
                <a:latin typeface="+mn-lt"/>
                <a:ea typeface="+mn-ea"/>
                <a:cs typeface="+mn-cs"/>
              </a:rPr>
              <a:t>UPDATE DATA</a:t>
            </a:r>
          </a:p>
        </p:txBody>
      </p:sp>
      <p:sp>
        <p:nvSpPr>
          <p:cNvPr id="147" name="Backup [Sticker]" hidden="1">
            <a:extLst>
              <a:ext uri="{FF2B5EF4-FFF2-40B4-BE49-F238E27FC236}">
                <a16:creationId xmlns:a16="http://schemas.microsoft.com/office/drawing/2014/main" id="{308EDF7D-F287-A5B8-407B-AF543ACA9F1E}"/>
              </a:ext>
            </a:extLst>
          </p:cNvPr>
          <p:cNvSpPr>
            <a:spLocks/>
          </p:cNvSpPr>
          <p:nvPr userDrawn="1"/>
        </p:nvSpPr>
        <p:spPr>
          <a:xfrm>
            <a:off x="10985500" y="210784"/>
            <a:ext cx="704850" cy="173117"/>
          </a:xfrm>
          <a:prstGeom prst="roundRect">
            <a:avLst>
              <a:gd name="adj" fmla="val 50000"/>
            </a:avLst>
          </a:prstGeom>
          <a:gradFill>
            <a:gsLst>
              <a:gs pos="0">
                <a:schemeClr val="tx2"/>
              </a:gs>
              <a:gs pos="100000">
                <a:schemeClr val="tx2"/>
              </a:gs>
            </a:gsLst>
            <a:lin ang="5400000" scaled="1"/>
          </a:gradFill>
          <a:ln w="19050" cap="flat" cmpd="sng" algn="ctr">
            <a:noFill/>
            <a:prstDash val="solid"/>
          </a:ln>
          <a:effectLst/>
        </p:spPr>
        <p:txBody>
          <a:bodyPr wrap="square" lIns="0" tIns="0" rIns="0" bIns="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800" i="0" u="none" strike="noStrike" kern="0" cap="none" spc="0" normalizeH="0" baseline="0" noProof="0">
                <a:ln>
                  <a:noFill/>
                </a:ln>
                <a:solidFill>
                  <a:srgbClr val="FFFFFF"/>
                </a:solidFill>
                <a:effectLst/>
                <a:uLnTx/>
                <a:uFillTx/>
                <a:latin typeface="+mn-lt"/>
                <a:ea typeface="+mn-ea"/>
                <a:cs typeface="+mn-cs"/>
              </a:rPr>
              <a:t>BACKUP</a:t>
            </a:r>
          </a:p>
        </p:txBody>
      </p:sp>
      <p:grpSp>
        <p:nvGrpSpPr>
          <p:cNvPr id="134" name="Responsible [Sticker]" hidden="1">
            <a:extLst>
              <a:ext uri="{FF2B5EF4-FFF2-40B4-BE49-F238E27FC236}">
                <a16:creationId xmlns:a16="http://schemas.microsoft.com/office/drawing/2014/main" id="{D807E524-FC1C-0CD6-4E84-F55B41ABF787}"/>
              </a:ext>
            </a:extLst>
          </p:cNvPr>
          <p:cNvGrpSpPr/>
          <p:nvPr userDrawn="1"/>
        </p:nvGrpSpPr>
        <p:grpSpPr>
          <a:xfrm>
            <a:off x="9050330" y="210783"/>
            <a:ext cx="2640147" cy="173118"/>
            <a:chOff x="9050330" y="210783"/>
            <a:chExt cx="2640147" cy="173118"/>
          </a:xfrm>
        </p:grpSpPr>
        <p:sp>
          <p:nvSpPr>
            <p:cNvPr id="135" name="Final [Sticker org.]">
              <a:extLst>
                <a:ext uri="{FF2B5EF4-FFF2-40B4-BE49-F238E27FC236}">
                  <a16:creationId xmlns:a16="http://schemas.microsoft.com/office/drawing/2014/main" id="{4440328B-E219-D57E-E076-5D09AD704156}"/>
                </a:ext>
              </a:extLst>
            </p:cNvPr>
            <p:cNvSpPr>
              <a:spLocks/>
            </p:cNvSpPr>
            <p:nvPr/>
          </p:nvSpPr>
          <p:spPr>
            <a:xfrm>
              <a:off x="9050330" y="210783"/>
              <a:ext cx="2640147" cy="173117"/>
            </a:xfrm>
            <a:prstGeom prst="roundRect">
              <a:avLst>
                <a:gd name="adj" fmla="val 50000"/>
              </a:avLst>
            </a:prstGeom>
            <a:solidFill>
              <a:schemeClr val="bg1"/>
            </a:solidFill>
            <a:ln w="6350" cap="flat" cmpd="sng" algn="ctr">
              <a:solidFill>
                <a:schemeClr val="tx2"/>
              </a:solidFill>
              <a:prstDash val="solid"/>
            </a:ln>
            <a:effectLst/>
          </p:spPr>
          <p:txBody>
            <a:bodyPr wrap="square" lIns="900000" tIns="0" rIns="0" bIns="0" rtlCol="0" anchor="ctr">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da-GL" sz="800" i="0" u="none" strike="noStrike" kern="0" cap="none" spc="0" normalizeH="0" baseline="0" noProof="0">
                  <a:ln>
                    <a:noFill/>
                  </a:ln>
                  <a:solidFill>
                    <a:schemeClr val="tx2"/>
                  </a:solidFill>
                  <a:effectLst/>
                  <a:uLnTx/>
                  <a:uFillTx/>
                  <a:latin typeface="+mn-lt"/>
                  <a:ea typeface="+mn-ea"/>
                  <a:cs typeface="+mn-cs"/>
                </a:rPr>
                <a:t>TEXT</a:t>
              </a:r>
              <a:endParaRPr kumimoji="0" lang="en-US" sz="800" i="0" u="none" strike="noStrike" kern="0" cap="none" spc="0" normalizeH="0" baseline="0" noProof="0">
                <a:ln>
                  <a:noFill/>
                </a:ln>
                <a:solidFill>
                  <a:schemeClr val="tx2"/>
                </a:solidFill>
                <a:effectLst/>
                <a:uLnTx/>
                <a:uFillTx/>
                <a:latin typeface="+mn-lt"/>
                <a:ea typeface="+mn-ea"/>
                <a:cs typeface="+mn-cs"/>
              </a:endParaRPr>
            </a:p>
          </p:txBody>
        </p:sp>
        <p:sp>
          <p:nvSpPr>
            <p:cNvPr id="136" name="Final [Sticker org.]">
              <a:extLst>
                <a:ext uri="{FF2B5EF4-FFF2-40B4-BE49-F238E27FC236}">
                  <a16:creationId xmlns:a16="http://schemas.microsoft.com/office/drawing/2014/main" id="{E3A6C8D3-C105-250D-CC2B-D59A630EC485}"/>
                </a:ext>
              </a:extLst>
            </p:cNvPr>
            <p:cNvSpPr>
              <a:spLocks/>
            </p:cNvSpPr>
            <p:nvPr/>
          </p:nvSpPr>
          <p:spPr>
            <a:xfrm>
              <a:off x="9050330" y="210784"/>
              <a:ext cx="853949" cy="173117"/>
            </a:xfrm>
            <a:prstGeom prst="roundRect">
              <a:avLst>
                <a:gd name="adj" fmla="val 50000"/>
              </a:avLst>
            </a:prstGeom>
            <a:solidFill>
              <a:schemeClr val="tx2"/>
            </a:solidFill>
            <a:ln w="19050" cap="flat" cmpd="sng" algn="ctr">
              <a:noFill/>
              <a:prstDash val="solid"/>
            </a:ln>
            <a:effectLst/>
          </p:spPr>
          <p:txBody>
            <a:bodyPr wrap="square" lIns="0" tIns="0" rIns="0" bIns="0" rtlCol="0" anchor="ctr">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da-GL" sz="800" i="0" u="none" strike="noStrike" kern="0" cap="none" spc="0" normalizeH="0" baseline="0" noProof="0">
                  <a:ln>
                    <a:noFill/>
                  </a:ln>
                  <a:solidFill>
                    <a:srgbClr val="FFFFFF"/>
                  </a:solidFill>
                  <a:effectLst/>
                  <a:uLnTx/>
                  <a:uFillTx/>
                  <a:latin typeface="+mn-lt"/>
                  <a:ea typeface="+mn-ea"/>
                  <a:cs typeface="+mn-cs"/>
                </a:rPr>
                <a:t>RESPONSIBLE:</a:t>
              </a:r>
              <a:endParaRPr kumimoji="0" lang="en-US" sz="800" i="0" u="none" strike="noStrike" kern="0" cap="none" spc="0" normalizeH="0" baseline="0" noProof="0">
                <a:ln>
                  <a:noFill/>
                </a:ln>
                <a:solidFill>
                  <a:srgbClr val="FFFFFF"/>
                </a:solidFill>
                <a:effectLst/>
                <a:uLnTx/>
                <a:uFillTx/>
                <a:latin typeface="+mn-lt"/>
                <a:ea typeface="+mn-ea"/>
                <a:cs typeface="+mn-cs"/>
              </a:endParaRPr>
            </a:p>
          </p:txBody>
        </p:sp>
      </p:grpSp>
      <p:sp>
        <p:nvSpPr>
          <p:cNvPr id="137" name="Workspace [Presentation]" hidden="1">
            <a:extLst>
              <a:ext uri="{FF2B5EF4-FFF2-40B4-BE49-F238E27FC236}">
                <a16:creationId xmlns:a16="http://schemas.microsoft.com/office/drawing/2014/main" id="{94A6BE43-81F0-FA8E-2328-A068FC5E0F5F}"/>
              </a:ext>
            </a:extLst>
          </p:cNvPr>
          <p:cNvSpPr/>
          <p:nvPr userDrawn="1"/>
        </p:nvSpPr>
        <p:spPr bwMode="gray">
          <a:xfrm>
            <a:off x="504001" y="1548560"/>
            <a:ext cx="11186476" cy="4552203"/>
          </a:xfrm>
          <a:prstGeom prst="rect">
            <a:avLst/>
          </a:prstGeom>
          <a:noFill/>
          <a:ln w="12700" algn="ctr">
            <a:solidFill>
              <a:srgbClr val="D24726"/>
            </a:solidFill>
            <a:prstDash val="lgDash"/>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DK" sz="1800" b="0" i="0" u="none" strike="noStrike" kern="0" cap="none" spc="0" normalizeH="0" baseline="0" noProof="0">
              <a:ln>
                <a:noFill/>
              </a:ln>
              <a:effectLst/>
              <a:uLnTx/>
              <a:uFillTx/>
              <a:latin typeface="+mn-lt"/>
              <a:ea typeface="72 Brand" pitchFamily="34" charset="-128"/>
              <a:cs typeface="72 Brand" pitchFamily="34" charset="-128"/>
            </a:endParaRPr>
          </a:p>
        </p:txBody>
      </p:sp>
      <p:sp>
        <p:nvSpPr>
          <p:cNvPr id="12" name="TextBox 11">
            <a:extLst>
              <a:ext uri="{FF2B5EF4-FFF2-40B4-BE49-F238E27FC236}">
                <a16:creationId xmlns:a16="http://schemas.microsoft.com/office/drawing/2014/main" id="{9D3804D4-CFCB-3760-6825-6437954DC9F4}"/>
              </a:ext>
            </a:extLst>
          </p:cNvPr>
          <p:cNvSpPr txBox="1"/>
          <p:nvPr userDrawn="1">
            <p:extLst>
              <p:ext uri="{1162E1C5-73C7-4A58-AE30-91384D911F3F}">
                <p184:classification xmlns:p184="http://schemas.microsoft.com/office/powerpoint/2018/4/main" val="ftr"/>
              </p:ext>
            </p:extLst>
          </p:nvPr>
        </p:nvSpPr>
        <p:spPr>
          <a:xfrm>
            <a:off x="203200" y="6563360"/>
            <a:ext cx="2144713" cy="91440"/>
          </a:xfrm>
          <a:prstGeom prst="rect">
            <a:avLst/>
          </a:prstGeom>
        </p:spPr>
        <p:txBody>
          <a:bodyPr horzOverflow="overflow" lIns="0" tIns="0" rIns="0" bIns="0">
            <a:spAutoFit/>
          </a:bodyPr>
          <a:lstStyle/>
          <a:p>
            <a:pPr algn="l"/>
            <a:r>
              <a:rPr lang="en-DE" sz="600">
                <a:solidFill>
                  <a:srgbClr val="000000">
                    <a:alpha val="50000"/>
                  </a:srgbClr>
                </a:solidFill>
                <a:latin typeface="72 Brand" panose="020B0504030603020204" pitchFamily="34" charset="0"/>
              </a:rPr>
              <a:t>                 INTERNAL ‒ SAP and External Parties under NDA Only</a:t>
            </a:r>
          </a:p>
        </p:txBody>
      </p:sp>
    </p:spTree>
    <p:extLst>
      <p:ext uri="{BB962C8B-B14F-4D97-AF65-F5344CB8AC3E}">
        <p14:creationId xmlns:p14="http://schemas.microsoft.com/office/powerpoint/2010/main" val="3408294523"/>
      </p:ext>
    </p:extLst>
  </p:cSld>
  <p:clrMap bg1="lt1" tx1="dk1" bg2="lt2" tx2="dk2" accent1="accent1" accent2="accent2" accent3="accent3" accent4="accent4" accent5="accent5" accent6="accent6" hlink="hlink" folHlink="folHlink"/>
  <p:sldLayoutIdLst>
    <p:sldLayoutId id="2147483773" r:id="rId1"/>
    <p:sldLayoutId id="2147483805" r:id="rId2"/>
    <p:sldLayoutId id="2147483780" r:id="rId3"/>
    <p:sldLayoutId id="2147483787" r:id="rId4"/>
    <p:sldLayoutId id="2147483816" r:id="rId5"/>
    <p:sldLayoutId id="2147483817" r:id="rId6"/>
    <p:sldLayoutId id="2147483818" r:id="rId7"/>
    <p:sldLayoutId id="2147483777" r:id="rId8"/>
    <p:sldLayoutId id="2147483788" r:id="rId9"/>
    <p:sldLayoutId id="2147483821" r:id="rId10"/>
    <p:sldLayoutId id="2147483823" r:id="rId11"/>
    <p:sldLayoutId id="2147483741" r:id="rId12"/>
    <p:sldLayoutId id="2147483813" r:id="rId13"/>
    <p:sldLayoutId id="2147483765" r:id="rId14"/>
    <p:sldLayoutId id="2147483811" r:id="rId15"/>
    <p:sldLayoutId id="2147483767" r:id="rId16"/>
    <p:sldLayoutId id="2147483815" r:id="rId17"/>
    <p:sldLayoutId id="2147483812" r:id="rId18"/>
    <p:sldLayoutId id="2147483774" r:id="rId19"/>
    <p:sldLayoutId id="2147483745" r:id="rId20"/>
    <p:sldLayoutId id="2147483760" r:id="rId21"/>
    <p:sldLayoutId id="2147483768" r:id="rId22"/>
    <p:sldLayoutId id="2147483769" r:id="rId23"/>
    <p:sldLayoutId id="2147483770" r:id="rId24"/>
    <p:sldLayoutId id="2147483757" r:id="rId25"/>
    <p:sldLayoutId id="2147483771" r:id="rId26"/>
    <p:sldLayoutId id="2147483763" r:id="rId27"/>
    <p:sldLayoutId id="2147483751" r:id="rId28"/>
    <p:sldLayoutId id="2147483825" r:id="rId29"/>
    <p:sldLayoutId id="2147483826" r:id="rId30"/>
    <p:sldLayoutId id="2147483740" r:id="rId31"/>
    <p:sldLayoutId id="2147483810" r:id="rId32"/>
    <p:sldLayoutId id="2147483756" r:id="rId33"/>
    <p:sldLayoutId id="2147483824" r:id="rId34"/>
    <p:sldLayoutId id="2147483829" r:id="rId35"/>
    <p:sldLayoutId id="2147483828" r:id="rId36"/>
    <p:sldLayoutId id="2147483795" r:id="rId37"/>
    <p:sldLayoutId id="2147483796" r:id="rId38"/>
    <p:sldLayoutId id="2147483797" r:id="rId39"/>
    <p:sldLayoutId id="2147483801" r:id="rId40"/>
    <p:sldLayoutId id="2147483802" r:id="rId41"/>
    <p:sldLayoutId id="2147483803" r:id="rId42"/>
    <p:sldLayoutId id="2147483804" r:id="rId43"/>
    <p:sldLayoutId id="2147483819" r:id="rId44"/>
  </p:sldLayoutIdLst>
  <p:hf hdr="0" ftr="0" dt="0"/>
  <p:txStyles>
    <p:titleStyle>
      <a:lvl1pPr algn="l" defTabSz="1088558" rtl="0" eaLnBrk="1" latinLnBrk="0" hangingPunct="1">
        <a:spcBef>
          <a:spcPct val="0"/>
        </a:spcBef>
        <a:buNone/>
        <a:defRPr sz="2400" b="0" i="0" kern="1200" baseline="0">
          <a:solidFill>
            <a:schemeClr val="tx1"/>
          </a:solidFill>
          <a:latin typeface="72 Brand Medium" panose="020B0504030603020204" pitchFamily="34" charset="0"/>
          <a:ea typeface="+mj-ea"/>
          <a:cs typeface="+mj-cs"/>
        </a:defRPr>
      </a:lvl1pPr>
    </p:titleStyle>
    <p:bodyStyle>
      <a:lvl1pPr marL="0" indent="0" algn="l" defTabSz="1088558" rtl="0" eaLnBrk="1" latinLnBrk="0" hangingPunct="1">
        <a:spcBef>
          <a:spcPts val="600"/>
        </a:spcBef>
        <a:buClrTx/>
        <a:buSzPct val="100000"/>
        <a:buFont typeface="Arial" panose="020B0604020202020204" pitchFamily="34" charset="0"/>
        <a:buChar char="​"/>
        <a:defRPr sz="2000" b="0" i="0" kern="1200" baseline="0">
          <a:solidFill>
            <a:schemeClr val="tx1"/>
          </a:solidFill>
          <a:latin typeface="+mn-lt"/>
          <a:ea typeface="+mn-ea"/>
          <a:cs typeface="+mn-cs"/>
        </a:defRPr>
      </a:lvl1pPr>
      <a:lvl2pPr marL="252000" indent="-252000" algn="l" defTabSz="1088558" rtl="0" eaLnBrk="1" latinLnBrk="0" hangingPunct="1">
        <a:spcBef>
          <a:spcPts val="600"/>
        </a:spcBef>
        <a:buClr>
          <a:schemeClr val="tx1"/>
        </a:buClr>
        <a:buSzPct val="100000"/>
        <a:buFont typeface="Wingdings" panose="05000000000000000000" pitchFamily="2" charset="2"/>
        <a:buChar char=""/>
        <a:defRPr sz="1800" b="0" i="0" kern="1200">
          <a:solidFill>
            <a:schemeClr val="tx1"/>
          </a:solidFill>
          <a:latin typeface="+mn-lt"/>
          <a:ea typeface="+mn-ea"/>
          <a:cs typeface="+mn-cs"/>
        </a:defRPr>
      </a:lvl2pPr>
      <a:lvl3pPr marL="504000" indent="-252000" algn="l" defTabSz="1088558" rtl="0" eaLnBrk="1" latinLnBrk="0" hangingPunct="1">
        <a:spcBef>
          <a:spcPts val="600"/>
        </a:spcBef>
        <a:buClr>
          <a:schemeClr val="tx1"/>
        </a:buClr>
        <a:buSzPct val="100000"/>
        <a:buFont typeface="Wingdings" panose="05000000000000000000" pitchFamily="2" charset="2"/>
        <a:buChar char=""/>
        <a:defRPr lang="en-US" sz="1600" b="0" i="0" kern="1200" noProof="0" dirty="0" smtClean="0">
          <a:solidFill>
            <a:schemeClr val="tx1"/>
          </a:solidFill>
          <a:latin typeface="+mn-lt"/>
          <a:ea typeface="+mn-ea"/>
          <a:cs typeface="+mn-cs"/>
        </a:defRPr>
      </a:lvl3pPr>
      <a:lvl4pPr marL="756000" indent="-252000" algn="l" defTabSz="1088558" rtl="0" eaLnBrk="1" latinLnBrk="0" hangingPunct="1">
        <a:spcBef>
          <a:spcPts val="600"/>
        </a:spcBef>
        <a:buClr>
          <a:schemeClr val="tx1"/>
        </a:buClr>
        <a:buSzPct val="100000"/>
        <a:buFont typeface="Wingdings" panose="05000000000000000000" pitchFamily="2" charset="2"/>
        <a:buChar char=""/>
        <a:defRPr sz="1400" b="0" i="0" kern="1200">
          <a:solidFill>
            <a:schemeClr val="tx1"/>
          </a:solidFill>
          <a:latin typeface="+mn-lt"/>
          <a:ea typeface="+mn-ea"/>
          <a:cs typeface="+mn-cs"/>
        </a:defRPr>
      </a:lvl4pPr>
      <a:lvl5pPr marL="0" indent="0" algn="l" defTabSz="1088558" rtl="0" eaLnBrk="1" latinLnBrk="0" hangingPunct="1">
        <a:spcBef>
          <a:spcPts val="600"/>
        </a:spcBef>
        <a:buClr>
          <a:schemeClr val="tx1"/>
        </a:buClr>
        <a:buSzPct val="100000"/>
        <a:buFont typeface="Arial" panose="020B0604020202020204" pitchFamily="34" charset="0"/>
        <a:buChar char="​"/>
        <a:defRPr sz="1400" b="0" i="0" kern="1200" baseline="0">
          <a:solidFill>
            <a:schemeClr val="tx1"/>
          </a:solidFill>
          <a:latin typeface="+mj-lt"/>
          <a:ea typeface="+mn-ea"/>
          <a:cs typeface="+mn-cs"/>
        </a:defRPr>
      </a:lvl5pPr>
      <a:lvl6pPr marL="0" indent="0" algn="l" defTabSz="1088558" rtl="0" eaLnBrk="1" latinLnBrk="0" hangingPunct="1">
        <a:lnSpc>
          <a:spcPct val="120000"/>
        </a:lnSpc>
        <a:spcBef>
          <a:spcPts val="600"/>
        </a:spcBef>
        <a:buFont typeface="Arial" panose="020B0604020202020204" pitchFamily="34" charset="0"/>
        <a:buChar char="​"/>
        <a:defRPr sz="1400" kern="1200">
          <a:solidFill>
            <a:schemeClr val="tx1"/>
          </a:solidFill>
          <a:latin typeface="+mn-lt"/>
          <a:ea typeface="+mn-ea"/>
          <a:cs typeface="+mn-cs"/>
        </a:defRPr>
      </a:lvl6pPr>
      <a:lvl7pPr marL="0" indent="0" algn="l" defTabSz="1088558" rtl="0" eaLnBrk="1" latinLnBrk="0" hangingPunct="1">
        <a:lnSpc>
          <a:spcPct val="120000"/>
        </a:lnSpc>
        <a:spcBef>
          <a:spcPts val="300"/>
        </a:spcBef>
        <a:buFont typeface="Arial" pitchFamily="34" charset="0"/>
        <a:buChar char="​"/>
        <a:defRPr sz="800" kern="1200">
          <a:solidFill>
            <a:schemeClr val="tx1"/>
          </a:solidFill>
          <a:latin typeface="+mj-lt"/>
          <a:ea typeface="+mn-ea"/>
          <a:cs typeface="+mn-cs"/>
        </a:defRPr>
      </a:lvl7pPr>
      <a:lvl8pPr marL="0" indent="0" algn="l" defTabSz="1088558" rtl="0" eaLnBrk="1" latinLnBrk="0" hangingPunct="1">
        <a:lnSpc>
          <a:spcPct val="120000"/>
        </a:lnSpc>
        <a:spcBef>
          <a:spcPts val="600"/>
        </a:spcBef>
        <a:buFont typeface="Arial" pitchFamily="34" charset="0"/>
        <a:buChar char="​"/>
        <a:defRPr sz="800" kern="1200">
          <a:solidFill>
            <a:schemeClr val="tx1"/>
          </a:solidFill>
          <a:latin typeface="+mn-lt"/>
          <a:ea typeface="+mn-ea"/>
          <a:cs typeface="+mn-cs"/>
        </a:defRPr>
      </a:lvl8pPr>
      <a:lvl9pPr marL="0" indent="0" algn="l" defTabSz="1088558" rtl="0" eaLnBrk="1" latinLnBrk="0" hangingPunct="1">
        <a:spcBef>
          <a:spcPts val="600"/>
        </a:spcBef>
        <a:buFont typeface="Arial" pitchFamily="34" charset="0"/>
        <a:buChar char="​"/>
        <a:defRPr sz="3600" kern="1200">
          <a:solidFill>
            <a:schemeClr val="tx1"/>
          </a:solidFill>
          <a:latin typeface="+mj-lt"/>
          <a:ea typeface="+mn-ea"/>
          <a:cs typeface="+mn-cs"/>
        </a:defRPr>
      </a:lvl9pPr>
    </p:bodyStyle>
    <p:otherStyle>
      <a:defPPr>
        <a:defRPr lang="de-DE"/>
      </a:defPPr>
      <a:lvl1pPr marL="0" algn="l" defTabSz="1088558" rtl="0" eaLnBrk="1" latinLnBrk="0" hangingPunct="1">
        <a:defRPr sz="2100" kern="1200">
          <a:solidFill>
            <a:schemeClr val="tx1"/>
          </a:solidFill>
          <a:latin typeface="+mn-lt"/>
          <a:ea typeface="+mn-ea"/>
          <a:cs typeface="+mn-cs"/>
        </a:defRPr>
      </a:lvl1pPr>
      <a:lvl2pPr marL="544279" algn="l" defTabSz="1088558" rtl="0" eaLnBrk="1" latinLnBrk="0" hangingPunct="1">
        <a:defRPr sz="2100" kern="1200">
          <a:solidFill>
            <a:schemeClr val="tx1"/>
          </a:solidFill>
          <a:latin typeface="+mn-lt"/>
          <a:ea typeface="+mn-ea"/>
          <a:cs typeface="+mn-cs"/>
        </a:defRPr>
      </a:lvl2pPr>
      <a:lvl3pPr marL="1088558" algn="l" defTabSz="1088558" rtl="0" eaLnBrk="1" latinLnBrk="0" hangingPunct="1">
        <a:defRPr sz="2100" kern="1200">
          <a:solidFill>
            <a:schemeClr val="tx1"/>
          </a:solidFill>
          <a:latin typeface="+mn-lt"/>
          <a:ea typeface="+mn-ea"/>
          <a:cs typeface="+mn-cs"/>
        </a:defRPr>
      </a:lvl3pPr>
      <a:lvl4pPr marL="1632837" algn="l" defTabSz="1088558" rtl="0" eaLnBrk="1" latinLnBrk="0" hangingPunct="1">
        <a:defRPr sz="2100" kern="1200">
          <a:solidFill>
            <a:schemeClr val="tx1"/>
          </a:solidFill>
          <a:latin typeface="+mn-lt"/>
          <a:ea typeface="+mn-ea"/>
          <a:cs typeface="+mn-cs"/>
        </a:defRPr>
      </a:lvl4pPr>
      <a:lvl5pPr marL="2177116" algn="l" defTabSz="1088558" rtl="0" eaLnBrk="1" latinLnBrk="0" hangingPunct="1">
        <a:defRPr sz="2100" kern="1200">
          <a:solidFill>
            <a:schemeClr val="tx1"/>
          </a:solidFill>
          <a:latin typeface="+mn-lt"/>
          <a:ea typeface="+mn-ea"/>
          <a:cs typeface="+mn-cs"/>
        </a:defRPr>
      </a:lvl5pPr>
      <a:lvl6pPr marL="2721396" algn="l" defTabSz="1088558" rtl="0" eaLnBrk="1" latinLnBrk="0" hangingPunct="1">
        <a:defRPr sz="2100" kern="1200">
          <a:solidFill>
            <a:schemeClr val="tx1"/>
          </a:solidFill>
          <a:latin typeface="+mn-lt"/>
          <a:ea typeface="+mn-ea"/>
          <a:cs typeface="+mn-cs"/>
        </a:defRPr>
      </a:lvl6pPr>
      <a:lvl7pPr marL="3265675" algn="l" defTabSz="1088558" rtl="0" eaLnBrk="1" latinLnBrk="0" hangingPunct="1">
        <a:defRPr sz="2100" kern="1200">
          <a:solidFill>
            <a:schemeClr val="tx1"/>
          </a:solidFill>
          <a:latin typeface="+mn-lt"/>
          <a:ea typeface="+mn-ea"/>
          <a:cs typeface="+mn-cs"/>
        </a:defRPr>
      </a:lvl7pPr>
      <a:lvl8pPr marL="3809954" algn="l" defTabSz="1088558" rtl="0" eaLnBrk="1" latinLnBrk="0" hangingPunct="1">
        <a:defRPr sz="2100" kern="1200">
          <a:solidFill>
            <a:schemeClr val="tx1"/>
          </a:solidFill>
          <a:latin typeface="+mn-lt"/>
          <a:ea typeface="+mn-ea"/>
          <a:cs typeface="+mn-cs"/>
        </a:defRPr>
      </a:lvl8pPr>
      <a:lvl9pPr marL="4354233" algn="l" defTabSz="1088558" rtl="0" eaLnBrk="1" latinLnBrk="0" hangingPunct="1">
        <a:defRPr sz="21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317" userDrawn="1">
          <p15:clr>
            <a:srgbClr val="A4A4A4"/>
          </p15:clr>
        </p15:guide>
        <p15:guide id="2" pos="759" userDrawn="1">
          <p15:clr>
            <a:srgbClr val="A4A4A4"/>
          </p15:clr>
        </p15:guide>
        <p15:guide id="3" orient="horz" pos="317" userDrawn="1">
          <p15:clr>
            <a:srgbClr val="A4A4A4"/>
          </p15:clr>
        </p15:guide>
        <p15:guide id="4" orient="horz" pos="4002" userDrawn="1">
          <p15:clr>
            <a:srgbClr val="A4A4A4"/>
          </p15:clr>
        </p15:guide>
        <p15:guide id="5" pos="917" userDrawn="1">
          <p15:clr>
            <a:srgbClr val="A4A4A4"/>
          </p15:clr>
        </p15:guide>
        <p15:guide id="6" pos="1359" userDrawn="1">
          <p15:clr>
            <a:srgbClr val="A4A4A4"/>
          </p15:clr>
        </p15:guide>
        <p15:guide id="7" pos="1518" userDrawn="1">
          <p15:clr>
            <a:srgbClr val="A4A4A4"/>
          </p15:clr>
        </p15:guide>
        <p15:guide id="8" pos="1960" userDrawn="1">
          <p15:clr>
            <a:srgbClr val="A4A4A4"/>
          </p15:clr>
        </p15:guide>
        <p15:guide id="9" pos="2118" userDrawn="1">
          <p15:clr>
            <a:srgbClr val="A4A4A4"/>
          </p15:clr>
        </p15:guide>
        <p15:guide id="10" pos="2560" userDrawn="1">
          <p15:clr>
            <a:srgbClr val="A4A4A4"/>
          </p15:clr>
        </p15:guide>
        <p15:guide id="11" pos="2719" userDrawn="1">
          <p15:clr>
            <a:srgbClr val="A4A4A4"/>
          </p15:clr>
        </p15:guide>
        <p15:guide id="12" pos="3161" userDrawn="1">
          <p15:clr>
            <a:srgbClr val="A4A4A4"/>
          </p15:clr>
        </p15:guide>
        <p15:guide id="13" pos="3319" userDrawn="1">
          <p15:clr>
            <a:srgbClr val="A4A4A4"/>
          </p15:clr>
        </p15:guide>
        <p15:guide id="14" pos="3761" userDrawn="1">
          <p15:clr>
            <a:srgbClr val="A4A4A4"/>
          </p15:clr>
        </p15:guide>
        <p15:guide id="15" pos="3920" userDrawn="1">
          <p15:clr>
            <a:srgbClr val="A4A4A4"/>
          </p15:clr>
        </p15:guide>
        <p15:guide id="16" pos="4362" userDrawn="1">
          <p15:clr>
            <a:srgbClr val="A4A4A4"/>
          </p15:clr>
        </p15:guide>
        <p15:guide id="17" pos="4520" userDrawn="1">
          <p15:clr>
            <a:srgbClr val="A4A4A4"/>
          </p15:clr>
        </p15:guide>
        <p15:guide id="18" pos="4962" userDrawn="1">
          <p15:clr>
            <a:srgbClr val="A4A4A4"/>
          </p15:clr>
        </p15:guide>
        <p15:guide id="19" pos="5121" userDrawn="1">
          <p15:clr>
            <a:srgbClr val="A4A4A4"/>
          </p15:clr>
        </p15:guide>
        <p15:guide id="20" pos="5563" userDrawn="1">
          <p15:clr>
            <a:srgbClr val="A4A4A4"/>
          </p15:clr>
        </p15:guide>
        <p15:guide id="21" pos="5721" userDrawn="1">
          <p15:clr>
            <a:srgbClr val="A4A4A4"/>
          </p15:clr>
        </p15:guide>
        <p15:guide id="22" pos="6163" userDrawn="1">
          <p15:clr>
            <a:srgbClr val="A4A4A4"/>
          </p15:clr>
        </p15:guide>
        <p15:guide id="23" pos="6322" userDrawn="1">
          <p15:clr>
            <a:srgbClr val="A4A4A4"/>
          </p15:clr>
        </p15:guide>
        <p15:guide id="24" pos="6764" userDrawn="1">
          <p15:clr>
            <a:srgbClr val="A4A4A4"/>
          </p15:clr>
        </p15:guide>
        <p15:guide id="25" pos="6922" userDrawn="1">
          <p15:clr>
            <a:srgbClr val="A4A4A4"/>
          </p15:clr>
        </p15:guide>
        <p15:guide id="26" pos="7364" userDrawn="1">
          <p15:clr>
            <a:srgbClr val="A4A4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customXml" Target="../../customXml/item8.xml"/><Relationship Id="rId1" Type="http://schemas.openxmlformats.org/officeDocument/2006/relationships/customXml" Target="../../customXml/item3.xml"/><Relationship Id="rId5" Type="http://schemas.openxmlformats.org/officeDocument/2006/relationships/image" Target="../media/image29.sv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customXml" Target="../../customXml/item15.xml"/><Relationship Id="rId1" Type="http://schemas.openxmlformats.org/officeDocument/2006/relationships/customXml" Target="../../customXml/item5.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customXml" Target="../../customXml/item26.xml"/><Relationship Id="rId1" Type="http://schemas.openxmlformats.org/officeDocument/2006/relationships/customXml" Target="../../customXml/item17.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0.xml"/><Relationship Id="rId7" Type="http://schemas.openxmlformats.org/officeDocument/2006/relationships/hyperlink" Target="https://wiki.one.int.sap/wiki/spaces/SimplSuite/pages/1969848126/Long+text+SAPScript+search+enablement+for+CDS-based+search" TargetMode="External"/><Relationship Id="rId2" Type="http://schemas.openxmlformats.org/officeDocument/2006/relationships/customXml" Target="../../customXml/item23.xml"/><Relationship Id="rId1" Type="http://schemas.openxmlformats.org/officeDocument/2006/relationships/customXml" Target="../../customXml/item1.xml"/><Relationship Id="rId6" Type="http://schemas.openxmlformats.org/officeDocument/2006/relationships/hyperlink" Target="https://sap.sharepoint.com/:w:/s/120332/EXYpZaYVdRpJhd0WqiwGmb4BTXhpJbKlyONqq2gV_WQWNA?e=T9jNND" TargetMode="External"/><Relationship Id="rId5" Type="http://schemas.openxmlformats.org/officeDocument/2006/relationships/hyperlink" Target="https://jira.tools.sap/browse/S4HCRQMASD-37712" TargetMode="Externa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customXml" Target="../../customXml/item19.xml"/><Relationship Id="rId1" Type="http://schemas.openxmlformats.org/officeDocument/2006/relationships/customXml" Target="../../customXml/item22.xml"/><Relationship Id="rId5" Type="http://schemas.openxmlformats.org/officeDocument/2006/relationships/image" Target="../media/image30.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customXml" Target="../../customXml/item16.xml"/><Relationship Id="rId1" Type="http://schemas.openxmlformats.org/officeDocument/2006/relationships/customXml" Target="../../customXml/item2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customXml" Target="../../customXml/item2.xml"/><Relationship Id="rId1" Type="http://schemas.openxmlformats.org/officeDocument/2006/relationships/customXml" Target="../../customXml/item12.xml"/><Relationship Id="rId5" Type="http://schemas.openxmlformats.org/officeDocument/2006/relationships/hyperlink" Target="https://wiki.one.int.sap/wiki/spaces/FormsProCloud/pages/2488178206/Application-specific+persistence+of+SAPscript+texts" TargetMode="Externa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0.xml"/><Relationship Id="rId7" Type="http://schemas.openxmlformats.org/officeDocument/2006/relationships/image" Target="../media/image32.png"/><Relationship Id="rId2" Type="http://schemas.openxmlformats.org/officeDocument/2006/relationships/customXml" Target="../../customXml/item20.xml"/><Relationship Id="rId1" Type="http://schemas.openxmlformats.org/officeDocument/2006/relationships/customXml" Target="../../customXml/item25.xml"/><Relationship Id="rId6" Type="http://schemas.openxmlformats.org/officeDocument/2006/relationships/image" Target="../media/image31.png"/><Relationship Id="rId5" Type="http://schemas.openxmlformats.org/officeDocument/2006/relationships/hyperlink" Target="https://wiki.one.int.sap/wiki/spaces/FormsProCloud/pages/2500559979/Text+references" TargetMode="Externa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0.xml"/><Relationship Id="rId2" Type="http://schemas.openxmlformats.org/officeDocument/2006/relationships/customXml" Target="../../customXml/item4.xml"/><Relationship Id="rId1" Type="http://schemas.openxmlformats.org/officeDocument/2006/relationships/customXml" Target="../../customXml/item9.xml"/><Relationship Id="rId6" Type="http://schemas.openxmlformats.org/officeDocument/2006/relationships/image" Target="../media/image33.png"/><Relationship Id="rId5" Type="http://schemas.openxmlformats.org/officeDocument/2006/relationships/hyperlink" Target="https://wiki.one.int.sap/wiki/spaces/FormsProCloud/pages/2490999112/2.+Implementation+of+the+SAPscript+text+API" TargetMode="Externa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8" Type="http://schemas.openxmlformats.org/officeDocument/2006/relationships/hyperlink" Target="https://wiki.one.int.sap/wiki/spaces/FormsProCloud/pages/2488178206/Application-specific+persistence+of+SAPscript+texts" TargetMode="External"/><Relationship Id="rId3" Type="http://schemas.openxmlformats.org/officeDocument/2006/relationships/slideLayout" Target="../slideLayouts/slideLayout20.xml"/><Relationship Id="rId7" Type="http://schemas.openxmlformats.org/officeDocument/2006/relationships/hyperlink" Target="mailto:vikrant.lawangare@sap.com" TargetMode="External"/><Relationship Id="rId2" Type="http://schemas.openxmlformats.org/officeDocument/2006/relationships/customXml" Target="../../customXml/item18.xml"/><Relationship Id="rId1" Type="http://schemas.openxmlformats.org/officeDocument/2006/relationships/customXml" Target="../../customXml/item27.xml"/><Relationship Id="rId6" Type="http://schemas.openxmlformats.org/officeDocument/2006/relationships/hyperlink" Target="mailto:karen.feng@sap.com" TargetMode="External"/><Relationship Id="rId5" Type="http://schemas.openxmlformats.org/officeDocument/2006/relationships/hyperlink" Target="mailto:chris.xie@sap.com" TargetMode="External"/><Relationship Id="rId4" Type="http://schemas.openxmlformats.org/officeDocument/2006/relationships/notesSlide" Target="../notesSlides/notesSlide10.xml"/><Relationship Id="rId9" Type="http://schemas.openxmlformats.org/officeDocument/2006/relationships/hyperlink" Target="https://wiki.one.int.sap/wiki/spaces/ABAPGBS/pages/5707187365/Notes+RAP+BO" TargetMode="Externa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2.xml"/><Relationship Id="rId7" Type="http://schemas.openxmlformats.org/officeDocument/2006/relationships/image" Target="../media/image34.png"/><Relationship Id="rId2" Type="http://schemas.openxmlformats.org/officeDocument/2006/relationships/customXml" Target="../../customXml/item6.xml"/><Relationship Id="rId1" Type="http://schemas.openxmlformats.org/officeDocument/2006/relationships/customXml" Target="../../customXml/item14.xml"/><Relationship Id="rId6" Type="http://schemas.openxmlformats.org/officeDocument/2006/relationships/image" Target="../media/image29.svg"/><Relationship Id="rId5" Type="http://schemas.openxmlformats.org/officeDocument/2006/relationships/hyperlink" Target="https://qrcode.cfapps.eu10.hana.ondemand.com/" TargetMode="External"/><Relationship Id="rId4"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9A926650-00A2-FE76-58FA-FC7806CCD217}"/>
              </a:ext>
              <a:ext uri="{C183D7F6-B498-43B3-948B-1728B52AA6E4}">
                <adec:decorative xmlns:adec="http://schemas.microsoft.com/office/drawing/2017/decorative" val="1"/>
              </a:ext>
            </a:extLst>
          </p:cNvPr>
          <p:cNvSpPr/>
          <p:nvPr/>
        </p:nvSpPr>
        <p:spPr bwMode="gray">
          <a:xfrm>
            <a:off x="5964494" y="0"/>
            <a:ext cx="6230682" cy="6858000"/>
          </a:xfrm>
          <a:prstGeom prst="rect">
            <a:avLst/>
          </a:prstGeom>
          <a:solidFill>
            <a:srgbClr val="002A86"/>
          </a:solidFill>
          <a:ln w="2540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GB" sz="1800" b="0" i="0" u="none" strike="noStrike" kern="0" cap="none" spc="0" normalizeH="0" baseline="0" noProof="0">
              <a:ln>
                <a:noFill/>
              </a:ln>
              <a:effectLst/>
              <a:uLnTx/>
              <a:uFillTx/>
              <a:latin typeface="+mn-lt"/>
              <a:ea typeface="72 Brand" pitchFamily="34" charset="-128"/>
              <a:cs typeface="72 Brand" pitchFamily="34" charset="-128"/>
            </a:endParaRPr>
          </a:p>
        </p:txBody>
      </p:sp>
      <p:sp>
        <p:nvSpPr>
          <p:cNvPr id="14" name="Title 1">
            <a:extLst>
              <a:ext uri="{FF2B5EF4-FFF2-40B4-BE49-F238E27FC236}">
                <a16:creationId xmlns:a16="http://schemas.microsoft.com/office/drawing/2014/main" id="{96204B03-B1FB-1E82-EAA5-ECF68E372A82}"/>
              </a:ext>
            </a:extLst>
          </p:cNvPr>
          <p:cNvSpPr>
            <a:spLocks noGrp="1"/>
          </p:cNvSpPr>
          <p:nvPr>
            <p:ph type="title"/>
          </p:nvPr>
        </p:nvSpPr>
        <p:spPr>
          <a:xfrm>
            <a:off x="503238" y="2706317"/>
            <a:ext cx="4765449" cy="997196"/>
          </a:xfrm>
        </p:spPr>
        <p:txBody>
          <a:bodyPr/>
          <a:lstStyle/>
          <a:p>
            <a:r>
              <a:rPr lang="en-US"/>
              <a:t>Purchase Order Notes – New Persistency</a:t>
            </a:r>
            <a:endParaRPr lang="en-DE"/>
          </a:p>
        </p:txBody>
      </p:sp>
      <p:sp>
        <p:nvSpPr>
          <p:cNvPr id="2" name="Spaker name - Dynamic" descr="{&quot;templafy&quot;:{&quot;id&quot;:&quot;a636ad95-8249-4013-b71b-c9b4d417f80a&quot;}}">
            <a:extLst>
              <a:ext uri="{FF2B5EF4-FFF2-40B4-BE49-F238E27FC236}">
                <a16:creationId xmlns:a16="http://schemas.microsoft.com/office/drawing/2014/main" id="{C925A837-5469-792C-5225-4A1FABC0341A}"/>
              </a:ext>
            </a:extLst>
          </p:cNvPr>
          <p:cNvSpPr txBox="1">
            <a:spLocks/>
          </p:cNvSpPr>
          <p:nvPr/>
        </p:nvSpPr>
        <p:spPr>
          <a:xfrm>
            <a:off x="503238" y="4273200"/>
            <a:ext cx="5402236" cy="223148"/>
          </a:xfrm>
          <a:prstGeom prst="rect">
            <a:avLst/>
          </a:prstGeom>
          <a:noFill/>
        </p:spPr>
        <p:txBody>
          <a:bodyPr wrap="square" lIns="0" tIns="0" rIns="0" bIns="0" rtlCol="0" anchor="b" anchorCtr="0">
            <a:noAutofit/>
          </a:bodyPr>
          <a:lstStyle>
            <a:defPPr>
              <a:defRPr lang="de-DE"/>
            </a:defPPr>
            <a:lvl1pPr marL="0" algn="l" defTabSz="1088776" rtl="0" eaLnBrk="1" latinLnBrk="0" hangingPunct="1">
              <a:defRPr lang="de-DE" sz="2100" kern="1200">
                <a:solidFill>
                  <a:schemeClr val="tx1"/>
                </a:solidFill>
                <a:latin typeface="Arial"/>
                <a:ea typeface="+mn-ea"/>
                <a:cs typeface="+mn-cs"/>
              </a:defRPr>
            </a:lvl1pPr>
            <a:lvl2pPr marL="544388" algn="l" defTabSz="1088776" rtl="0" eaLnBrk="1" latinLnBrk="0" hangingPunct="1">
              <a:buClr>
                <a:srgbClr val="FDB913"/>
              </a:buClr>
              <a:buSzPct val="100000"/>
              <a:buFont typeface="wingdings"/>
              <a:buChar char=""/>
              <a:defRPr lang="de-DE" sz="2100" kern="1200">
                <a:solidFill>
                  <a:schemeClr val="tx1"/>
                </a:solidFill>
                <a:latin typeface="Arial"/>
                <a:ea typeface="+mn-ea"/>
                <a:cs typeface="+mn-cs"/>
              </a:defRPr>
            </a:lvl2pPr>
            <a:lvl3pPr marL="1088776" algn="l" defTabSz="1088776" rtl="0" eaLnBrk="1" latinLnBrk="0" hangingPunct="1">
              <a:buClr>
                <a:srgbClr val="666666"/>
              </a:buClr>
              <a:buSzPct val="80000"/>
              <a:buFont typeface="Wingdings"/>
              <a:buChar char="n"/>
              <a:defRPr lang="de-DE" sz="1700" kern="1200">
                <a:solidFill>
                  <a:schemeClr val="tx1"/>
                </a:solidFill>
                <a:latin typeface="Arial"/>
                <a:ea typeface="+mn-ea"/>
                <a:cs typeface="+mn-cs"/>
              </a:defRPr>
            </a:lvl3pPr>
            <a:lvl4pPr marL="1633164" algn="l" defTabSz="1088776" rtl="0" eaLnBrk="1" latinLnBrk="0" hangingPunct="1">
              <a:buClr>
                <a:srgbClr val="666666"/>
              </a:buClr>
              <a:buSzPct val="80000"/>
              <a:buFont typeface="Arial"/>
              <a:buChar char=""/>
              <a:defRPr lang="de-DE" sz="1400" kern="1200">
                <a:solidFill>
                  <a:schemeClr val="tx1"/>
                </a:solidFill>
                <a:latin typeface="Arial"/>
                <a:ea typeface="+mn-ea"/>
                <a:cs typeface="+mn-cs"/>
              </a:defRPr>
            </a:lvl4pPr>
            <a:lvl5pPr marL="2177552" algn="l" defTabSz="1088776" rtl="0" eaLnBrk="1" latinLnBrk="0" hangingPunct="1">
              <a:buClr>
                <a:srgbClr val="666666"/>
              </a:buClr>
              <a:buSzPct val="80000"/>
              <a:buFont typeface="Arial"/>
              <a:buChar char=""/>
              <a:defRPr lang="de-DE" sz="1200" kern="1200">
                <a:solidFill>
                  <a:schemeClr val="tx1"/>
                </a:solidFill>
                <a:latin typeface="Arial"/>
                <a:ea typeface="+mn-ea"/>
                <a:cs typeface="+mn-cs"/>
              </a:defRPr>
            </a:lvl5pPr>
            <a:lvl6pPr marL="2721940" algn="l" defTabSz="1088776" rtl="0" eaLnBrk="1" latinLnBrk="0" hangingPunct="1">
              <a:defRPr sz="2100" kern="1200">
                <a:solidFill>
                  <a:schemeClr val="tx1"/>
                </a:solidFill>
                <a:latin typeface="+mn-lt"/>
                <a:ea typeface="+mn-ea"/>
                <a:cs typeface="+mn-cs"/>
              </a:defRPr>
            </a:lvl6pPr>
            <a:lvl7pPr marL="3266328" algn="l" defTabSz="1088776" rtl="0" eaLnBrk="1" latinLnBrk="0" hangingPunct="1">
              <a:defRPr sz="2100" kern="1200">
                <a:solidFill>
                  <a:schemeClr val="tx1"/>
                </a:solidFill>
                <a:latin typeface="+mn-lt"/>
                <a:ea typeface="+mn-ea"/>
                <a:cs typeface="+mn-cs"/>
              </a:defRPr>
            </a:lvl7pPr>
            <a:lvl8pPr marL="3810716" algn="l" defTabSz="1088776" rtl="0" eaLnBrk="1" latinLnBrk="0" hangingPunct="1">
              <a:defRPr sz="2100" kern="1200">
                <a:solidFill>
                  <a:schemeClr val="tx1"/>
                </a:solidFill>
                <a:latin typeface="+mn-lt"/>
                <a:ea typeface="+mn-ea"/>
                <a:cs typeface="+mn-cs"/>
              </a:defRPr>
            </a:lvl8pPr>
            <a:lvl9pPr marL="4355104" algn="l" defTabSz="1088776" rtl="0" eaLnBrk="1" latinLnBrk="0" hangingPunct="1">
              <a:defRPr sz="2100" kern="1200">
                <a:solidFill>
                  <a:schemeClr val="tx1"/>
                </a:solidFill>
                <a:latin typeface="+mn-lt"/>
                <a:ea typeface="+mn-ea"/>
                <a:cs typeface="+mn-cs"/>
              </a:defRPr>
            </a:lvl9pPr>
          </a:lstStyle>
          <a:p>
            <a:pPr algn="l"/>
            <a:r>
              <a:rPr lang="en-GB" sz="1400">
                <a:latin typeface="72 Brand" panose="020B0504030603020204" pitchFamily="34" charset="0"/>
                <a:cs typeface="72" panose="020B0503030000000003" pitchFamily="34" charset="0"/>
              </a:rPr>
              <a:t>Ruediger Partsch, Nils Hartmann &amp; Jiss Nimmi Augustine</a:t>
            </a:r>
            <a:r>
              <a:rPr lang="en-GB" sz="1400" noProof="0">
                <a:latin typeface="72 Brand" panose="020B0504030603020204" pitchFamily="34" charset="0"/>
                <a:cs typeface="72" panose="020B0503030000000003" pitchFamily="34" charset="0"/>
              </a:rPr>
              <a:t>, SAP</a:t>
            </a:r>
          </a:p>
        </p:txBody>
      </p:sp>
      <p:sp>
        <p:nvSpPr>
          <p:cNvPr id="9" name="Date - Dynamic" descr="{&quot;templafy&quot;:{&quot;id&quot;:&quot;b3c95c8d-1cbe-40de-a77f-f9d5ce72388a&quot;}}">
            <a:extLst>
              <a:ext uri="{FF2B5EF4-FFF2-40B4-BE49-F238E27FC236}">
                <a16:creationId xmlns:a16="http://schemas.microsoft.com/office/drawing/2014/main" id="{D5F0BFE3-F7A5-80B2-78F0-4C710288F2D6}"/>
              </a:ext>
            </a:extLst>
          </p:cNvPr>
          <p:cNvSpPr txBox="1">
            <a:spLocks/>
          </p:cNvSpPr>
          <p:nvPr/>
        </p:nvSpPr>
        <p:spPr>
          <a:xfrm>
            <a:off x="503238" y="4539600"/>
            <a:ext cx="5402236" cy="223148"/>
          </a:xfrm>
          <a:prstGeom prst="rect">
            <a:avLst/>
          </a:prstGeom>
          <a:noFill/>
        </p:spPr>
        <p:txBody>
          <a:bodyPr wrap="square" lIns="0" tIns="0" rIns="0" bIns="0" rtlCol="0" anchor="b" anchorCtr="0">
            <a:noAutofit/>
          </a:bodyPr>
          <a:lstStyle>
            <a:defPPr>
              <a:defRPr lang="de-DE"/>
            </a:defPPr>
            <a:lvl1pPr marL="0" algn="l" defTabSz="1088776" rtl="0" eaLnBrk="1" latinLnBrk="0" hangingPunct="1">
              <a:defRPr lang="de-DE" sz="2100" kern="1200">
                <a:solidFill>
                  <a:schemeClr val="tx1"/>
                </a:solidFill>
                <a:latin typeface="Arial"/>
                <a:ea typeface="+mn-ea"/>
                <a:cs typeface="+mn-cs"/>
              </a:defRPr>
            </a:lvl1pPr>
            <a:lvl2pPr marL="544388" algn="l" defTabSz="1088776" rtl="0" eaLnBrk="1" latinLnBrk="0" hangingPunct="1">
              <a:buClr>
                <a:srgbClr val="FDB913"/>
              </a:buClr>
              <a:buSzPct val="100000"/>
              <a:buFont typeface="wingdings"/>
              <a:buChar char=""/>
              <a:defRPr lang="de-DE" sz="2100" kern="1200">
                <a:solidFill>
                  <a:schemeClr val="tx1"/>
                </a:solidFill>
                <a:latin typeface="Arial"/>
                <a:ea typeface="+mn-ea"/>
                <a:cs typeface="+mn-cs"/>
              </a:defRPr>
            </a:lvl2pPr>
            <a:lvl3pPr marL="1088776" algn="l" defTabSz="1088776" rtl="0" eaLnBrk="1" latinLnBrk="0" hangingPunct="1">
              <a:buClr>
                <a:srgbClr val="666666"/>
              </a:buClr>
              <a:buSzPct val="80000"/>
              <a:buFont typeface="Wingdings"/>
              <a:buChar char="n"/>
              <a:defRPr lang="de-DE" sz="1700" kern="1200">
                <a:solidFill>
                  <a:schemeClr val="tx1"/>
                </a:solidFill>
                <a:latin typeface="Arial"/>
                <a:ea typeface="+mn-ea"/>
                <a:cs typeface="+mn-cs"/>
              </a:defRPr>
            </a:lvl3pPr>
            <a:lvl4pPr marL="1633164" algn="l" defTabSz="1088776" rtl="0" eaLnBrk="1" latinLnBrk="0" hangingPunct="1">
              <a:buClr>
                <a:srgbClr val="666666"/>
              </a:buClr>
              <a:buSzPct val="80000"/>
              <a:buFont typeface="Arial"/>
              <a:buChar char=""/>
              <a:defRPr lang="de-DE" sz="1400" kern="1200">
                <a:solidFill>
                  <a:schemeClr val="tx1"/>
                </a:solidFill>
                <a:latin typeface="Arial"/>
                <a:ea typeface="+mn-ea"/>
                <a:cs typeface="+mn-cs"/>
              </a:defRPr>
            </a:lvl4pPr>
            <a:lvl5pPr marL="2177552" algn="l" defTabSz="1088776" rtl="0" eaLnBrk="1" latinLnBrk="0" hangingPunct="1">
              <a:buClr>
                <a:srgbClr val="666666"/>
              </a:buClr>
              <a:buSzPct val="80000"/>
              <a:buFont typeface="Arial"/>
              <a:buChar char=""/>
              <a:defRPr lang="de-DE" sz="1200" kern="1200">
                <a:solidFill>
                  <a:schemeClr val="tx1"/>
                </a:solidFill>
                <a:latin typeface="Arial"/>
                <a:ea typeface="+mn-ea"/>
                <a:cs typeface="+mn-cs"/>
              </a:defRPr>
            </a:lvl5pPr>
            <a:lvl6pPr marL="2721940" algn="l" defTabSz="1088776" rtl="0" eaLnBrk="1" latinLnBrk="0" hangingPunct="1">
              <a:defRPr sz="2100" kern="1200">
                <a:solidFill>
                  <a:schemeClr val="tx1"/>
                </a:solidFill>
                <a:latin typeface="+mn-lt"/>
                <a:ea typeface="+mn-ea"/>
                <a:cs typeface="+mn-cs"/>
              </a:defRPr>
            </a:lvl6pPr>
            <a:lvl7pPr marL="3266328" algn="l" defTabSz="1088776" rtl="0" eaLnBrk="1" latinLnBrk="0" hangingPunct="1">
              <a:defRPr sz="2100" kern="1200">
                <a:solidFill>
                  <a:schemeClr val="tx1"/>
                </a:solidFill>
                <a:latin typeface="+mn-lt"/>
                <a:ea typeface="+mn-ea"/>
                <a:cs typeface="+mn-cs"/>
              </a:defRPr>
            </a:lvl7pPr>
            <a:lvl8pPr marL="3810716" algn="l" defTabSz="1088776" rtl="0" eaLnBrk="1" latinLnBrk="0" hangingPunct="1">
              <a:defRPr sz="2100" kern="1200">
                <a:solidFill>
                  <a:schemeClr val="tx1"/>
                </a:solidFill>
                <a:latin typeface="+mn-lt"/>
                <a:ea typeface="+mn-ea"/>
                <a:cs typeface="+mn-cs"/>
              </a:defRPr>
            </a:lvl8pPr>
            <a:lvl9pPr marL="4355104" algn="l" defTabSz="1088776" rtl="0" eaLnBrk="1" latinLnBrk="0" hangingPunct="1">
              <a:defRPr sz="2100" kern="1200">
                <a:solidFill>
                  <a:schemeClr val="tx1"/>
                </a:solidFill>
                <a:latin typeface="+mn-lt"/>
                <a:ea typeface="+mn-ea"/>
                <a:cs typeface="+mn-cs"/>
              </a:defRPr>
            </a:lvl9pPr>
          </a:lstStyle>
          <a:p>
            <a:pPr algn="l"/>
            <a:r>
              <a:rPr lang="en-GB" sz="1400">
                <a:latin typeface="72 Brand" panose="020B0504030603020204" pitchFamily="34" charset="0"/>
                <a:cs typeface="72" panose="020B0503030000000003" pitchFamily="34" charset="0"/>
              </a:rPr>
              <a:t>May 2026</a:t>
            </a:r>
            <a:endParaRPr lang="en-GB" sz="1400" noProof="0">
              <a:latin typeface="72 Brand" panose="020B0504030603020204" pitchFamily="34" charset="0"/>
              <a:cs typeface="72" panose="020B0503030000000003" pitchFamily="34" charset="0"/>
            </a:endParaRPr>
          </a:p>
        </p:txBody>
      </p:sp>
      <p:pic>
        <p:nvPicPr>
          <p:cNvPr id="21" name="Graphic 20">
            <a:extLst>
              <a:ext uri="{FF2B5EF4-FFF2-40B4-BE49-F238E27FC236}">
                <a16:creationId xmlns:a16="http://schemas.microsoft.com/office/drawing/2014/main" id="{B93588D5-B955-B957-C928-A5775F531ACF}"/>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5"/>
              </a:ext>
            </a:extLst>
          </a:blip>
          <a:srcRect l="14855" r="57562"/>
          <a:stretch/>
        </p:blipFill>
        <p:spPr>
          <a:xfrm>
            <a:off x="6032784" y="158955"/>
            <a:ext cx="6084603" cy="6538069"/>
          </a:xfrm>
          <a:prstGeom prst="rect">
            <a:avLst/>
          </a:prstGeom>
        </p:spPr>
      </p:pic>
    </p:spTree>
    <p:custDataLst>
      <p:custData r:id="rId1"/>
      <p:custData r:id="rId2"/>
    </p:custDataLst>
    <p:extLst>
      <p:ext uri="{BB962C8B-B14F-4D97-AF65-F5344CB8AC3E}">
        <p14:creationId xmlns:p14="http://schemas.microsoft.com/office/powerpoint/2010/main" val="260141368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8361112A-89F8-6DC6-A15C-1DCCC64C9A5B}"/>
              </a:ext>
            </a:extLst>
          </p:cNvPr>
          <p:cNvSpPr>
            <a:spLocks noGrp="1"/>
          </p:cNvSpPr>
          <p:nvPr>
            <p:ph type="title"/>
          </p:nvPr>
        </p:nvSpPr>
        <p:spPr/>
        <p:txBody>
          <a:bodyPr/>
          <a:lstStyle/>
          <a:p>
            <a:r>
              <a:rPr lang="en-GB"/>
              <a:t>Agenda</a:t>
            </a:r>
            <a:endParaRPr lang="en-DE"/>
          </a:p>
        </p:txBody>
      </p:sp>
      <p:sp>
        <p:nvSpPr>
          <p:cNvPr id="28" name="TextBox 27">
            <a:extLst>
              <a:ext uri="{FF2B5EF4-FFF2-40B4-BE49-F238E27FC236}">
                <a16:creationId xmlns:a16="http://schemas.microsoft.com/office/drawing/2014/main" id="{A3BE5920-C69C-C6A6-C1E8-2602949DB1BA}"/>
              </a:ext>
            </a:extLst>
          </p:cNvPr>
          <p:cNvSpPr txBox="1"/>
          <p:nvPr/>
        </p:nvSpPr>
        <p:spPr>
          <a:xfrm>
            <a:off x="504000" y="1573734"/>
            <a:ext cx="833330" cy="615553"/>
          </a:xfrm>
          <a:prstGeom prst="rect">
            <a:avLst/>
          </a:prstGeom>
          <a:noFill/>
        </p:spPr>
        <p:txBody>
          <a:bodyPr wrap="square" lIns="0" tIns="0" rIns="0" bIns="0" rtlCol="0">
            <a:spAutoFit/>
          </a:bodyPr>
          <a:lstStyle/>
          <a:p>
            <a:pPr algn="l" fontAlgn="base">
              <a:spcBef>
                <a:spcPct val="50000"/>
              </a:spcBef>
              <a:spcAft>
                <a:spcPct val="0"/>
              </a:spcAft>
              <a:buClr>
                <a:schemeClr val="tx1"/>
              </a:buClr>
              <a:buSzPct val="100000"/>
            </a:pPr>
            <a:r>
              <a:rPr lang="en-GB" sz="4000" b="1" kern="0">
                <a:latin typeface="72 Brand" panose="020B0504030603020204" pitchFamily="34" charset="0"/>
                <a:ea typeface="72 Brand" pitchFamily="34" charset="-128"/>
                <a:cs typeface="72 Brand" pitchFamily="34" charset="-128"/>
              </a:rPr>
              <a:t>01</a:t>
            </a:r>
            <a:endParaRPr lang="en-DE" sz="4000" b="1" kern="0">
              <a:latin typeface="72 Brand" panose="020B0504030603020204" pitchFamily="34" charset="0"/>
              <a:ea typeface="72 Brand" pitchFamily="34" charset="-128"/>
              <a:cs typeface="72 Brand" pitchFamily="34" charset="-128"/>
            </a:endParaRPr>
          </a:p>
        </p:txBody>
      </p:sp>
      <p:sp>
        <p:nvSpPr>
          <p:cNvPr id="39" name="TextBox 38">
            <a:extLst>
              <a:ext uri="{FF2B5EF4-FFF2-40B4-BE49-F238E27FC236}">
                <a16:creationId xmlns:a16="http://schemas.microsoft.com/office/drawing/2014/main" id="{9B957C2D-BF16-C8B6-246C-A32BF7B87E37}"/>
              </a:ext>
            </a:extLst>
          </p:cNvPr>
          <p:cNvSpPr txBox="1"/>
          <p:nvPr/>
        </p:nvSpPr>
        <p:spPr>
          <a:xfrm>
            <a:off x="1439999" y="1727621"/>
            <a:ext cx="6437175" cy="307777"/>
          </a:xfrm>
          <a:prstGeom prst="rect">
            <a:avLst/>
          </a:prstGeom>
          <a:noFill/>
        </p:spPr>
        <p:txBody>
          <a:bodyPr wrap="square" lIns="0" tIns="0" rIns="0" bIns="0" rtlCol="0" anchor="ctr" anchorCtr="0">
            <a:spAutoFit/>
          </a:bodyPr>
          <a:lstStyle/>
          <a:p>
            <a:pPr algn="l" fontAlgn="base">
              <a:spcBef>
                <a:spcPct val="50000"/>
              </a:spcBef>
              <a:spcAft>
                <a:spcPct val="0"/>
              </a:spcAft>
              <a:buClr>
                <a:schemeClr val="tx1"/>
              </a:buClr>
              <a:buSzPct val="100000"/>
            </a:pPr>
            <a:r>
              <a:rPr lang="en-GB" sz="2000" kern="0">
                <a:latin typeface="72 Brand Medium" panose="020B0604030603020204" pitchFamily="34" charset="0"/>
                <a:ea typeface="72 Brand" pitchFamily="34" charset="-128"/>
                <a:cs typeface="72 Brand" pitchFamily="34" charset="-128"/>
              </a:rPr>
              <a:t>Overview and related topics</a:t>
            </a:r>
            <a:endParaRPr lang="en-GB" sz="1400" kern="0">
              <a:latin typeface="72 Brand" panose="020B0504030603020204" pitchFamily="34" charset="0"/>
              <a:ea typeface="72 Brand" pitchFamily="34" charset="-128"/>
              <a:cs typeface="72 Brand" pitchFamily="34" charset="-128"/>
            </a:endParaRPr>
          </a:p>
        </p:txBody>
      </p:sp>
      <p:sp>
        <p:nvSpPr>
          <p:cNvPr id="45" name="TextBox 44">
            <a:extLst>
              <a:ext uri="{FF2B5EF4-FFF2-40B4-BE49-F238E27FC236}">
                <a16:creationId xmlns:a16="http://schemas.microsoft.com/office/drawing/2014/main" id="{8B284987-94B1-31EF-0CC5-9D4E1DF612CD}"/>
              </a:ext>
            </a:extLst>
          </p:cNvPr>
          <p:cNvSpPr txBox="1"/>
          <p:nvPr/>
        </p:nvSpPr>
        <p:spPr>
          <a:xfrm>
            <a:off x="504000" y="2582980"/>
            <a:ext cx="833330" cy="615553"/>
          </a:xfrm>
          <a:prstGeom prst="rect">
            <a:avLst/>
          </a:prstGeom>
          <a:noFill/>
        </p:spPr>
        <p:txBody>
          <a:bodyPr wrap="square" lIns="0" tIns="0" rIns="0" bIns="0" rtlCol="0">
            <a:spAutoFit/>
          </a:bodyPr>
          <a:lstStyle/>
          <a:p>
            <a:pPr algn="l" fontAlgn="base">
              <a:spcBef>
                <a:spcPct val="50000"/>
              </a:spcBef>
              <a:spcAft>
                <a:spcPct val="0"/>
              </a:spcAft>
              <a:buClr>
                <a:schemeClr val="tx1"/>
              </a:buClr>
              <a:buSzPct val="100000"/>
            </a:pPr>
            <a:r>
              <a:rPr lang="en-GB" sz="4000" b="1" kern="0">
                <a:latin typeface="72 Brand" panose="020B0504030603020204" pitchFamily="34" charset="0"/>
                <a:ea typeface="72 Brand" pitchFamily="34" charset="-128"/>
                <a:cs typeface="72 Brand" pitchFamily="34" charset="-128"/>
              </a:rPr>
              <a:t>02</a:t>
            </a:r>
            <a:endParaRPr lang="en-DE" sz="4000" b="1" kern="0">
              <a:latin typeface="72 Brand" panose="020B0504030603020204" pitchFamily="34" charset="0"/>
              <a:ea typeface="72 Brand" pitchFamily="34" charset="-128"/>
              <a:cs typeface="72 Brand" pitchFamily="34" charset="-128"/>
            </a:endParaRPr>
          </a:p>
        </p:txBody>
      </p:sp>
      <p:sp>
        <p:nvSpPr>
          <p:cNvPr id="47" name="TextBox 46">
            <a:extLst>
              <a:ext uri="{FF2B5EF4-FFF2-40B4-BE49-F238E27FC236}">
                <a16:creationId xmlns:a16="http://schemas.microsoft.com/office/drawing/2014/main" id="{464C4895-6271-3106-5620-721E4D8AACEA}"/>
              </a:ext>
            </a:extLst>
          </p:cNvPr>
          <p:cNvSpPr txBox="1"/>
          <p:nvPr/>
        </p:nvSpPr>
        <p:spPr>
          <a:xfrm>
            <a:off x="1439999" y="2582979"/>
            <a:ext cx="6437175" cy="615553"/>
          </a:xfrm>
          <a:prstGeom prst="rect">
            <a:avLst/>
          </a:prstGeom>
          <a:noFill/>
        </p:spPr>
        <p:txBody>
          <a:bodyPr wrap="square" lIns="0" tIns="0" rIns="0" bIns="0" rtlCol="0" anchor="ctr" anchorCtr="0">
            <a:spAutoFit/>
          </a:bodyPr>
          <a:lstStyle/>
          <a:p>
            <a:pPr algn="l" fontAlgn="base">
              <a:spcBef>
                <a:spcPct val="50000"/>
              </a:spcBef>
              <a:spcAft>
                <a:spcPct val="0"/>
              </a:spcAft>
              <a:buClr>
                <a:schemeClr val="tx1"/>
              </a:buClr>
              <a:buSzPct val="100000"/>
            </a:pPr>
            <a:r>
              <a:rPr lang="en-GB" sz="2000" kern="0">
                <a:latin typeface="72 Brand Medium" panose="020B0604030603020204" pitchFamily="34" charset="0"/>
                <a:ea typeface="72 Brand" pitchFamily="34" charset="-128"/>
                <a:cs typeface="72 Brand" pitchFamily="34" charset="-128"/>
              </a:rPr>
              <a:t>Existing Functionality and Need for the new persistency </a:t>
            </a:r>
            <a:endParaRPr lang="en-GB" sz="1400" kern="0">
              <a:latin typeface="72 Brand" panose="020B0504030603020204" pitchFamily="34" charset="0"/>
              <a:ea typeface="72 Brand" pitchFamily="34" charset="-128"/>
              <a:cs typeface="72 Brand" pitchFamily="34" charset="-128"/>
            </a:endParaRPr>
          </a:p>
        </p:txBody>
      </p:sp>
      <p:sp>
        <p:nvSpPr>
          <p:cNvPr id="49" name="TextBox 48">
            <a:extLst>
              <a:ext uri="{FF2B5EF4-FFF2-40B4-BE49-F238E27FC236}">
                <a16:creationId xmlns:a16="http://schemas.microsoft.com/office/drawing/2014/main" id="{6D0BA62C-B80F-862A-AFE5-5D21BBABBC87}"/>
              </a:ext>
            </a:extLst>
          </p:cNvPr>
          <p:cNvSpPr txBox="1"/>
          <p:nvPr/>
        </p:nvSpPr>
        <p:spPr>
          <a:xfrm>
            <a:off x="504000" y="3592226"/>
            <a:ext cx="833330" cy="615553"/>
          </a:xfrm>
          <a:prstGeom prst="rect">
            <a:avLst/>
          </a:prstGeom>
          <a:noFill/>
        </p:spPr>
        <p:txBody>
          <a:bodyPr wrap="square" lIns="0" tIns="0" rIns="0" bIns="0" rtlCol="0">
            <a:spAutoFit/>
          </a:bodyPr>
          <a:lstStyle/>
          <a:p>
            <a:pPr algn="l" fontAlgn="base">
              <a:spcBef>
                <a:spcPct val="50000"/>
              </a:spcBef>
              <a:spcAft>
                <a:spcPct val="0"/>
              </a:spcAft>
              <a:buClr>
                <a:schemeClr val="tx1"/>
              </a:buClr>
              <a:buSzPct val="100000"/>
            </a:pPr>
            <a:r>
              <a:rPr lang="en-GB" sz="4000" b="1" kern="0">
                <a:latin typeface="72 Brand" panose="020B0504030603020204" pitchFamily="34" charset="0"/>
                <a:ea typeface="72 Brand" pitchFamily="34" charset="-128"/>
                <a:cs typeface="72 Brand" pitchFamily="34" charset="-128"/>
              </a:rPr>
              <a:t>03</a:t>
            </a:r>
            <a:endParaRPr lang="en-DE" sz="4000" b="1" kern="0">
              <a:latin typeface="72 Brand" panose="020B0504030603020204" pitchFamily="34" charset="0"/>
              <a:ea typeface="72 Brand" pitchFamily="34" charset="-128"/>
              <a:cs typeface="72 Brand" pitchFamily="34" charset="-128"/>
            </a:endParaRPr>
          </a:p>
        </p:txBody>
      </p:sp>
      <p:sp>
        <p:nvSpPr>
          <p:cNvPr id="51" name="TextBox 50">
            <a:extLst>
              <a:ext uri="{FF2B5EF4-FFF2-40B4-BE49-F238E27FC236}">
                <a16:creationId xmlns:a16="http://schemas.microsoft.com/office/drawing/2014/main" id="{9E597EAA-CFE1-9B5A-4A21-ED9E479DD405}"/>
              </a:ext>
            </a:extLst>
          </p:cNvPr>
          <p:cNvSpPr txBox="1"/>
          <p:nvPr/>
        </p:nvSpPr>
        <p:spPr>
          <a:xfrm>
            <a:off x="1439999" y="3792279"/>
            <a:ext cx="6437175" cy="215444"/>
          </a:xfrm>
          <a:prstGeom prst="rect">
            <a:avLst/>
          </a:prstGeom>
          <a:noFill/>
        </p:spPr>
        <p:txBody>
          <a:bodyPr wrap="square" lIns="0" tIns="0" rIns="0" bIns="0" rtlCol="0" anchor="ctr" anchorCtr="0">
            <a:spAutoFit/>
          </a:bodyPr>
          <a:lstStyle/>
          <a:p>
            <a:pPr algn="l" fontAlgn="base">
              <a:spcBef>
                <a:spcPct val="50000"/>
              </a:spcBef>
              <a:spcAft>
                <a:spcPct val="0"/>
              </a:spcAft>
              <a:buClr>
                <a:schemeClr val="tx1"/>
              </a:buClr>
              <a:buSzPct val="100000"/>
            </a:pPr>
            <a:endParaRPr lang="en-GB" sz="1400" kern="0">
              <a:latin typeface="72 Brand" panose="020B0504030603020204" pitchFamily="34" charset="0"/>
              <a:ea typeface="72 Brand" pitchFamily="34" charset="-128"/>
              <a:cs typeface="72 Brand" pitchFamily="34" charset="-128"/>
            </a:endParaRPr>
          </a:p>
        </p:txBody>
      </p:sp>
      <p:sp>
        <p:nvSpPr>
          <p:cNvPr id="53" name="TextBox 52">
            <a:extLst>
              <a:ext uri="{FF2B5EF4-FFF2-40B4-BE49-F238E27FC236}">
                <a16:creationId xmlns:a16="http://schemas.microsoft.com/office/drawing/2014/main" id="{BD1D401A-5FBC-5C3B-37CA-F234F7C1497B}"/>
              </a:ext>
            </a:extLst>
          </p:cNvPr>
          <p:cNvSpPr txBox="1"/>
          <p:nvPr/>
        </p:nvSpPr>
        <p:spPr>
          <a:xfrm>
            <a:off x="504000" y="4601472"/>
            <a:ext cx="833330" cy="615553"/>
          </a:xfrm>
          <a:prstGeom prst="rect">
            <a:avLst/>
          </a:prstGeom>
          <a:noFill/>
        </p:spPr>
        <p:txBody>
          <a:bodyPr wrap="square" lIns="0" tIns="0" rIns="0" bIns="0" rtlCol="0">
            <a:spAutoFit/>
          </a:bodyPr>
          <a:lstStyle/>
          <a:p>
            <a:pPr algn="l" fontAlgn="base">
              <a:spcBef>
                <a:spcPct val="50000"/>
              </a:spcBef>
              <a:spcAft>
                <a:spcPct val="0"/>
              </a:spcAft>
              <a:buClr>
                <a:schemeClr val="tx1"/>
              </a:buClr>
              <a:buSzPct val="100000"/>
            </a:pPr>
            <a:r>
              <a:rPr lang="en-GB" sz="4000" b="1" kern="0">
                <a:latin typeface="72 Brand" panose="020B0504030603020204" pitchFamily="34" charset="0"/>
                <a:ea typeface="72 Brand" pitchFamily="34" charset="-128"/>
                <a:cs typeface="72 Brand" pitchFamily="34" charset="-128"/>
              </a:rPr>
              <a:t>04</a:t>
            </a:r>
            <a:endParaRPr lang="en-DE" sz="4000" b="1" kern="0">
              <a:latin typeface="72 Brand" panose="020B0504030603020204" pitchFamily="34" charset="0"/>
              <a:ea typeface="72 Brand" pitchFamily="34" charset="-128"/>
              <a:cs typeface="72 Brand" pitchFamily="34" charset="-128"/>
            </a:endParaRPr>
          </a:p>
        </p:txBody>
      </p:sp>
      <p:sp>
        <p:nvSpPr>
          <p:cNvPr id="55" name="TextBox 54">
            <a:extLst>
              <a:ext uri="{FF2B5EF4-FFF2-40B4-BE49-F238E27FC236}">
                <a16:creationId xmlns:a16="http://schemas.microsoft.com/office/drawing/2014/main" id="{431737F5-16C6-649A-EA28-277EADDAE9C7}"/>
              </a:ext>
            </a:extLst>
          </p:cNvPr>
          <p:cNvSpPr txBox="1"/>
          <p:nvPr/>
        </p:nvSpPr>
        <p:spPr>
          <a:xfrm>
            <a:off x="1439999" y="4755359"/>
            <a:ext cx="6437175" cy="307777"/>
          </a:xfrm>
          <a:prstGeom prst="rect">
            <a:avLst/>
          </a:prstGeom>
          <a:noFill/>
        </p:spPr>
        <p:txBody>
          <a:bodyPr wrap="square" lIns="0" tIns="0" rIns="0" bIns="0" rtlCol="0" anchor="ctr" anchorCtr="0">
            <a:spAutoFit/>
          </a:bodyPr>
          <a:lstStyle/>
          <a:p>
            <a:pPr algn="l" fontAlgn="base">
              <a:spcBef>
                <a:spcPct val="50000"/>
              </a:spcBef>
              <a:spcAft>
                <a:spcPct val="0"/>
              </a:spcAft>
              <a:buClr>
                <a:schemeClr val="tx1"/>
              </a:buClr>
              <a:buSzPct val="100000"/>
            </a:pPr>
            <a:r>
              <a:rPr lang="en-GB" sz="2000" kern="0">
                <a:latin typeface="72 Brand Medium" panose="020B0604030603020204" pitchFamily="34" charset="0"/>
                <a:ea typeface="72 Brand" pitchFamily="34" charset="-128"/>
                <a:cs typeface="72 Brand" pitchFamily="34" charset="-128"/>
              </a:rPr>
              <a:t>Challenges and open questions</a:t>
            </a:r>
          </a:p>
        </p:txBody>
      </p:sp>
      <p:sp>
        <p:nvSpPr>
          <p:cNvPr id="5" name="TextBox 4">
            <a:extLst>
              <a:ext uri="{FF2B5EF4-FFF2-40B4-BE49-F238E27FC236}">
                <a16:creationId xmlns:a16="http://schemas.microsoft.com/office/drawing/2014/main" id="{14CB2C20-F4A8-D553-AC27-9B3902FA13B5}"/>
              </a:ext>
            </a:extLst>
          </p:cNvPr>
          <p:cNvSpPr txBox="1"/>
          <p:nvPr/>
        </p:nvSpPr>
        <p:spPr>
          <a:xfrm>
            <a:off x="504000" y="5610720"/>
            <a:ext cx="833330" cy="615553"/>
          </a:xfrm>
          <a:prstGeom prst="rect">
            <a:avLst/>
          </a:prstGeom>
          <a:noFill/>
        </p:spPr>
        <p:txBody>
          <a:bodyPr wrap="square" lIns="0" tIns="0" rIns="0" bIns="0" rtlCol="0">
            <a:spAutoFit/>
          </a:bodyPr>
          <a:lstStyle/>
          <a:p>
            <a:pPr algn="l" fontAlgn="base">
              <a:spcBef>
                <a:spcPct val="50000"/>
              </a:spcBef>
              <a:spcAft>
                <a:spcPct val="0"/>
              </a:spcAft>
              <a:buClr>
                <a:schemeClr val="tx1"/>
              </a:buClr>
              <a:buSzPct val="100000"/>
            </a:pPr>
            <a:r>
              <a:rPr lang="en-GB" sz="4000" b="1" kern="0">
                <a:latin typeface="72 Brand" panose="020B0504030603020204" pitchFamily="34" charset="0"/>
                <a:ea typeface="72 Brand" pitchFamily="34" charset="-128"/>
                <a:cs typeface="72 Brand" pitchFamily="34" charset="-128"/>
              </a:rPr>
              <a:t>05</a:t>
            </a:r>
            <a:endParaRPr lang="en-DE" sz="4000" b="1" kern="0">
              <a:latin typeface="72 Brand" panose="020B0504030603020204" pitchFamily="34" charset="0"/>
              <a:ea typeface="72 Brand" pitchFamily="34" charset="-128"/>
              <a:cs typeface="72 Brand" pitchFamily="34" charset="-128"/>
            </a:endParaRPr>
          </a:p>
        </p:txBody>
      </p:sp>
      <p:sp>
        <p:nvSpPr>
          <p:cNvPr id="7" name="TextBox 6">
            <a:extLst>
              <a:ext uri="{FF2B5EF4-FFF2-40B4-BE49-F238E27FC236}">
                <a16:creationId xmlns:a16="http://schemas.microsoft.com/office/drawing/2014/main" id="{0E52B0E2-E377-C06F-6C7E-5F4967761FF4}"/>
              </a:ext>
            </a:extLst>
          </p:cNvPr>
          <p:cNvSpPr txBox="1"/>
          <p:nvPr/>
        </p:nvSpPr>
        <p:spPr>
          <a:xfrm>
            <a:off x="1439999" y="5764607"/>
            <a:ext cx="6437175" cy="307777"/>
          </a:xfrm>
          <a:prstGeom prst="rect">
            <a:avLst/>
          </a:prstGeom>
          <a:noFill/>
        </p:spPr>
        <p:txBody>
          <a:bodyPr wrap="square" lIns="0" tIns="0" rIns="0" bIns="0" rtlCol="0" anchor="ctr" anchorCtr="0">
            <a:spAutoFit/>
          </a:bodyPr>
          <a:lstStyle/>
          <a:p>
            <a:pPr algn="l" fontAlgn="base">
              <a:spcBef>
                <a:spcPct val="50000"/>
              </a:spcBef>
              <a:spcAft>
                <a:spcPct val="0"/>
              </a:spcAft>
              <a:buClr>
                <a:schemeClr val="tx1"/>
              </a:buClr>
              <a:buSzPct val="100000"/>
            </a:pPr>
            <a:r>
              <a:rPr lang="en-GB" sz="2000" kern="0">
                <a:latin typeface="72 Brand Medium" panose="020B0604030603020204" pitchFamily="34" charset="0"/>
                <a:ea typeface="72 Brand" pitchFamily="34" charset="-128"/>
                <a:cs typeface="72 Brand" pitchFamily="34" charset="-128"/>
              </a:rPr>
              <a:t>Effort Estimation and Administrative details</a:t>
            </a:r>
          </a:p>
        </p:txBody>
      </p:sp>
      <p:cxnSp>
        <p:nvCxnSpPr>
          <p:cNvPr id="40" name="Straight Connector 39">
            <a:extLst>
              <a:ext uri="{FF2B5EF4-FFF2-40B4-BE49-F238E27FC236}">
                <a16:creationId xmlns:a16="http://schemas.microsoft.com/office/drawing/2014/main" id="{8F980AF4-B68F-2E53-836F-98E10307CC41}"/>
              </a:ext>
              <a:ext uri="{C183D7F6-B498-43B3-948B-1728B52AA6E4}">
                <adec:decorative xmlns:adec="http://schemas.microsoft.com/office/drawing/2017/decorative" val="1"/>
              </a:ext>
            </a:extLst>
          </p:cNvPr>
          <p:cNvCxnSpPr>
            <a:cxnSpLocks/>
          </p:cNvCxnSpPr>
          <p:nvPr/>
        </p:nvCxnSpPr>
        <p:spPr>
          <a:xfrm>
            <a:off x="531314" y="2386133"/>
            <a:ext cx="7345861" cy="0"/>
          </a:xfrm>
          <a:prstGeom prst="line">
            <a:avLst/>
          </a:prstGeom>
          <a:ln w="12700">
            <a:solidFill>
              <a:srgbClr val="1B90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8C1B596E-E9E4-DFBA-02A1-DC91B7E34FB9}"/>
              </a:ext>
              <a:ext uri="{C183D7F6-B498-43B3-948B-1728B52AA6E4}">
                <adec:decorative xmlns:adec="http://schemas.microsoft.com/office/drawing/2017/decorative" val="1"/>
              </a:ext>
            </a:extLst>
          </p:cNvPr>
          <p:cNvCxnSpPr>
            <a:cxnSpLocks/>
          </p:cNvCxnSpPr>
          <p:nvPr/>
        </p:nvCxnSpPr>
        <p:spPr>
          <a:xfrm>
            <a:off x="531314" y="5413871"/>
            <a:ext cx="7345861" cy="0"/>
          </a:xfrm>
          <a:prstGeom prst="line">
            <a:avLst/>
          </a:prstGeom>
          <a:ln w="12700">
            <a:solidFill>
              <a:srgbClr val="1B90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5563BB2-B6A1-97D7-93CB-312AB7ACD38E}"/>
              </a:ext>
              <a:ext uri="{C183D7F6-B498-43B3-948B-1728B52AA6E4}">
                <adec:decorative xmlns:adec="http://schemas.microsoft.com/office/drawing/2017/decorative" val="1"/>
              </a:ext>
            </a:extLst>
          </p:cNvPr>
          <p:cNvCxnSpPr>
            <a:cxnSpLocks/>
          </p:cNvCxnSpPr>
          <p:nvPr/>
        </p:nvCxnSpPr>
        <p:spPr>
          <a:xfrm>
            <a:off x="531314" y="4404625"/>
            <a:ext cx="7345861" cy="0"/>
          </a:xfrm>
          <a:prstGeom prst="line">
            <a:avLst/>
          </a:prstGeom>
          <a:ln w="12700">
            <a:solidFill>
              <a:srgbClr val="1B90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E874AFE6-1FD1-7181-C5CE-EC087BACC7E0}"/>
              </a:ext>
              <a:ext uri="{C183D7F6-B498-43B3-948B-1728B52AA6E4}">
                <adec:decorative xmlns:adec="http://schemas.microsoft.com/office/drawing/2017/decorative" val="1"/>
              </a:ext>
            </a:extLst>
          </p:cNvPr>
          <p:cNvCxnSpPr>
            <a:cxnSpLocks/>
          </p:cNvCxnSpPr>
          <p:nvPr/>
        </p:nvCxnSpPr>
        <p:spPr>
          <a:xfrm>
            <a:off x="531314" y="3395379"/>
            <a:ext cx="7345861" cy="0"/>
          </a:xfrm>
          <a:prstGeom prst="line">
            <a:avLst/>
          </a:prstGeom>
          <a:ln w="12700">
            <a:solidFill>
              <a:srgbClr val="1B90FF"/>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F712EDAC-07ED-FA6E-07C4-51446D4455A2}"/>
              </a:ext>
            </a:extLst>
          </p:cNvPr>
          <p:cNvSpPr txBox="1"/>
          <p:nvPr/>
        </p:nvSpPr>
        <p:spPr>
          <a:xfrm>
            <a:off x="1454379" y="3803669"/>
            <a:ext cx="6437175" cy="307777"/>
          </a:xfrm>
          <a:prstGeom prst="rect">
            <a:avLst/>
          </a:prstGeom>
          <a:noFill/>
        </p:spPr>
        <p:txBody>
          <a:bodyPr wrap="square" lIns="0" tIns="0" rIns="0" bIns="0" rtlCol="0" anchor="ctr" anchorCtr="0">
            <a:spAutoFit/>
          </a:bodyPr>
          <a:lstStyle/>
          <a:p>
            <a:pPr algn="l" fontAlgn="base">
              <a:spcBef>
                <a:spcPct val="50000"/>
              </a:spcBef>
              <a:spcAft>
                <a:spcPct val="0"/>
              </a:spcAft>
              <a:buClr>
                <a:schemeClr val="tx1"/>
              </a:buClr>
              <a:buSzPct val="100000"/>
            </a:pPr>
            <a:r>
              <a:rPr lang="en-GB" sz="2000" kern="0">
                <a:latin typeface="72 Brand Medium" panose="020B0604030603020204" pitchFamily="34" charset="0"/>
                <a:ea typeface="72 Brand" pitchFamily="34" charset="-128"/>
                <a:cs typeface="72 Brand" pitchFamily="34" charset="-128"/>
              </a:rPr>
              <a:t>Impact on Modernization topic</a:t>
            </a:r>
            <a:endParaRPr lang="en-GB" sz="1400" kern="0">
              <a:latin typeface="72 Brand" panose="020B0504030603020204" pitchFamily="34" charset="0"/>
              <a:ea typeface="72 Brand" pitchFamily="34" charset="-128"/>
              <a:cs typeface="72 Brand" pitchFamily="34" charset="-128"/>
            </a:endParaRPr>
          </a:p>
        </p:txBody>
      </p:sp>
    </p:spTree>
    <p:custDataLst>
      <p:custData r:id="rId1"/>
      <p:custData r:id="rId2"/>
    </p:custDataLst>
    <p:extLst>
      <p:ext uri="{BB962C8B-B14F-4D97-AF65-F5344CB8AC3E}">
        <p14:creationId xmlns:p14="http://schemas.microsoft.com/office/powerpoint/2010/main" val="2344329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24084356-FF67-8500-A2A3-6E923E39145A}"/>
              </a:ext>
            </a:extLst>
          </p:cNvPr>
          <p:cNvSpPr>
            <a:spLocks noGrp="1"/>
          </p:cNvSpPr>
          <p:nvPr>
            <p:ph type="title"/>
          </p:nvPr>
        </p:nvSpPr>
        <p:spPr>
          <a:xfrm>
            <a:off x="504001" y="504000"/>
            <a:ext cx="11186476" cy="369332"/>
          </a:xfrm>
        </p:spPr>
        <p:txBody>
          <a:bodyPr/>
          <a:lstStyle/>
          <a:p>
            <a:r>
              <a:rPr lang="en-GB"/>
              <a:t>Overview</a:t>
            </a:r>
            <a:endParaRPr lang="en-DE"/>
          </a:p>
        </p:txBody>
      </p:sp>
      <p:sp>
        <p:nvSpPr>
          <p:cNvPr id="2" name="TextBox 1">
            <a:extLst>
              <a:ext uri="{FF2B5EF4-FFF2-40B4-BE49-F238E27FC236}">
                <a16:creationId xmlns:a16="http://schemas.microsoft.com/office/drawing/2014/main" id="{1CF4876C-8854-2120-3637-4396FDB13752}"/>
              </a:ext>
            </a:extLst>
          </p:cNvPr>
          <p:cNvSpPr txBox="1"/>
          <p:nvPr/>
        </p:nvSpPr>
        <p:spPr>
          <a:xfrm>
            <a:off x="569343" y="1147313"/>
            <a:ext cx="10239555" cy="4708981"/>
          </a:xfrm>
          <a:prstGeom prst="rect">
            <a:avLst/>
          </a:prstGeom>
          <a:noFill/>
          <a:ln w="28575">
            <a:noFill/>
          </a:ln>
        </p:spPr>
        <p:txBody>
          <a:bodyPr wrap="square" lIns="0" tIns="0" rIns="0" bIns="0" rtlCol="0" anchor="t">
            <a:spAutoFit/>
          </a:bodyPr>
          <a:lstStyle/>
          <a:p>
            <a:pPr fontAlgn="base">
              <a:spcBef>
                <a:spcPct val="50000"/>
              </a:spcBef>
              <a:spcAft>
                <a:spcPct val="0"/>
              </a:spcAft>
              <a:buClr>
                <a:schemeClr val="tx1"/>
              </a:buClr>
              <a:buSzPct val="100000"/>
            </a:pPr>
            <a:r>
              <a:rPr lang="en-US" sz="1800" dirty="0"/>
              <a:t>A lot of BOs uses the </a:t>
            </a:r>
            <a:r>
              <a:rPr lang="en-US" sz="1800" dirty="0" err="1"/>
              <a:t>SAPscript</a:t>
            </a:r>
            <a:r>
              <a:rPr lang="en-US" sz="1800" dirty="0"/>
              <a:t> function modules like READ_TEXT or SAVE_TEXT to store and access their application texts. </a:t>
            </a:r>
          </a:p>
          <a:p>
            <a:pPr fontAlgn="base">
              <a:spcBef>
                <a:spcPct val="50000"/>
              </a:spcBef>
              <a:spcAft>
                <a:spcPct val="0"/>
              </a:spcAft>
              <a:buClr>
                <a:schemeClr val="tx1"/>
              </a:buClr>
              <a:buSzPct val="100000"/>
            </a:pPr>
            <a:r>
              <a:rPr lang="en-US" sz="1800"/>
              <a:t>We use the database tables STXH, STXL and STXB to store the text header and content. The database tables STXL and STXB are cluster tables.</a:t>
            </a:r>
          </a:p>
          <a:p>
            <a:pPr fontAlgn="base">
              <a:spcBef>
                <a:spcPct val="50000"/>
              </a:spcBef>
              <a:spcAft>
                <a:spcPct val="0"/>
              </a:spcAft>
              <a:buClr>
                <a:schemeClr val="tx1"/>
              </a:buClr>
              <a:buSzPct val="100000"/>
            </a:pPr>
            <a:r>
              <a:rPr lang="en-US" sz="1800"/>
              <a:t>They use a generic text key.</a:t>
            </a:r>
          </a:p>
          <a:p>
            <a:pPr fontAlgn="base">
              <a:spcBef>
                <a:spcPct val="50000"/>
              </a:spcBef>
              <a:spcAft>
                <a:spcPct val="0"/>
              </a:spcAft>
              <a:buClr>
                <a:schemeClr val="tx1"/>
              </a:buClr>
              <a:buSzPct val="100000"/>
            </a:pPr>
            <a:r>
              <a:rPr lang="en-US" sz="1800"/>
              <a:t>They use an SAP-internal text format (ITF format) which can only be handled by SAP-internal functions, but not by external tools.</a:t>
            </a:r>
          </a:p>
          <a:p>
            <a:pPr fontAlgn="base">
              <a:spcBef>
                <a:spcPct val="50000"/>
              </a:spcBef>
              <a:spcAft>
                <a:spcPct val="0"/>
              </a:spcAft>
              <a:buClr>
                <a:schemeClr val="tx1"/>
              </a:buClr>
              <a:buSzPct val="100000"/>
            </a:pPr>
            <a:r>
              <a:rPr lang="en-US" sz="1800"/>
              <a:t>The access methods that are used now are not suitable for extraction, analytical use cases, BDC, AI </a:t>
            </a:r>
            <a:r>
              <a:rPr lang="en-US" sz="1800" dirty="0"/>
              <a:t>etc. The current access methods are as follows:</a:t>
            </a:r>
            <a:endParaRPr lang="en-US" sz="1800" dirty="0">
              <a:cs typeface="Arial"/>
            </a:endParaRPr>
          </a:p>
          <a:p>
            <a:pPr marL="342900" indent="-342900" fontAlgn="base">
              <a:spcBef>
                <a:spcPct val="50000"/>
              </a:spcBef>
              <a:spcAft>
                <a:spcPct val="0"/>
              </a:spcAft>
              <a:buClr>
                <a:schemeClr val="tx1"/>
              </a:buClr>
              <a:buSzPct val="100000"/>
              <a:buAutoNum type="arabicParenR"/>
            </a:pPr>
            <a:r>
              <a:rPr lang="en-US" sz="1800"/>
              <a:t>AMDP table functions</a:t>
            </a:r>
          </a:p>
          <a:p>
            <a:pPr marL="342900" indent="-342900" fontAlgn="base">
              <a:spcBef>
                <a:spcPct val="50000"/>
              </a:spcBef>
              <a:spcAft>
                <a:spcPct val="0"/>
              </a:spcAft>
              <a:buClr>
                <a:schemeClr val="tx1"/>
              </a:buClr>
              <a:buSzPct val="100000"/>
              <a:buAutoNum type="arabicParenR"/>
            </a:pPr>
            <a:r>
              <a:rPr lang="en-US" sz="1800"/>
              <a:t>CDS views which are built on ESH_ views.</a:t>
            </a:r>
          </a:p>
          <a:p>
            <a:pPr fontAlgn="base">
              <a:spcBef>
                <a:spcPct val="50000"/>
              </a:spcBef>
              <a:spcAft>
                <a:spcPct val="0"/>
              </a:spcAft>
              <a:buClr>
                <a:schemeClr val="tx1"/>
              </a:buClr>
              <a:buSzPct val="100000"/>
            </a:pPr>
            <a:endParaRPr lang="en-US" sz="1800" dirty="0">
              <a:cs typeface="Arial"/>
            </a:endParaRPr>
          </a:p>
          <a:p>
            <a:pPr fontAlgn="base">
              <a:spcBef>
                <a:spcPct val="50000"/>
              </a:spcBef>
              <a:spcAft>
                <a:spcPct val="0"/>
              </a:spcAft>
              <a:buClr>
                <a:schemeClr val="tx1"/>
              </a:buClr>
              <a:buSzPct val="100000"/>
            </a:pPr>
            <a:r>
              <a:rPr lang="en-US" sz="1800" dirty="0"/>
              <a:t>Due to these restrictions, </a:t>
            </a:r>
            <a:r>
              <a:rPr lang="en-US" sz="1800" dirty="0" err="1"/>
              <a:t>SAPScript</a:t>
            </a:r>
            <a:r>
              <a:rPr lang="en-US" sz="1800" dirty="0"/>
              <a:t> teams have come up with new persistency concept.	</a:t>
            </a:r>
            <a:endParaRPr lang="en-DE" sz="1800" kern="0" dirty="0" err="1">
              <a:latin typeface="72 Brand" panose="020B0504030603020204" pitchFamily="34" charset="0"/>
              <a:ea typeface="72 Brand" pitchFamily="34" charset="-128"/>
              <a:cs typeface="72 Brand" pitchFamily="34" charset="-128"/>
            </a:endParaRPr>
          </a:p>
        </p:txBody>
      </p:sp>
    </p:spTree>
    <p:custDataLst>
      <p:custData r:id="rId1"/>
      <p:custData r:id="rId2"/>
    </p:custDataLst>
    <p:extLst>
      <p:ext uri="{BB962C8B-B14F-4D97-AF65-F5344CB8AC3E}">
        <p14:creationId xmlns:p14="http://schemas.microsoft.com/office/powerpoint/2010/main" val="35913097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53C36-4D70-9BB7-6755-683758DEE05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196A6CEA-6DD8-6FF1-8B3F-D1BD430E0D18}"/>
              </a:ext>
            </a:extLst>
          </p:cNvPr>
          <p:cNvSpPr>
            <a:spLocks noGrp="1"/>
          </p:cNvSpPr>
          <p:nvPr>
            <p:ph type="title"/>
          </p:nvPr>
        </p:nvSpPr>
        <p:spPr>
          <a:xfrm>
            <a:off x="504001" y="504000"/>
            <a:ext cx="11186476" cy="369332"/>
          </a:xfrm>
        </p:spPr>
        <p:txBody>
          <a:bodyPr/>
          <a:lstStyle/>
          <a:p>
            <a:r>
              <a:rPr lang="en-GB"/>
              <a:t>Overview</a:t>
            </a:r>
            <a:endParaRPr lang="en-DE"/>
          </a:p>
        </p:txBody>
      </p:sp>
      <p:sp>
        <p:nvSpPr>
          <p:cNvPr id="2" name="TextBox 1">
            <a:extLst>
              <a:ext uri="{FF2B5EF4-FFF2-40B4-BE49-F238E27FC236}">
                <a16:creationId xmlns:a16="http://schemas.microsoft.com/office/drawing/2014/main" id="{EF4ADDDC-168D-8D01-0C86-67448A159A0B}"/>
              </a:ext>
            </a:extLst>
          </p:cNvPr>
          <p:cNvSpPr txBox="1"/>
          <p:nvPr/>
        </p:nvSpPr>
        <p:spPr>
          <a:xfrm>
            <a:off x="569343" y="1147313"/>
            <a:ext cx="10239555" cy="5532284"/>
          </a:xfrm>
          <a:prstGeom prst="rect">
            <a:avLst/>
          </a:prstGeom>
          <a:noFill/>
          <a:ln w="28575">
            <a:noFill/>
          </a:ln>
        </p:spPr>
        <p:txBody>
          <a:bodyPr wrap="square" lIns="0" tIns="0" rIns="0" bIns="0" rtlCol="0">
            <a:spAutoFit/>
          </a:bodyPr>
          <a:lstStyle/>
          <a:p>
            <a:pPr algn="l" fontAlgn="base">
              <a:spcBef>
                <a:spcPct val="50000"/>
              </a:spcBef>
              <a:spcAft>
                <a:spcPct val="0"/>
              </a:spcAft>
              <a:buClr>
                <a:schemeClr val="tx1"/>
              </a:buClr>
              <a:buSzPct val="100000"/>
            </a:pPr>
            <a:r>
              <a:rPr lang="en-US" sz="1700" kern="0">
                <a:latin typeface="+mn-lt"/>
                <a:ea typeface="72 Brand" pitchFamily="34" charset="-128"/>
                <a:cs typeface="72 Brand" pitchFamily="34" charset="-128"/>
              </a:rPr>
              <a:t>There are two topics involved in this handover.</a:t>
            </a:r>
          </a:p>
          <a:p>
            <a:pPr marL="285750" indent="-285750" fontAlgn="base">
              <a:spcBef>
                <a:spcPct val="50000"/>
              </a:spcBef>
              <a:spcAft>
                <a:spcPct val="0"/>
              </a:spcAft>
              <a:buClr>
                <a:schemeClr val="tx1"/>
              </a:buClr>
              <a:buSzPct val="100000"/>
              <a:buFont typeface="Arial" panose="020B0604020202020204" pitchFamily="34" charset="0"/>
              <a:buChar char="•"/>
            </a:pPr>
            <a:r>
              <a:rPr lang="en-US" sz="1700" b="1" kern="0">
                <a:latin typeface="+mn-lt"/>
                <a:ea typeface="72 Brand" pitchFamily="34" charset="-128"/>
                <a:cs typeface="72 Brand" pitchFamily="34" charset="-128"/>
              </a:rPr>
              <a:t>S/4HANA Sales Long text replacement with new persistency:  </a:t>
            </a:r>
            <a:r>
              <a:rPr lang="en-US" sz="1800">
                <a:hlinkClick r:id="rId5"/>
              </a:rPr>
              <a:t>[S4HCRQMASD-37712] Unable to use long texts of sales and billing documents in analytics, integration, search, and AI - SAPJIRA</a:t>
            </a:r>
            <a:endParaRPr lang="en-US" sz="1700" b="1" kern="0">
              <a:latin typeface="+mn-lt"/>
              <a:ea typeface="72 Brand" pitchFamily="34" charset="-128"/>
              <a:cs typeface="72 Brand" pitchFamily="34" charset="-128"/>
            </a:endParaRPr>
          </a:p>
          <a:p>
            <a:pPr algn="l" fontAlgn="base">
              <a:spcBef>
                <a:spcPct val="50000"/>
              </a:spcBef>
              <a:spcAft>
                <a:spcPct val="0"/>
              </a:spcAft>
              <a:buClr>
                <a:schemeClr val="tx1"/>
              </a:buClr>
              <a:buSzPct val="100000"/>
            </a:pPr>
            <a:r>
              <a:rPr lang="en-US" sz="1700" kern="0">
                <a:latin typeface="+mn-lt"/>
                <a:ea typeface="72 Brand" pitchFamily="34" charset="-128"/>
                <a:cs typeface="72 Brand" pitchFamily="34" charset="-128"/>
              </a:rPr>
              <a:t>S/4HANA Sales did a PoC in CE2602/CE2608 to move the Notes to new persistency. The Design document details are attached. </a:t>
            </a:r>
          </a:p>
          <a:p>
            <a:pPr fontAlgn="base">
              <a:spcBef>
                <a:spcPct val="50000"/>
              </a:spcBef>
              <a:spcAft>
                <a:spcPct val="0"/>
              </a:spcAft>
              <a:buClr>
                <a:schemeClr val="tx1"/>
              </a:buClr>
              <a:buSzPct val="100000"/>
            </a:pPr>
            <a:r>
              <a:rPr lang="en-US" sz="1700">
                <a:latin typeface="+mn-lt"/>
                <a:hlinkClick r:id="rId6"/>
              </a:rPr>
              <a:t>SDD New Persistency for Long Texts V10.docx</a:t>
            </a:r>
            <a:endParaRPr lang="en-US" sz="1700">
              <a:latin typeface="+mn-lt"/>
            </a:endParaRPr>
          </a:p>
          <a:p>
            <a:pPr fontAlgn="base">
              <a:spcBef>
                <a:spcPct val="50000"/>
              </a:spcBef>
              <a:spcAft>
                <a:spcPct val="0"/>
              </a:spcAft>
              <a:buClr>
                <a:schemeClr val="tx1"/>
              </a:buClr>
              <a:buSzPct val="100000"/>
            </a:pPr>
            <a:r>
              <a:rPr lang="en-US" sz="1700" kern="0">
                <a:latin typeface="+mn-lt"/>
                <a:ea typeface="72 Brand" pitchFamily="34" charset="-128"/>
                <a:cs typeface="72 Brand" pitchFamily="34" charset="-128"/>
              </a:rPr>
              <a:t>PO team was involved in the SDD review and need to check whether there are any further action items from our end like testing  etc.</a:t>
            </a:r>
          </a:p>
          <a:p>
            <a:pPr marL="285750" indent="-285750" algn="l" fontAlgn="base">
              <a:spcBef>
                <a:spcPct val="50000"/>
              </a:spcBef>
              <a:spcAft>
                <a:spcPct val="0"/>
              </a:spcAft>
              <a:buClr>
                <a:schemeClr val="tx1"/>
              </a:buClr>
              <a:buSzPct val="100000"/>
              <a:buFont typeface="Arial" panose="020B0604020202020204" pitchFamily="34" charset="0"/>
              <a:buChar char="•"/>
            </a:pPr>
            <a:r>
              <a:rPr lang="en-US" sz="1700" b="1" kern="0">
                <a:latin typeface="+mn-lt"/>
                <a:ea typeface="72 Brand" pitchFamily="34" charset="-128"/>
                <a:cs typeface="72 Brand" pitchFamily="34" charset="-128"/>
              </a:rPr>
              <a:t>Purchase Order Notes/Long text replacement with new persistency:</a:t>
            </a:r>
          </a:p>
          <a:p>
            <a:pPr algn="l" fontAlgn="base">
              <a:spcBef>
                <a:spcPct val="50000"/>
              </a:spcBef>
              <a:spcAft>
                <a:spcPct val="0"/>
              </a:spcAft>
              <a:buClr>
                <a:schemeClr val="tx1"/>
              </a:buClr>
              <a:buSzPct val="100000"/>
            </a:pPr>
            <a:r>
              <a:rPr lang="en-US" sz="1700" kern="0">
                <a:latin typeface="+mn-lt"/>
                <a:ea typeface="72 Brand" pitchFamily="34" charset="-128"/>
                <a:cs typeface="72 Brand" pitchFamily="34" charset="-128"/>
              </a:rPr>
              <a:t>When we participated the SD long text review, we found that we might also need to follow similar approach before we consider Notes reuse component in Modernization topic. </a:t>
            </a:r>
          </a:p>
          <a:p>
            <a:pPr algn="l" fontAlgn="base">
              <a:spcBef>
                <a:spcPct val="50000"/>
              </a:spcBef>
              <a:spcAft>
                <a:spcPct val="0"/>
              </a:spcAft>
              <a:buClr>
                <a:schemeClr val="tx1"/>
              </a:buClr>
              <a:buSzPct val="100000"/>
            </a:pPr>
            <a:r>
              <a:rPr lang="en-US" sz="1700" kern="0">
                <a:latin typeface="+mn-lt"/>
                <a:ea typeface="72 Brand" pitchFamily="34" charset="-128"/>
                <a:cs typeface="72 Brand" pitchFamily="34" charset="-128"/>
              </a:rPr>
              <a:t>Our current approach uses ESH_ views which are not a recommended approach.</a:t>
            </a:r>
          </a:p>
          <a:p>
            <a:pPr fontAlgn="base">
              <a:spcBef>
                <a:spcPct val="50000"/>
              </a:spcBef>
              <a:spcAft>
                <a:spcPct val="0"/>
              </a:spcAft>
              <a:buClr>
                <a:schemeClr val="tx1"/>
              </a:buClr>
              <a:buSzPct val="100000"/>
            </a:pPr>
            <a:r>
              <a:rPr lang="en-US" sz="1700" err="1">
                <a:latin typeface="+mn-lt"/>
              </a:rPr>
              <a:t>R_PurchaseOrderNoteTP</a:t>
            </a:r>
            <a:r>
              <a:rPr lang="en-US" sz="1700">
                <a:latin typeface="+mn-lt"/>
              </a:rPr>
              <a:t> -&gt; </a:t>
            </a:r>
            <a:r>
              <a:rPr lang="en-US" sz="1700" err="1">
                <a:latin typeface="+mn-lt"/>
              </a:rPr>
              <a:t>R_PurchaseOrderPlainLongText</a:t>
            </a:r>
            <a:r>
              <a:rPr lang="en-US" sz="1700">
                <a:latin typeface="+mn-lt"/>
              </a:rPr>
              <a:t> -&gt; </a:t>
            </a:r>
            <a:r>
              <a:rPr lang="en-US" sz="1700" err="1">
                <a:latin typeface="+mn-lt"/>
              </a:rPr>
              <a:t>I_TextObjectPlainLongText</a:t>
            </a:r>
            <a:r>
              <a:rPr lang="en-US" sz="1700">
                <a:latin typeface="+mn-lt"/>
              </a:rPr>
              <a:t> (Built on top of </a:t>
            </a:r>
            <a:r>
              <a:rPr lang="en-US" sz="1700" err="1">
                <a:latin typeface="+mn-lt"/>
              </a:rPr>
              <a:t>esh_sr_ltxt</a:t>
            </a:r>
            <a:r>
              <a:rPr lang="en-US" sz="1700">
                <a:latin typeface="+mn-lt"/>
              </a:rPr>
              <a:t> – Replicated </a:t>
            </a:r>
            <a:r>
              <a:rPr lang="en-US" sz="1700" err="1">
                <a:latin typeface="+mn-lt"/>
              </a:rPr>
              <a:t>SAPScript</a:t>
            </a:r>
            <a:r>
              <a:rPr lang="en-US" sz="1700">
                <a:latin typeface="+mn-lt"/>
              </a:rPr>
              <a:t> </a:t>
            </a:r>
            <a:r>
              <a:rPr lang="en-US" sz="1700" err="1">
                <a:latin typeface="+mn-lt"/>
              </a:rPr>
              <a:t>longtext</a:t>
            </a:r>
            <a:r>
              <a:rPr lang="en-US" sz="1700">
                <a:latin typeface="+mn-lt"/>
              </a:rPr>
              <a:t> tables) - &gt; The purpose of providing ESH_SR_LTXT was completely different. Refer the wiki </a:t>
            </a:r>
            <a:r>
              <a:rPr lang="en-US" sz="1700">
                <a:latin typeface="+mn-lt"/>
                <a:hlinkClick r:id="rId7"/>
              </a:rPr>
              <a:t>https://wiki.one.int.sap/wiki/spaces/SimplSuite/pages/1969848126/Long+text+SAPScript+search+enablement+for+CDS-based+search</a:t>
            </a:r>
            <a:r>
              <a:rPr lang="en-US" sz="1700">
                <a:latin typeface="+mn-lt"/>
              </a:rPr>
              <a:t> </a:t>
            </a:r>
            <a:endParaRPr lang="en-DE" sz="1700" kern="0" err="1">
              <a:latin typeface="+mn-lt"/>
              <a:ea typeface="72 Brand" pitchFamily="34" charset="-128"/>
              <a:cs typeface="72 Brand" pitchFamily="34" charset="-128"/>
            </a:endParaRPr>
          </a:p>
        </p:txBody>
      </p:sp>
    </p:spTree>
    <p:custDataLst>
      <p:custData r:id="rId1"/>
      <p:custData r:id="rId2"/>
    </p:custDataLst>
    <p:extLst>
      <p:ext uri="{BB962C8B-B14F-4D97-AF65-F5344CB8AC3E}">
        <p14:creationId xmlns:p14="http://schemas.microsoft.com/office/powerpoint/2010/main" val="18591309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D750F4-B320-6B46-A40A-6466BDE9C03E}"/>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A41BCC2-B08B-366F-4133-C176231BC32C}"/>
              </a:ext>
            </a:extLst>
          </p:cNvPr>
          <p:cNvSpPr>
            <a:spLocks noGrp="1"/>
          </p:cNvSpPr>
          <p:nvPr>
            <p:ph type="title"/>
          </p:nvPr>
        </p:nvSpPr>
        <p:spPr>
          <a:xfrm>
            <a:off x="504001" y="504000"/>
            <a:ext cx="11186476" cy="369332"/>
          </a:xfrm>
        </p:spPr>
        <p:txBody>
          <a:bodyPr/>
          <a:lstStyle/>
          <a:p>
            <a:r>
              <a:rPr lang="en-US">
                <a:latin typeface="72 Brand Medium"/>
              </a:rPr>
              <a:t>Existing functionality – PO Notes</a:t>
            </a:r>
            <a:endParaRPr lang="en-DE"/>
          </a:p>
        </p:txBody>
      </p:sp>
      <p:sp>
        <p:nvSpPr>
          <p:cNvPr id="2" name="TextBox 1">
            <a:extLst>
              <a:ext uri="{FF2B5EF4-FFF2-40B4-BE49-F238E27FC236}">
                <a16:creationId xmlns:a16="http://schemas.microsoft.com/office/drawing/2014/main" id="{086BEAF1-BCAB-141D-B76C-1EB9F6C9FF3B}"/>
              </a:ext>
            </a:extLst>
          </p:cNvPr>
          <p:cNvSpPr txBox="1"/>
          <p:nvPr/>
        </p:nvSpPr>
        <p:spPr>
          <a:xfrm>
            <a:off x="569343" y="1147313"/>
            <a:ext cx="10239555" cy="1046440"/>
          </a:xfrm>
          <a:prstGeom prst="rect">
            <a:avLst/>
          </a:prstGeom>
          <a:noFill/>
          <a:ln w="28575">
            <a:noFill/>
          </a:ln>
        </p:spPr>
        <p:txBody>
          <a:bodyPr wrap="square" lIns="0" tIns="0" rIns="0" bIns="0" rtlCol="0" anchor="t">
            <a:spAutoFit/>
          </a:bodyPr>
          <a:lstStyle/>
          <a:p>
            <a:pPr algn="l" fontAlgn="base">
              <a:spcBef>
                <a:spcPct val="50000"/>
              </a:spcBef>
              <a:spcAft>
                <a:spcPct val="0"/>
              </a:spcAft>
              <a:buClr>
                <a:schemeClr val="tx1"/>
              </a:buClr>
              <a:buSzPct val="100000"/>
            </a:pPr>
            <a:r>
              <a:rPr lang="en-US" sz="1700" kern="0">
                <a:latin typeface="+mn-lt"/>
                <a:ea typeface="72 Brand"/>
                <a:cs typeface="72 Brand" pitchFamily="34" charset="-128"/>
              </a:rPr>
              <a:t>Dependency on replicated text. The solution was delivered by </a:t>
            </a:r>
            <a:r>
              <a:rPr lang="en-US" sz="1700" kern="0" err="1">
                <a:latin typeface="+mn-lt"/>
                <a:ea typeface="72 Brand"/>
                <a:cs typeface="72 Brand" pitchFamily="34" charset="-128"/>
              </a:rPr>
              <a:t>SAPScript</a:t>
            </a:r>
            <a:r>
              <a:rPr lang="en-US" sz="1700" kern="0">
                <a:latin typeface="+mn-lt"/>
                <a:ea typeface="72 Brand"/>
                <a:cs typeface="72 Brand" pitchFamily="34" charset="-128"/>
              </a:rPr>
              <a:t> strictly for ESH_*</a:t>
            </a:r>
            <a:endParaRPr lang="en-US" sz="1700" kern="0">
              <a:latin typeface="+mn-lt"/>
              <a:ea typeface="72 Brand" pitchFamily="34" charset="-128"/>
              <a:cs typeface="72 Brand" pitchFamily="34" charset="-128"/>
            </a:endParaRPr>
          </a:p>
          <a:p>
            <a:pPr algn="l" fontAlgn="base">
              <a:spcBef>
                <a:spcPct val="50000"/>
              </a:spcBef>
              <a:spcAft>
                <a:spcPct val="0"/>
              </a:spcAft>
              <a:buClr>
                <a:schemeClr val="tx1"/>
              </a:buClr>
              <a:buSzPct val="100000"/>
            </a:pPr>
            <a:r>
              <a:rPr lang="en-US" sz="1700" kern="0">
                <a:latin typeface="+mn-lt"/>
                <a:ea typeface="72 Brand" pitchFamily="34" charset="-128"/>
                <a:cs typeface="72 Brand" pitchFamily="34" charset="-128"/>
              </a:rPr>
              <a:t>Formatting is not supported as we rely on replicated data.</a:t>
            </a:r>
          </a:p>
          <a:p>
            <a:pPr algn="l" fontAlgn="base">
              <a:spcBef>
                <a:spcPct val="50000"/>
              </a:spcBef>
              <a:spcAft>
                <a:spcPct val="0"/>
              </a:spcAft>
              <a:buClr>
                <a:schemeClr val="tx1"/>
              </a:buClr>
              <a:buSzPct val="100000"/>
            </a:pPr>
            <a:r>
              <a:rPr lang="en-US" sz="1700" kern="0">
                <a:latin typeface="+mn-lt"/>
                <a:ea typeface="72 Brand" pitchFamily="34" charset="-128"/>
                <a:cs typeface="72 Brand" pitchFamily="34" charset="-128"/>
              </a:rPr>
              <a:t>To consume Notes RAP reuse, this will be a prerequisite</a:t>
            </a:r>
            <a:endParaRPr lang="en-DE" sz="1700" kern="0" err="1">
              <a:latin typeface="+mn-lt"/>
              <a:ea typeface="72 Brand" pitchFamily="34" charset="-128"/>
              <a:cs typeface="72 Brand" pitchFamily="34" charset="-128"/>
            </a:endParaRPr>
          </a:p>
        </p:txBody>
      </p:sp>
      <p:pic>
        <p:nvPicPr>
          <p:cNvPr id="5" name="Picture 4">
            <a:extLst>
              <a:ext uri="{FF2B5EF4-FFF2-40B4-BE49-F238E27FC236}">
                <a16:creationId xmlns:a16="http://schemas.microsoft.com/office/drawing/2014/main" id="{548F4975-D4CD-7227-8AAF-536D4D7292E5}"/>
              </a:ext>
            </a:extLst>
          </p:cNvPr>
          <p:cNvPicPr>
            <a:picLocks noChangeAspect="1"/>
          </p:cNvPicPr>
          <p:nvPr/>
        </p:nvPicPr>
        <p:blipFill>
          <a:blip r:embed="rId5"/>
          <a:stretch>
            <a:fillRect/>
          </a:stretch>
        </p:blipFill>
        <p:spPr>
          <a:xfrm>
            <a:off x="1095555" y="2254353"/>
            <a:ext cx="7395669" cy="3976687"/>
          </a:xfrm>
          <a:prstGeom prst="rect">
            <a:avLst/>
          </a:prstGeom>
        </p:spPr>
      </p:pic>
    </p:spTree>
    <p:custDataLst>
      <p:custData r:id="rId1"/>
      <p:custData r:id="rId2"/>
    </p:custDataLst>
    <p:extLst>
      <p:ext uri="{BB962C8B-B14F-4D97-AF65-F5344CB8AC3E}">
        <p14:creationId xmlns:p14="http://schemas.microsoft.com/office/powerpoint/2010/main" val="42786459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E261E0-5E58-E9A0-8B1E-778EB1B4D2C0}"/>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54089068-DB71-C0C2-8782-C5013D988FC0}"/>
              </a:ext>
            </a:extLst>
          </p:cNvPr>
          <p:cNvSpPr>
            <a:spLocks noGrp="1"/>
          </p:cNvSpPr>
          <p:nvPr>
            <p:ph type="title"/>
          </p:nvPr>
        </p:nvSpPr>
        <p:spPr>
          <a:xfrm>
            <a:off x="504001" y="504000"/>
            <a:ext cx="11186476" cy="369332"/>
          </a:xfrm>
        </p:spPr>
        <p:txBody>
          <a:bodyPr/>
          <a:lstStyle/>
          <a:p>
            <a:r>
              <a:rPr lang="en-US"/>
              <a:t>Impact on Modernization topic</a:t>
            </a:r>
            <a:endParaRPr lang="en-DE"/>
          </a:p>
        </p:txBody>
      </p:sp>
      <p:sp>
        <p:nvSpPr>
          <p:cNvPr id="2" name="TextBox 1">
            <a:extLst>
              <a:ext uri="{FF2B5EF4-FFF2-40B4-BE49-F238E27FC236}">
                <a16:creationId xmlns:a16="http://schemas.microsoft.com/office/drawing/2014/main" id="{A5A65E44-18AC-2BC5-2591-1F7A2B334684}"/>
              </a:ext>
            </a:extLst>
          </p:cNvPr>
          <p:cNvSpPr txBox="1"/>
          <p:nvPr/>
        </p:nvSpPr>
        <p:spPr>
          <a:xfrm>
            <a:off x="569343" y="1147313"/>
            <a:ext cx="10239555" cy="2616101"/>
          </a:xfrm>
          <a:prstGeom prst="rect">
            <a:avLst/>
          </a:prstGeom>
          <a:noFill/>
          <a:ln w="28575">
            <a:noFill/>
          </a:ln>
        </p:spPr>
        <p:txBody>
          <a:bodyPr wrap="square" lIns="0" tIns="0" rIns="0" bIns="0" rtlCol="0" anchor="t">
            <a:spAutoFit/>
          </a:bodyPr>
          <a:lstStyle/>
          <a:p>
            <a:pPr algn="l" fontAlgn="base">
              <a:spcBef>
                <a:spcPct val="50000"/>
              </a:spcBef>
              <a:spcAft>
                <a:spcPct val="0"/>
              </a:spcAft>
              <a:buClr>
                <a:schemeClr val="tx1"/>
              </a:buClr>
              <a:buSzPct val="100000"/>
            </a:pPr>
            <a:r>
              <a:rPr lang="en-US" sz="1700" kern="0">
                <a:latin typeface="+mn-lt"/>
                <a:ea typeface="72 Brand" pitchFamily="34" charset="-128"/>
                <a:cs typeface="72 Brand" pitchFamily="34" charset="-128"/>
              </a:rPr>
              <a:t>WDF11 team is working on PO Modernization topic.</a:t>
            </a:r>
          </a:p>
          <a:p>
            <a:pPr algn="l" fontAlgn="base">
              <a:spcBef>
                <a:spcPct val="50000"/>
              </a:spcBef>
              <a:spcAft>
                <a:spcPct val="0"/>
              </a:spcAft>
              <a:buClr>
                <a:schemeClr val="tx1"/>
              </a:buClr>
              <a:buSzPct val="100000"/>
            </a:pPr>
            <a:r>
              <a:rPr lang="en-US" sz="1700" kern="0" dirty="0">
                <a:latin typeface="+mn-lt"/>
                <a:ea typeface="72 Brand"/>
                <a:cs typeface="72 Brand" pitchFamily="34" charset="-128"/>
              </a:rPr>
              <a:t>We will create a new RAP PO API and we are looking into all reuse components that we use. The MVS for CE2702 is already planned.</a:t>
            </a:r>
          </a:p>
          <a:p>
            <a:pPr algn="l" fontAlgn="base">
              <a:spcBef>
                <a:spcPct val="50000"/>
              </a:spcBef>
              <a:spcAft>
                <a:spcPct val="0"/>
              </a:spcAft>
              <a:buClr>
                <a:schemeClr val="tx1"/>
              </a:buClr>
              <a:buSzPct val="100000"/>
            </a:pPr>
            <a:r>
              <a:rPr lang="en-US" sz="1700" kern="0" dirty="0">
                <a:latin typeface="+mn-lt"/>
                <a:ea typeface="72 Brand"/>
                <a:cs typeface="72 Brand" pitchFamily="34" charset="-128"/>
              </a:rPr>
              <a:t>Soft commitment – Notes RAP Reuse (Will be finalized based on customer feedback)</a:t>
            </a:r>
          </a:p>
          <a:p>
            <a:pPr>
              <a:spcBef>
                <a:spcPct val="50000"/>
              </a:spcBef>
              <a:spcAft>
                <a:spcPct val="0"/>
              </a:spcAft>
            </a:pPr>
            <a:endParaRPr lang="en-US" sz="1700" kern="0" dirty="0">
              <a:latin typeface="+mn-lt"/>
              <a:ea typeface="72 Brand" pitchFamily="34" charset="-128"/>
              <a:cs typeface="72 Brand" pitchFamily="34" charset="-128"/>
            </a:endParaRPr>
          </a:p>
          <a:p>
            <a:pPr>
              <a:spcBef>
                <a:spcPct val="50000"/>
              </a:spcBef>
              <a:spcAft>
                <a:spcPct val="0"/>
              </a:spcAft>
            </a:pPr>
            <a:r>
              <a:rPr lang="en-US" sz="1700" kern="0" dirty="0">
                <a:latin typeface="+mn-lt"/>
                <a:ea typeface="72 Brand"/>
                <a:cs typeface="72 Brand" pitchFamily="34" charset="-128"/>
              </a:rPr>
              <a:t>From Procurement side, we already have a team who handles Notes Reuse topic – BLR04 team (M K, Visakh and team) - When we come up with a reusable architectural guideline for procurement topic, this has to be aligned with BLR04 team in addition to PO modernization team</a:t>
            </a:r>
            <a:endParaRPr lang="en-US" sz="1700" kern="0" dirty="0">
              <a:latin typeface="+mn-lt"/>
              <a:ea typeface="72 Brand" pitchFamily="34" charset="-128"/>
              <a:cs typeface="72 Brand" pitchFamily="34" charset="-128"/>
            </a:endParaRPr>
          </a:p>
        </p:txBody>
      </p:sp>
    </p:spTree>
    <p:custDataLst>
      <p:custData r:id="rId1"/>
      <p:custData r:id="rId2"/>
    </p:custDataLst>
    <p:extLst>
      <p:ext uri="{BB962C8B-B14F-4D97-AF65-F5344CB8AC3E}">
        <p14:creationId xmlns:p14="http://schemas.microsoft.com/office/powerpoint/2010/main" val="6941389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AAA538-33A9-F4BF-A3F6-0F83BE082C26}"/>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D82B339A-94AC-B6E1-95BA-5BD1FCB0BEFD}"/>
              </a:ext>
            </a:extLst>
          </p:cNvPr>
          <p:cNvSpPr>
            <a:spLocks noGrp="1"/>
          </p:cNvSpPr>
          <p:nvPr>
            <p:ph type="title"/>
          </p:nvPr>
        </p:nvSpPr>
        <p:spPr>
          <a:xfrm>
            <a:off x="504001" y="504000"/>
            <a:ext cx="11186476" cy="369332"/>
          </a:xfrm>
        </p:spPr>
        <p:txBody>
          <a:bodyPr/>
          <a:lstStyle/>
          <a:p>
            <a:r>
              <a:rPr lang="en-US"/>
              <a:t>Known Guidelines &amp; Open issues</a:t>
            </a:r>
            <a:endParaRPr lang="en-DE"/>
          </a:p>
        </p:txBody>
      </p:sp>
      <p:sp>
        <p:nvSpPr>
          <p:cNvPr id="2" name="TextBox 1">
            <a:extLst>
              <a:ext uri="{FF2B5EF4-FFF2-40B4-BE49-F238E27FC236}">
                <a16:creationId xmlns:a16="http://schemas.microsoft.com/office/drawing/2014/main" id="{0CB719DE-E224-F2DD-6867-ECF9463576E1}"/>
              </a:ext>
            </a:extLst>
          </p:cNvPr>
          <p:cNvSpPr txBox="1"/>
          <p:nvPr/>
        </p:nvSpPr>
        <p:spPr>
          <a:xfrm>
            <a:off x="500937" y="998077"/>
            <a:ext cx="10239555" cy="5386090"/>
          </a:xfrm>
          <a:prstGeom prst="rect">
            <a:avLst/>
          </a:prstGeom>
          <a:noFill/>
          <a:ln w="28575">
            <a:noFill/>
          </a:ln>
        </p:spPr>
        <p:txBody>
          <a:bodyPr wrap="square" lIns="0" tIns="0" rIns="0" bIns="0" rtlCol="0" anchor="t">
            <a:spAutoFit/>
          </a:bodyPr>
          <a:lstStyle/>
          <a:p>
            <a:pPr algn="l" fontAlgn="base">
              <a:spcBef>
                <a:spcPct val="50000"/>
              </a:spcBef>
              <a:spcAft>
                <a:spcPct val="0"/>
              </a:spcAft>
              <a:buClr>
                <a:schemeClr val="tx1"/>
              </a:buClr>
              <a:buSzPct val="100000"/>
            </a:pPr>
            <a:r>
              <a:rPr lang="en-US" sz="1700" kern="0">
                <a:latin typeface="+mn-lt"/>
                <a:ea typeface="72 Brand"/>
                <a:cs typeface="72 Brand" pitchFamily="34" charset="-128"/>
              </a:rPr>
              <a:t>The </a:t>
            </a:r>
            <a:r>
              <a:rPr lang="en-US" sz="1700" kern="0" err="1">
                <a:latin typeface="+mn-lt"/>
                <a:ea typeface="72 Brand"/>
                <a:cs typeface="72 Brand" pitchFamily="34" charset="-128"/>
              </a:rPr>
              <a:t>SAPScript</a:t>
            </a:r>
            <a:r>
              <a:rPr lang="en-US" sz="1700" kern="0">
                <a:latin typeface="+mn-lt"/>
                <a:ea typeface="72 Brand"/>
                <a:cs typeface="72 Brand" pitchFamily="34" charset="-128"/>
              </a:rPr>
              <a:t> team has already published the guidelines to move to the new persistency.</a:t>
            </a:r>
          </a:p>
          <a:p>
            <a:pPr fontAlgn="base">
              <a:spcBef>
                <a:spcPct val="50000"/>
              </a:spcBef>
              <a:spcAft>
                <a:spcPct val="0"/>
              </a:spcAft>
              <a:buClr>
                <a:schemeClr val="tx1"/>
              </a:buClr>
              <a:buSzPct val="100000"/>
            </a:pPr>
            <a:r>
              <a:rPr lang="en-US" sz="1800">
                <a:hlinkClick r:id="rId5"/>
              </a:rPr>
              <a:t>Application-specific persistence of </a:t>
            </a:r>
            <a:r>
              <a:rPr lang="en-US" sz="1800" err="1">
                <a:hlinkClick r:id="rId5"/>
              </a:rPr>
              <a:t>SAPscript</a:t>
            </a:r>
            <a:r>
              <a:rPr lang="en-US" sz="1800">
                <a:hlinkClick r:id="rId5"/>
              </a:rPr>
              <a:t> texts - Forms Services - </a:t>
            </a:r>
            <a:r>
              <a:rPr lang="en-US" sz="1800" err="1">
                <a:hlinkClick r:id="rId5"/>
              </a:rPr>
              <a:t>Wiki@SAP</a:t>
            </a:r>
            <a:endParaRPr lang="en-US" sz="1800"/>
          </a:p>
          <a:p>
            <a:pPr fontAlgn="base">
              <a:spcBef>
                <a:spcPct val="50000"/>
              </a:spcBef>
              <a:spcAft>
                <a:spcPct val="0"/>
              </a:spcAft>
              <a:buClr>
                <a:schemeClr val="tx1"/>
              </a:buClr>
              <a:buSzPct val="100000"/>
            </a:pPr>
            <a:r>
              <a:rPr lang="en-US" sz="1800"/>
              <a:t>The Sales </a:t>
            </a:r>
            <a:r>
              <a:rPr lang="en-US" sz="1800" err="1"/>
              <a:t>Longtext</a:t>
            </a:r>
            <a:r>
              <a:rPr lang="en-US" sz="1800"/>
              <a:t> SDD can also be considered as a guideline. The topic is not only about moving into a new persistency and build CDS on top of the tables. We also have to check the current functionalities that are supported</a:t>
            </a:r>
            <a:endParaRPr lang="en-US" sz="1800">
              <a:cs typeface="Arial"/>
            </a:endParaRPr>
          </a:p>
          <a:p>
            <a:pPr fontAlgn="base">
              <a:spcBef>
                <a:spcPct val="50000"/>
              </a:spcBef>
              <a:spcAft>
                <a:spcPct val="0"/>
              </a:spcAft>
              <a:buClr>
                <a:schemeClr val="tx1"/>
              </a:buClr>
              <a:buSzPct val="100000"/>
            </a:pPr>
            <a:r>
              <a:rPr lang="en-US" sz="1800" b="1"/>
              <a:t>Known Issues / More research needed on the below topics:</a:t>
            </a:r>
          </a:p>
          <a:p>
            <a:pPr fontAlgn="base">
              <a:spcBef>
                <a:spcPct val="50000"/>
              </a:spcBef>
              <a:spcAft>
                <a:spcPct val="0"/>
              </a:spcAft>
              <a:buClr>
                <a:schemeClr val="tx1"/>
              </a:buClr>
              <a:buSzPct val="100000"/>
            </a:pPr>
            <a:r>
              <a:rPr lang="en-US" sz="1800"/>
              <a:t>PO supports Referencing of the texts (Not as deep as Sales but we do have such functionality) – We need to find how the referencing of the texts work in Purchase Order in S/4HANA public cloud – what is the current scope? – </a:t>
            </a:r>
            <a:r>
              <a:rPr lang="en-US" sz="1800">
                <a:solidFill>
                  <a:srgbClr val="FF0000"/>
                </a:solidFill>
              </a:rPr>
              <a:t>check existing scope</a:t>
            </a:r>
          </a:p>
          <a:p>
            <a:pPr fontAlgn="base">
              <a:spcBef>
                <a:spcPct val="50000"/>
              </a:spcBef>
              <a:spcAft>
                <a:spcPct val="0"/>
              </a:spcAft>
              <a:buClr>
                <a:schemeClr val="tx1"/>
              </a:buClr>
              <a:buSzPct val="100000"/>
            </a:pPr>
            <a:r>
              <a:rPr lang="en-US" sz="1800"/>
              <a:t>If referencing is allowed in public cloud, how can we incorporate it with new persistency – We can also </a:t>
            </a:r>
            <a:r>
              <a:rPr lang="en-US" sz="1800">
                <a:solidFill>
                  <a:srgbClr val="FF0000"/>
                </a:solidFill>
              </a:rPr>
              <a:t>check with Sales team about their approach </a:t>
            </a:r>
            <a:r>
              <a:rPr lang="en-US" sz="1800"/>
              <a:t>even if their reference option is different.</a:t>
            </a:r>
            <a:endParaRPr lang="en-US" sz="1800">
              <a:cs typeface="Arial"/>
            </a:endParaRPr>
          </a:p>
          <a:p>
            <a:pPr fontAlgn="base">
              <a:spcBef>
                <a:spcPct val="50000"/>
              </a:spcBef>
              <a:spcAft>
                <a:spcPct val="0"/>
              </a:spcAft>
              <a:buClr>
                <a:schemeClr val="tx1"/>
              </a:buClr>
              <a:buSzPct val="100000"/>
            </a:pPr>
            <a:r>
              <a:rPr lang="en-US" sz="1800"/>
              <a:t>The text objects EKKO and EKPO are used not only by Purchase order team. Is it possible to move to new persistency only for PO texts? Are the text IDs shared by other BOs? – </a:t>
            </a:r>
            <a:r>
              <a:rPr lang="en-US" sz="1800">
                <a:solidFill>
                  <a:srgbClr val="FF0000"/>
                </a:solidFill>
              </a:rPr>
              <a:t>Check existing solution</a:t>
            </a:r>
          </a:p>
          <a:p>
            <a:pPr fontAlgn="base">
              <a:spcBef>
                <a:spcPct val="50000"/>
              </a:spcBef>
              <a:spcAft>
                <a:spcPct val="0"/>
              </a:spcAft>
              <a:buClr>
                <a:schemeClr val="tx1"/>
              </a:buClr>
              <a:buSzPct val="100000"/>
            </a:pPr>
            <a:r>
              <a:rPr lang="en-US" sz="1800"/>
              <a:t>Is it possible to use Notes RAP reuse layer without moving to new persistency? – </a:t>
            </a:r>
            <a:r>
              <a:rPr lang="en-US" sz="1800">
                <a:solidFill>
                  <a:srgbClr val="FF0000"/>
                </a:solidFill>
              </a:rPr>
              <a:t>To be checked with Notes team.</a:t>
            </a:r>
          </a:p>
        </p:txBody>
      </p:sp>
    </p:spTree>
    <p:custDataLst>
      <p:custData r:id="rId1"/>
      <p:custData r:id="rId2"/>
    </p:custDataLst>
    <p:extLst>
      <p:ext uri="{BB962C8B-B14F-4D97-AF65-F5344CB8AC3E}">
        <p14:creationId xmlns:p14="http://schemas.microsoft.com/office/powerpoint/2010/main" val="2317101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D58089-776D-B033-BB06-1A248E0BCF4F}"/>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0351185E-4649-03F4-80E4-C1A48185EA62}"/>
              </a:ext>
            </a:extLst>
          </p:cNvPr>
          <p:cNvSpPr>
            <a:spLocks noGrp="1"/>
          </p:cNvSpPr>
          <p:nvPr>
            <p:ph type="title"/>
          </p:nvPr>
        </p:nvSpPr>
        <p:spPr>
          <a:xfrm>
            <a:off x="504001" y="504000"/>
            <a:ext cx="11186476" cy="369332"/>
          </a:xfrm>
        </p:spPr>
        <p:txBody>
          <a:bodyPr/>
          <a:lstStyle/>
          <a:p>
            <a:r>
              <a:rPr lang="en-US"/>
              <a:t>Questions that needs to be clarified: </a:t>
            </a:r>
            <a:endParaRPr lang="en-DE"/>
          </a:p>
        </p:txBody>
      </p:sp>
      <p:sp>
        <p:nvSpPr>
          <p:cNvPr id="2" name="TextBox 1">
            <a:extLst>
              <a:ext uri="{FF2B5EF4-FFF2-40B4-BE49-F238E27FC236}">
                <a16:creationId xmlns:a16="http://schemas.microsoft.com/office/drawing/2014/main" id="{3DC9EAC4-DCCE-CA1C-2E25-37C651316424}"/>
              </a:ext>
            </a:extLst>
          </p:cNvPr>
          <p:cNvSpPr txBox="1"/>
          <p:nvPr/>
        </p:nvSpPr>
        <p:spPr>
          <a:xfrm>
            <a:off x="569343" y="1147313"/>
            <a:ext cx="10239555" cy="1623521"/>
          </a:xfrm>
          <a:prstGeom prst="rect">
            <a:avLst/>
          </a:prstGeom>
          <a:noFill/>
          <a:ln w="28575">
            <a:noFill/>
          </a:ln>
        </p:spPr>
        <p:txBody>
          <a:bodyPr wrap="square" lIns="0" tIns="0" rIns="0" bIns="0" rtlCol="0">
            <a:spAutoFit/>
          </a:bodyPr>
          <a:lstStyle/>
          <a:p>
            <a:pPr fontAlgn="base">
              <a:spcBef>
                <a:spcPct val="50000"/>
              </a:spcBef>
              <a:spcAft>
                <a:spcPct val="0"/>
              </a:spcAft>
              <a:buClr>
                <a:schemeClr val="tx1"/>
              </a:buClr>
              <a:buSzPct val="100000"/>
            </a:pPr>
            <a:r>
              <a:rPr lang="en-US" sz="1700" kern="0">
                <a:latin typeface="+mn-lt"/>
                <a:ea typeface="72 Brand" pitchFamily="34" charset="-128"/>
                <a:cs typeface="72 Brand" pitchFamily="34" charset="-128"/>
              </a:rPr>
              <a:t>1) The new persistence APIs do not support references out of the box. Check wiki </a:t>
            </a:r>
            <a:r>
              <a:rPr lang="en-US" sz="1800">
                <a:hlinkClick r:id="rId5"/>
              </a:rPr>
              <a:t>Text references - Forms Services - </a:t>
            </a:r>
            <a:r>
              <a:rPr lang="en-US" sz="1800" err="1">
                <a:hlinkClick r:id="rId5"/>
              </a:rPr>
              <a:t>Wiki@SAP</a:t>
            </a:r>
            <a:r>
              <a:rPr lang="en-US" sz="1800"/>
              <a:t> – Need to clarify how to proceed in this case.</a:t>
            </a:r>
          </a:p>
          <a:p>
            <a:pPr fontAlgn="base">
              <a:spcBef>
                <a:spcPct val="50000"/>
              </a:spcBef>
              <a:spcAft>
                <a:spcPct val="0"/>
              </a:spcAft>
              <a:buClr>
                <a:schemeClr val="tx1"/>
              </a:buClr>
              <a:buSzPct val="100000"/>
            </a:pPr>
            <a:r>
              <a:rPr lang="en-US" sz="1800"/>
              <a:t>2) Can Public cloud customers created their own header/item texts? </a:t>
            </a:r>
          </a:p>
          <a:p>
            <a:pPr fontAlgn="base">
              <a:spcBef>
                <a:spcPct val="50000"/>
              </a:spcBef>
              <a:spcAft>
                <a:spcPct val="0"/>
              </a:spcAft>
              <a:buClr>
                <a:schemeClr val="tx1"/>
              </a:buClr>
              <a:buSzPct val="100000"/>
            </a:pPr>
            <a:r>
              <a:rPr lang="en-US" sz="1700" kern="0">
                <a:latin typeface="+mn-lt"/>
                <a:ea typeface="72 Brand" pitchFamily="34" charset="-128"/>
                <a:cs typeface="72 Brand" pitchFamily="34" charset="-128"/>
              </a:rPr>
              <a:t>3) Referencing: The below IMGs are already exposed as SSC UIs. Check the current scope – what is allowed and not allowed by the customers</a:t>
            </a:r>
            <a:endParaRPr lang="en-DE" sz="1700" kern="0" err="1">
              <a:latin typeface="+mn-lt"/>
              <a:ea typeface="72 Brand" pitchFamily="34" charset="-128"/>
              <a:cs typeface="72 Brand" pitchFamily="34" charset="-128"/>
            </a:endParaRPr>
          </a:p>
        </p:txBody>
      </p:sp>
      <p:pic>
        <p:nvPicPr>
          <p:cNvPr id="5" name="Picture 4">
            <a:extLst>
              <a:ext uri="{FF2B5EF4-FFF2-40B4-BE49-F238E27FC236}">
                <a16:creationId xmlns:a16="http://schemas.microsoft.com/office/drawing/2014/main" id="{5618C88E-9098-204B-CC0B-133FFD8AC87A}"/>
              </a:ext>
            </a:extLst>
          </p:cNvPr>
          <p:cNvPicPr>
            <a:picLocks noChangeAspect="1"/>
          </p:cNvPicPr>
          <p:nvPr/>
        </p:nvPicPr>
        <p:blipFill>
          <a:blip r:embed="rId6"/>
          <a:stretch>
            <a:fillRect/>
          </a:stretch>
        </p:blipFill>
        <p:spPr>
          <a:xfrm>
            <a:off x="569343" y="2873588"/>
            <a:ext cx="1889185" cy="2302163"/>
          </a:xfrm>
          <a:prstGeom prst="rect">
            <a:avLst/>
          </a:prstGeom>
        </p:spPr>
      </p:pic>
      <p:pic>
        <p:nvPicPr>
          <p:cNvPr id="7" name="Picture 6">
            <a:extLst>
              <a:ext uri="{FF2B5EF4-FFF2-40B4-BE49-F238E27FC236}">
                <a16:creationId xmlns:a16="http://schemas.microsoft.com/office/drawing/2014/main" id="{118D47EE-1893-CDD3-6291-E62B7C27D5AB}"/>
              </a:ext>
            </a:extLst>
          </p:cNvPr>
          <p:cNvPicPr>
            <a:picLocks noChangeAspect="1"/>
          </p:cNvPicPr>
          <p:nvPr/>
        </p:nvPicPr>
        <p:blipFill>
          <a:blip r:embed="rId7"/>
          <a:stretch>
            <a:fillRect/>
          </a:stretch>
        </p:blipFill>
        <p:spPr>
          <a:xfrm>
            <a:off x="4080295" y="2770834"/>
            <a:ext cx="5564037" cy="2238193"/>
          </a:xfrm>
          <a:prstGeom prst="rect">
            <a:avLst/>
          </a:prstGeom>
        </p:spPr>
      </p:pic>
      <p:sp>
        <p:nvSpPr>
          <p:cNvPr id="6" name="TextBox 5">
            <a:extLst>
              <a:ext uri="{FF2B5EF4-FFF2-40B4-BE49-F238E27FC236}">
                <a16:creationId xmlns:a16="http://schemas.microsoft.com/office/drawing/2014/main" id="{F316A2BC-7ED0-BE66-D442-7E270CE70936}"/>
              </a:ext>
            </a:extLst>
          </p:cNvPr>
          <p:cNvSpPr txBox="1"/>
          <p:nvPr/>
        </p:nvSpPr>
        <p:spPr>
          <a:xfrm>
            <a:off x="569343" y="5495242"/>
            <a:ext cx="10826151" cy="492443"/>
          </a:xfrm>
          <a:prstGeom prst="rect">
            <a:avLst/>
          </a:prstGeom>
          <a:noFill/>
          <a:ln w="28575">
            <a:noFill/>
          </a:ln>
        </p:spPr>
        <p:txBody>
          <a:bodyPr wrap="square" lIns="0" tIns="0" rIns="0" bIns="0" rtlCol="0">
            <a:spAutoFit/>
          </a:bodyPr>
          <a:lstStyle/>
          <a:p>
            <a:pPr fontAlgn="base">
              <a:spcBef>
                <a:spcPct val="50000"/>
              </a:spcBef>
              <a:spcAft>
                <a:spcPct val="0"/>
              </a:spcAft>
              <a:buClr>
                <a:schemeClr val="tx1"/>
              </a:buClr>
              <a:buSzPct val="100000"/>
            </a:pPr>
            <a:r>
              <a:rPr lang="en-US" sz="1600" kern="0">
                <a:latin typeface="+mn-lt"/>
                <a:ea typeface="72 Brand" pitchFamily="34" charset="-128"/>
                <a:cs typeface="72 Brand" pitchFamily="34" charset="-128"/>
              </a:rPr>
              <a:t>4) Which all business objects use Text Objects EKKO and EKPO? Check the business objects other than PO – Check the current scope supported in public cloud</a:t>
            </a:r>
            <a:endParaRPr lang="en-DE" sz="1600" kern="0" err="1">
              <a:latin typeface="+mn-lt"/>
              <a:ea typeface="72 Brand" pitchFamily="34" charset="-128"/>
              <a:cs typeface="72 Brand" pitchFamily="34" charset="-128"/>
            </a:endParaRPr>
          </a:p>
        </p:txBody>
      </p:sp>
    </p:spTree>
    <p:custDataLst>
      <p:custData r:id="rId1"/>
      <p:custData r:id="rId2"/>
    </p:custDataLst>
    <p:extLst>
      <p:ext uri="{BB962C8B-B14F-4D97-AF65-F5344CB8AC3E}">
        <p14:creationId xmlns:p14="http://schemas.microsoft.com/office/powerpoint/2010/main" val="253755420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7E526C-5EA8-048A-68E9-93D98AB872B7}"/>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76397AAC-A0BC-83A3-8A4B-24D3E6FE0CE2}"/>
              </a:ext>
            </a:extLst>
          </p:cNvPr>
          <p:cNvSpPr>
            <a:spLocks noGrp="1"/>
          </p:cNvSpPr>
          <p:nvPr>
            <p:ph type="title"/>
          </p:nvPr>
        </p:nvSpPr>
        <p:spPr>
          <a:xfrm>
            <a:off x="504001" y="504000"/>
            <a:ext cx="11186476" cy="369332"/>
          </a:xfrm>
        </p:spPr>
        <p:txBody>
          <a:bodyPr/>
          <a:lstStyle/>
          <a:p>
            <a:r>
              <a:rPr lang="en-US"/>
              <a:t>Questions that needs to be clarified: </a:t>
            </a:r>
            <a:endParaRPr lang="en-DE"/>
          </a:p>
        </p:txBody>
      </p:sp>
      <p:sp>
        <p:nvSpPr>
          <p:cNvPr id="2" name="TextBox 1">
            <a:extLst>
              <a:ext uri="{FF2B5EF4-FFF2-40B4-BE49-F238E27FC236}">
                <a16:creationId xmlns:a16="http://schemas.microsoft.com/office/drawing/2014/main" id="{9056F73F-730A-BBAF-ED90-0601B1664850}"/>
              </a:ext>
            </a:extLst>
          </p:cNvPr>
          <p:cNvSpPr txBox="1"/>
          <p:nvPr/>
        </p:nvSpPr>
        <p:spPr>
          <a:xfrm>
            <a:off x="569343" y="1147313"/>
            <a:ext cx="10239555" cy="5401479"/>
          </a:xfrm>
          <a:prstGeom prst="rect">
            <a:avLst/>
          </a:prstGeom>
          <a:noFill/>
          <a:ln w="28575">
            <a:noFill/>
          </a:ln>
        </p:spPr>
        <p:txBody>
          <a:bodyPr wrap="square" lIns="0" tIns="0" rIns="0" bIns="0" rtlCol="0" anchor="t">
            <a:spAutoFit/>
          </a:bodyPr>
          <a:lstStyle/>
          <a:p>
            <a:pPr fontAlgn="base">
              <a:spcBef>
                <a:spcPct val="50000"/>
              </a:spcBef>
              <a:spcAft>
                <a:spcPct val="0"/>
              </a:spcAft>
              <a:buClr>
                <a:schemeClr val="tx1"/>
              </a:buClr>
              <a:buSzPct val="100000"/>
            </a:pPr>
            <a:r>
              <a:rPr lang="en-US" sz="1800" kern="0">
                <a:ea typeface="72 Brand"/>
                <a:cs typeface="72 Brand" pitchFamily="34" charset="-128"/>
              </a:rPr>
              <a:t>5) Is it possible to only move PO BO into new persistency? To move to new persistency, the persistency class registration is needed in SE75 at text Object level or at text ID level. Check the options and find what is suitable for us. </a:t>
            </a:r>
            <a:r>
              <a:rPr lang="en-US" sz="1800" dirty="0">
                <a:hlinkClick r:id="rId5"/>
              </a:rPr>
              <a:t>2. Implementation of the SAPscript text API - Forms Services - Wiki@SAP</a:t>
            </a:r>
            <a:r>
              <a:rPr lang="en-US" sz="1800"/>
              <a:t>. Currently all teams have done this at Text Object level.</a:t>
            </a:r>
          </a:p>
          <a:p>
            <a:pPr fontAlgn="base">
              <a:spcBef>
                <a:spcPct val="50000"/>
              </a:spcBef>
              <a:spcAft>
                <a:spcPct val="0"/>
              </a:spcAft>
              <a:buClr>
                <a:schemeClr val="tx1"/>
              </a:buClr>
              <a:buSzPct val="100000"/>
            </a:pPr>
            <a:endParaRPr lang="en-US" sz="1800"/>
          </a:p>
          <a:p>
            <a:pPr fontAlgn="base">
              <a:spcBef>
                <a:spcPct val="50000"/>
              </a:spcBef>
              <a:spcAft>
                <a:spcPct val="0"/>
              </a:spcAft>
              <a:buClr>
                <a:schemeClr val="tx1"/>
              </a:buClr>
              <a:buSzPct val="100000"/>
            </a:pPr>
            <a:endParaRPr lang="en-US" sz="1800"/>
          </a:p>
          <a:p>
            <a:pPr fontAlgn="base">
              <a:spcBef>
                <a:spcPct val="50000"/>
              </a:spcBef>
              <a:spcAft>
                <a:spcPct val="0"/>
              </a:spcAft>
              <a:buClr>
                <a:schemeClr val="tx1"/>
              </a:buClr>
              <a:buSzPct val="100000"/>
            </a:pPr>
            <a:endParaRPr lang="en-US" sz="1800"/>
          </a:p>
          <a:p>
            <a:pPr fontAlgn="base">
              <a:spcBef>
                <a:spcPct val="50000"/>
              </a:spcBef>
              <a:spcAft>
                <a:spcPct val="0"/>
              </a:spcAft>
              <a:buClr>
                <a:schemeClr val="tx1"/>
              </a:buClr>
              <a:buSzPct val="100000"/>
            </a:pPr>
            <a:endParaRPr lang="en-US" sz="1800"/>
          </a:p>
          <a:p>
            <a:pPr fontAlgn="base">
              <a:spcBef>
                <a:spcPct val="50000"/>
              </a:spcBef>
              <a:spcAft>
                <a:spcPct val="0"/>
              </a:spcAft>
              <a:buClr>
                <a:schemeClr val="tx1"/>
              </a:buClr>
              <a:buSzPct val="100000"/>
            </a:pPr>
            <a:endParaRPr lang="en-US" sz="1800"/>
          </a:p>
          <a:p>
            <a:pPr fontAlgn="base">
              <a:spcBef>
                <a:spcPct val="50000"/>
              </a:spcBef>
              <a:spcAft>
                <a:spcPct val="0"/>
              </a:spcAft>
              <a:buClr>
                <a:schemeClr val="tx1"/>
              </a:buClr>
              <a:buSzPct val="100000"/>
            </a:pPr>
            <a:endParaRPr lang="en-US" sz="1800"/>
          </a:p>
          <a:p>
            <a:pPr fontAlgn="base">
              <a:spcBef>
                <a:spcPct val="50000"/>
              </a:spcBef>
              <a:spcAft>
                <a:spcPct val="0"/>
              </a:spcAft>
              <a:buClr>
                <a:schemeClr val="tx1"/>
              </a:buClr>
              <a:buSzPct val="100000"/>
            </a:pPr>
            <a:endParaRPr lang="en-US" sz="1800"/>
          </a:p>
          <a:p>
            <a:pPr fontAlgn="base">
              <a:spcBef>
                <a:spcPct val="50000"/>
              </a:spcBef>
              <a:spcAft>
                <a:spcPct val="0"/>
              </a:spcAft>
              <a:buClr>
                <a:schemeClr val="tx1"/>
              </a:buClr>
              <a:buSzPct val="100000"/>
            </a:pPr>
            <a:r>
              <a:rPr lang="en-US" sz="1800" kern="0" dirty="0">
                <a:ea typeface="72 Brand"/>
                <a:cs typeface="72 Brand" pitchFamily="34" charset="-128"/>
              </a:rPr>
              <a:t>6) If it possible to come up with a solution only for Purchase Order texts and later adopted by other Business objects in procurement? – </a:t>
            </a:r>
            <a:r>
              <a:rPr lang="en-US" sz="1800" kern="0" dirty="0">
                <a:solidFill>
                  <a:srgbClr val="FF0000"/>
                </a:solidFill>
                <a:ea typeface="72 Brand"/>
                <a:cs typeface="72 Brand" pitchFamily="34" charset="-128"/>
              </a:rPr>
              <a:t>Need to also align with Vikas once the scope is confirmed. We already had a meeting with Vikas and </a:t>
            </a:r>
            <a:r>
              <a:rPr lang="en-US" sz="1800" kern="0">
                <a:solidFill>
                  <a:srgbClr val="FF0000"/>
                </a:solidFill>
                <a:ea typeface="72 Brand"/>
                <a:cs typeface="72 Brand" pitchFamily="34" charset="-128"/>
              </a:rPr>
              <a:t>Chinmay Rao to align about this topic. </a:t>
            </a:r>
            <a:endParaRPr lang="en-US" sz="1800" kern="0" dirty="0">
              <a:solidFill>
                <a:srgbClr val="000000"/>
              </a:solidFill>
              <a:ea typeface="72 Brand"/>
              <a:cs typeface="72 Brand" pitchFamily="34" charset="-128"/>
            </a:endParaRPr>
          </a:p>
          <a:p>
            <a:pPr fontAlgn="base">
              <a:spcBef>
                <a:spcPct val="50000"/>
              </a:spcBef>
              <a:spcAft>
                <a:spcPct val="0"/>
              </a:spcAft>
              <a:buClr>
                <a:schemeClr val="tx1"/>
              </a:buClr>
              <a:buSzPct val="100000"/>
            </a:pPr>
            <a:r>
              <a:rPr lang="en-US" sz="1800" kern="0">
                <a:ea typeface="72 Brand" pitchFamily="34" charset="-128"/>
                <a:cs typeface="72 Brand" pitchFamily="34" charset="-128"/>
              </a:rPr>
              <a:t>.</a:t>
            </a:r>
            <a:endParaRPr lang="en-DE" sz="1800" kern="0" err="1">
              <a:ea typeface="72 Brand" pitchFamily="34" charset="-128"/>
              <a:cs typeface="72 Brand" pitchFamily="34" charset="-128"/>
            </a:endParaRPr>
          </a:p>
        </p:txBody>
      </p:sp>
      <p:pic>
        <p:nvPicPr>
          <p:cNvPr id="8" name="Picture 7">
            <a:extLst>
              <a:ext uri="{FF2B5EF4-FFF2-40B4-BE49-F238E27FC236}">
                <a16:creationId xmlns:a16="http://schemas.microsoft.com/office/drawing/2014/main" id="{045F77C7-6E29-AD52-EF1D-C41D7D111670}"/>
              </a:ext>
            </a:extLst>
          </p:cNvPr>
          <p:cNvPicPr>
            <a:picLocks noChangeAspect="1"/>
          </p:cNvPicPr>
          <p:nvPr/>
        </p:nvPicPr>
        <p:blipFill>
          <a:blip r:embed="rId6"/>
          <a:stretch>
            <a:fillRect/>
          </a:stretch>
        </p:blipFill>
        <p:spPr>
          <a:xfrm>
            <a:off x="1386277" y="2235645"/>
            <a:ext cx="5780149" cy="2655491"/>
          </a:xfrm>
          <a:prstGeom prst="rect">
            <a:avLst/>
          </a:prstGeom>
        </p:spPr>
      </p:pic>
    </p:spTree>
    <p:custDataLst>
      <p:custData r:id="rId1"/>
      <p:custData r:id="rId2"/>
    </p:custDataLst>
    <p:extLst>
      <p:ext uri="{BB962C8B-B14F-4D97-AF65-F5344CB8AC3E}">
        <p14:creationId xmlns:p14="http://schemas.microsoft.com/office/powerpoint/2010/main" val="324279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A5C065-3A77-B2AB-8756-16703F61E67D}"/>
            </a:ext>
          </a:extLst>
        </p:cNvPr>
        <p:cNvGrpSpPr/>
        <p:nvPr/>
      </p:nvGrpSpPr>
      <p:grpSpPr>
        <a:xfrm>
          <a:off x="0" y="0"/>
          <a:ext cx="0" cy="0"/>
          <a:chOff x="0" y="0"/>
          <a:chExt cx="0" cy="0"/>
        </a:xfrm>
      </p:grpSpPr>
      <p:sp>
        <p:nvSpPr>
          <p:cNvPr id="4" name="Title 3">
            <a:extLst>
              <a:ext uri="{FF2B5EF4-FFF2-40B4-BE49-F238E27FC236}">
                <a16:creationId xmlns:a16="http://schemas.microsoft.com/office/drawing/2014/main" id="{EC22C186-DFD3-95F9-D52C-D3A526C210A0}"/>
              </a:ext>
            </a:extLst>
          </p:cNvPr>
          <p:cNvSpPr>
            <a:spLocks noGrp="1"/>
          </p:cNvSpPr>
          <p:nvPr>
            <p:ph type="title"/>
          </p:nvPr>
        </p:nvSpPr>
        <p:spPr>
          <a:xfrm>
            <a:off x="504001" y="504000"/>
            <a:ext cx="11186476" cy="369332"/>
          </a:xfrm>
        </p:spPr>
        <p:txBody>
          <a:bodyPr/>
          <a:lstStyle/>
          <a:p>
            <a:r>
              <a:rPr lang="en-US"/>
              <a:t>Effort estimation and Contact details</a:t>
            </a:r>
            <a:endParaRPr lang="en-DE"/>
          </a:p>
        </p:txBody>
      </p:sp>
      <p:sp>
        <p:nvSpPr>
          <p:cNvPr id="2" name="TextBox 1">
            <a:extLst>
              <a:ext uri="{FF2B5EF4-FFF2-40B4-BE49-F238E27FC236}">
                <a16:creationId xmlns:a16="http://schemas.microsoft.com/office/drawing/2014/main" id="{58616AA2-057B-F274-A4F1-E2AC0C26AF7B}"/>
              </a:ext>
            </a:extLst>
          </p:cNvPr>
          <p:cNvSpPr txBox="1"/>
          <p:nvPr/>
        </p:nvSpPr>
        <p:spPr>
          <a:xfrm>
            <a:off x="569343" y="1147313"/>
            <a:ext cx="10541480" cy="5193729"/>
          </a:xfrm>
          <a:prstGeom prst="rect">
            <a:avLst/>
          </a:prstGeom>
          <a:noFill/>
          <a:ln w="28575">
            <a:noFill/>
          </a:ln>
        </p:spPr>
        <p:txBody>
          <a:bodyPr wrap="square" lIns="0" tIns="0" rIns="0" bIns="0" rtlCol="0" anchor="t">
            <a:spAutoFit/>
          </a:bodyPr>
          <a:lstStyle/>
          <a:p>
            <a:pPr fontAlgn="base">
              <a:spcBef>
                <a:spcPct val="50000"/>
              </a:spcBef>
              <a:spcAft>
                <a:spcPct val="0"/>
              </a:spcAft>
              <a:buClr>
                <a:schemeClr val="tx1"/>
              </a:buClr>
              <a:buSzPct val="100000"/>
            </a:pPr>
            <a:r>
              <a:rPr lang="en-US" sz="1700" kern="0">
                <a:latin typeface="+mn-lt"/>
                <a:ea typeface="72 Brand" pitchFamily="34" charset="-128"/>
                <a:cs typeface="72 Brand" pitchFamily="34" charset="-128"/>
              </a:rPr>
              <a:t>Sales Long text replacement topic: </a:t>
            </a:r>
          </a:p>
          <a:p>
            <a:pPr fontAlgn="base">
              <a:spcBef>
                <a:spcPct val="50000"/>
              </a:spcBef>
              <a:spcAft>
                <a:spcPct val="0"/>
              </a:spcAft>
              <a:buClr>
                <a:schemeClr val="tx1"/>
              </a:buClr>
              <a:buSzPct val="100000"/>
            </a:pPr>
            <a:r>
              <a:rPr lang="en-US" sz="1700" kern="0">
                <a:latin typeface="+mn-lt"/>
                <a:ea typeface="72 Brand"/>
                <a:cs typeface="72 Brand" pitchFamily="34" charset="-128"/>
              </a:rPr>
              <a:t>Contact persons: </a:t>
            </a:r>
            <a:r>
              <a:rPr lang="en-US" sz="1700">
                <a:latin typeface="+mn-lt"/>
              </a:rPr>
              <a:t>Xie, Chris (</a:t>
            </a:r>
            <a:r>
              <a:rPr lang="en-US" sz="1700" dirty="0">
                <a:latin typeface="+mn-lt"/>
                <a:hlinkClick r:id="rId5"/>
              </a:rPr>
              <a:t>chris.xie@sap.com</a:t>
            </a:r>
            <a:r>
              <a:rPr lang="en-US" sz="1700">
                <a:latin typeface="+mn-lt"/>
              </a:rPr>
              <a:t>); Feng, Karen (</a:t>
            </a:r>
            <a:r>
              <a:rPr lang="en-US" sz="1700" dirty="0">
                <a:latin typeface="+mn-lt"/>
                <a:hlinkClick r:id="rId6"/>
              </a:rPr>
              <a:t>karen.feng@sap.com</a:t>
            </a:r>
            <a:r>
              <a:rPr lang="en-US" sz="1700">
                <a:latin typeface="+mn-lt"/>
              </a:rPr>
              <a:t>)</a:t>
            </a:r>
          </a:p>
          <a:p>
            <a:pPr fontAlgn="base">
              <a:spcBef>
                <a:spcPct val="50000"/>
              </a:spcBef>
              <a:spcAft>
                <a:spcPct val="0"/>
              </a:spcAft>
              <a:buClr>
                <a:schemeClr val="tx1"/>
              </a:buClr>
              <a:buSzPct val="100000"/>
            </a:pPr>
            <a:endParaRPr lang="en-US" sz="1700">
              <a:latin typeface="+mn-lt"/>
            </a:endParaRPr>
          </a:p>
          <a:p>
            <a:pPr fontAlgn="base">
              <a:spcBef>
                <a:spcPct val="50000"/>
              </a:spcBef>
              <a:spcAft>
                <a:spcPct val="0"/>
              </a:spcAft>
              <a:buClr>
                <a:schemeClr val="tx1"/>
              </a:buClr>
              <a:buSzPct val="100000"/>
            </a:pPr>
            <a:r>
              <a:rPr lang="en-US" sz="1700">
                <a:latin typeface="+mn-lt"/>
              </a:rPr>
              <a:t>Purchase Order Architecture side: Nils Hartmann , Jiss Nimmi Augustine</a:t>
            </a:r>
            <a:endParaRPr lang="en-US" sz="1700">
              <a:latin typeface="+mn-lt"/>
              <a:ea typeface="72 Brand"/>
            </a:endParaRPr>
          </a:p>
          <a:p>
            <a:pPr fontAlgn="base">
              <a:spcBef>
                <a:spcPct val="50000"/>
              </a:spcBef>
              <a:spcAft>
                <a:spcPct val="0"/>
              </a:spcAft>
              <a:buClr>
                <a:schemeClr val="tx1"/>
              </a:buClr>
              <a:buSzPct val="100000"/>
            </a:pPr>
            <a:r>
              <a:rPr lang="en-US" sz="1700">
                <a:latin typeface="+mn-lt"/>
              </a:rPr>
              <a:t>PO Modernization topic RAP layer Contact person: Vikrant Lawangare (</a:t>
            </a:r>
            <a:r>
              <a:rPr lang="en-US" sz="1700" dirty="0">
                <a:latin typeface="+mn-lt"/>
                <a:hlinkClick r:id="rId7"/>
              </a:rPr>
              <a:t>vikrant.lawangare@sap.com</a:t>
            </a:r>
            <a:r>
              <a:rPr lang="en-US" sz="1700">
                <a:latin typeface="+mn-lt"/>
              </a:rPr>
              <a:t> )</a:t>
            </a:r>
          </a:p>
          <a:p>
            <a:pPr>
              <a:spcBef>
                <a:spcPct val="50000"/>
              </a:spcBef>
              <a:spcAft>
                <a:spcPct val="0"/>
              </a:spcAft>
            </a:pPr>
            <a:r>
              <a:rPr lang="en-US" sz="1700">
                <a:latin typeface="+mn-lt"/>
                <a:ea typeface="72 Brand"/>
              </a:rPr>
              <a:t>Procurement Notes Reuse Topic: BLR04 team (M K, Visakh and team)</a:t>
            </a:r>
            <a:endParaRPr lang="en-US" sz="1700" dirty="0">
              <a:latin typeface="+mn-lt"/>
            </a:endParaRPr>
          </a:p>
          <a:p>
            <a:pPr fontAlgn="base">
              <a:spcBef>
                <a:spcPct val="50000"/>
              </a:spcBef>
              <a:spcAft>
                <a:spcPct val="0"/>
              </a:spcAft>
              <a:buClr>
                <a:schemeClr val="tx1"/>
              </a:buClr>
              <a:buSzPct val="100000"/>
            </a:pPr>
            <a:r>
              <a:rPr lang="en-US" sz="1700" dirty="0" err="1">
                <a:latin typeface="+mn-lt"/>
              </a:rPr>
              <a:t>SAPScript</a:t>
            </a:r>
            <a:r>
              <a:rPr lang="en-US" sz="1700" dirty="0">
                <a:latin typeface="+mn-lt"/>
              </a:rPr>
              <a:t> Contact can be found from the wiki: </a:t>
            </a:r>
            <a:r>
              <a:rPr lang="en-US" sz="1600" dirty="0">
                <a:hlinkClick r:id="rId8"/>
              </a:rPr>
              <a:t>Application-specific persistence of SAPscript texts - Forms Services - Wiki@SAP</a:t>
            </a:r>
            <a:endParaRPr lang="en-US" sz="1600" dirty="0"/>
          </a:p>
          <a:p>
            <a:pPr>
              <a:spcBef>
                <a:spcPct val="50000"/>
              </a:spcBef>
              <a:spcAft>
                <a:spcPct val="0"/>
              </a:spcAft>
            </a:pPr>
            <a:r>
              <a:rPr lang="en-US" sz="1600">
                <a:cs typeface="Arial"/>
              </a:rPr>
              <a:t>Notes RAP BO: </a:t>
            </a:r>
            <a:r>
              <a:rPr lang="en-US" sz="1600" dirty="0">
                <a:cs typeface="Arial"/>
                <a:hlinkClick r:id="rId9"/>
              </a:rPr>
              <a:t>https://wiki.one.int.sap/wiki/spaces/ABAPGBS/pages/5707187365/Notes+RAP+BO</a:t>
            </a:r>
            <a:r>
              <a:rPr lang="en-US" sz="1600" dirty="0">
                <a:cs typeface="Arial"/>
              </a:rPr>
              <a:t> </a:t>
            </a:r>
          </a:p>
          <a:p>
            <a:pPr fontAlgn="base">
              <a:spcBef>
                <a:spcPct val="50000"/>
              </a:spcBef>
              <a:spcAft>
                <a:spcPct val="0"/>
              </a:spcAft>
              <a:buClr>
                <a:schemeClr val="tx1"/>
              </a:buClr>
              <a:buSzPct val="100000"/>
            </a:pPr>
            <a:endParaRPr lang="en-US" sz="1700">
              <a:latin typeface="+mn-lt"/>
            </a:endParaRPr>
          </a:p>
          <a:p>
            <a:pPr fontAlgn="base">
              <a:spcBef>
                <a:spcPct val="50000"/>
              </a:spcBef>
              <a:spcAft>
                <a:spcPct val="0"/>
              </a:spcAft>
              <a:buClr>
                <a:schemeClr val="tx1"/>
              </a:buClr>
              <a:buSzPct val="100000"/>
            </a:pPr>
            <a:r>
              <a:rPr lang="en-US" sz="1700">
                <a:latin typeface="+mn-lt"/>
              </a:rPr>
              <a:t>Rough Effort Estimation:</a:t>
            </a:r>
          </a:p>
          <a:p>
            <a:pPr fontAlgn="base">
              <a:spcBef>
                <a:spcPct val="50000"/>
              </a:spcBef>
              <a:spcAft>
                <a:spcPct val="0"/>
              </a:spcAft>
              <a:buClr>
                <a:schemeClr val="tx1"/>
              </a:buClr>
              <a:buSzPct val="100000"/>
            </a:pPr>
            <a:r>
              <a:rPr lang="en-US" sz="1700">
                <a:latin typeface="+mn-lt"/>
              </a:rPr>
              <a:t>Sales Long text replacement topic: Around 5PDs is any testing effort is expected from the new team</a:t>
            </a:r>
          </a:p>
          <a:p>
            <a:pPr fontAlgn="base">
              <a:spcBef>
                <a:spcPct val="50000"/>
              </a:spcBef>
              <a:spcAft>
                <a:spcPct val="0"/>
              </a:spcAft>
              <a:buClr>
                <a:schemeClr val="tx1"/>
              </a:buClr>
              <a:buSzPct val="100000"/>
            </a:pPr>
            <a:r>
              <a:rPr lang="en-US" sz="1700">
                <a:latin typeface="+mn-lt"/>
              </a:rPr>
              <a:t>Purchase Order Notes Scope finalization: Around 15PDs expected from the new team. (WDF11 – 10PDs)</a:t>
            </a:r>
          </a:p>
          <a:p>
            <a:pPr fontAlgn="base">
              <a:spcBef>
                <a:spcPct val="50000"/>
              </a:spcBef>
              <a:spcAft>
                <a:spcPct val="0"/>
              </a:spcAft>
              <a:buClr>
                <a:schemeClr val="tx1"/>
              </a:buClr>
              <a:buSzPct val="100000"/>
            </a:pPr>
            <a:r>
              <a:rPr lang="en-US" sz="1700">
                <a:latin typeface="+mn-lt"/>
              </a:rPr>
              <a:t>Implementation, testing &amp; Documentation once the scope is finalized: 80PDs</a:t>
            </a:r>
            <a:endParaRPr lang="en-US" sz="1700">
              <a:latin typeface="+mn-lt"/>
              <a:ea typeface="72 Brand"/>
            </a:endParaRPr>
          </a:p>
        </p:txBody>
      </p:sp>
    </p:spTree>
    <p:custDataLst>
      <p:custData r:id="rId1"/>
      <p:custData r:id="rId2"/>
    </p:custDataLst>
    <p:extLst>
      <p:ext uri="{BB962C8B-B14F-4D97-AF65-F5344CB8AC3E}">
        <p14:creationId xmlns:p14="http://schemas.microsoft.com/office/powerpoint/2010/main" val="22744159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6C64E33-4835-17F4-5115-8B14BD2DFC54}"/>
              </a:ext>
            </a:extLst>
          </p:cNvPr>
          <p:cNvSpPr>
            <a:spLocks noGrp="1"/>
          </p:cNvSpPr>
          <p:nvPr>
            <p:ph type="title"/>
          </p:nvPr>
        </p:nvSpPr>
        <p:spPr/>
        <p:txBody>
          <a:bodyPr/>
          <a:lstStyle/>
          <a:p>
            <a:r>
              <a:rPr lang="en-US">
                <a:latin typeface="72 Brand Medium"/>
              </a:rPr>
              <a:t>Summary – Action Items (draft version)</a:t>
            </a:r>
            <a:endParaRPr lang="en-DE"/>
          </a:p>
        </p:txBody>
      </p:sp>
      <p:graphicFrame>
        <p:nvGraphicFramePr>
          <p:cNvPr id="8" name="Table 7">
            <a:extLst>
              <a:ext uri="{FF2B5EF4-FFF2-40B4-BE49-F238E27FC236}">
                <a16:creationId xmlns:a16="http://schemas.microsoft.com/office/drawing/2014/main" id="{794DB9DB-B408-B320-4CDB-5D8902758ED1}"/>
              </a:ext>
            </a:extLst>
          </p:cNvPr>
          <p:cNvGraphicFramePr>
            <a:graphicFrameLocks noGrp="1"/>
          </p:cNvGraphicFramePr>
          <p:nvPr>
            <p:extLst>
              <p:ext uri="{D42A27DB-BD31-4B8C-83A1-F6EECF244321}">
                <p14:modId xmlns:p14="http://schemas.microsoft.com/office/powerpoint/2010/main" val="4096801649"/>
              </p:ext>
            </p:extLst>
          </p:nvPr>
        </p:nvGraphicFramePr>
        <p:xfrm>
          <a:off x="504000" y="880793"/>
          <a:ext cx="10762096" cy="5838808"/>
        </p:xfrm>
        <a:graphic>
          <a:graphicData uri="http://schemas.openxmlformats.org/drawingml/2006/table">
            <a:tbl>
              <a:tblPr/>
              <a:tblGrid>
                <a:gridCol w="608808">
                  <a:extLst>
                    <a:ext uri="{9D8B030D-6E8A-4147-A177-3AD203B41FA5}">
                      <a16:colId xmlns:a16="http://schemas.microsoft.com/office/drawing/2014/main" val="3326617547"/>
                    </a:ext>
                  </a:extLst>
                </a:gridCol>
                <a:gridCol w="4772240">
                  <a:extLst>
                    <a:ext uri="{9D8B030D-6E8A-4147-A177-3AD203B41FA5}">
                      <a16:colId xmlns:a16="http://schemas.microsoft.com/office/drawing/2014/main" val="1255755538"/>
                    </a:ext>
                  </a:extLst>
                </a:gridCol>
                <a:gridCol w="2690524">
                  <a:extLst>
                    <a:ext uri="{9D8B030D-6E8A-4147-A177-3AD203B41FA5}">
                      <a16:colId xmlns:a16="http://schemas.microsoft.com/office/drawing/2014/main" val="155214293"/>
                    </a:ext>
                  </a:extLst>
                </a:gridCol>
                <a:gridCol w="2690524">
                  <a:extLst>
                    <a:ext uri="{9D8B030D-6E8A-4147-A177-3AD203B41FA5}">
                      <a16:colId xmlns:a16="http://schemas.microsoft.com/office/drawing/2014/main" val="2025170398"/>
                    </a:ext>
                  </a:extLst>
                </a:gridCol>
              </a:tblGrid>
              <a:tr h="249995">
                <a:tc>
                  <a:txBody>
                    <a:bodyPr/>
                    <a:lstStyle/>
                    <a:p>
                      <a:pPr>
                        <a:buNone/>
                      </a:pPr>
                      <a:r>
                        <a:rPr lang="en-DE" sz="1200" b="1">
                          <a:effectLst/>
                          <a:latin typeface="+mj-lt"/>
                        </a:rPr>
                        <a:t>#</a:t>
                      </a:r>
                    </a:p>
                  </a:txBody>
                  <a:tcPr marL="3353" marR="3353" marT="3353" marB="3353" anchor="ctr">
                    <a:lnL w="4229" cap="flat" cmpd="sng" algn="ctr">
                      <a:solidFill>
                        <a:srgbClr val="2A2B2C"/>
                      </a:solidFill>
                      <a:prstDash val="solid"/>
                      <a:round/>
                      <a:headEnd type="none" w="med" len="med"/>
                      <a:tailEnd type="none" w="med" len="med"/>
                    </a:lnL>
                    <a:lnR w="4229" cap="flat" cmpd="sng" algn="ctr">
                      <a:solidFill>
                        <a:srgbClr val="2A2B2C"/>
                      </a:solidFill>
                      <a:prstDash val="solid"/>
                      <a:round/>
                      <a:headEnd type="none" w="med" len="med"/>
                      <a:tailEnd type="none" w="med" len="med"/>
                    </a:lnR>
                    <a:lnT w="4229" cap="flat" cmpd="sng" algn="ctr">
                      <a:solidFill>
                        <a:srgbClr val="2A2B2C"/>
                      </a:solidFill>
                      <a:prstDash val="solid"/>
                      <a:round/>
                      <a:headEnd type="none" w="med" len="med"/>
                      <a:tailEnd type="none" w="med" len="med"/>
                    </a:lnT>
                    <a:lnB w="4229" cap="flat" cmpd="sng" algn="ctr">
                      <a:solidFill>
                        <a:srgbClr val="2A2B2C"/>
                      </a:solidFill>
                      <a:prstDash val="solid"/>
                      <a:round/>
                      <a:headEnd type="none" w="med" len="med"/>
                      <a:tailEnd type="none" w="med" len="med"/>
                    </a:lnB>
                    <a:solidFill>
                      <a:schemeClr val="bg2">
                        <a:lumMod val="60000"/>
                        <a:lumOff val="40000"/>
                      </a:schemeClr>
                    </a:solidFill>
                  </a:tcPr>
                </a:tc>
                <a:tc>
                  <a:txBody>
                    <a:bodyPr/>
                    <a:lstStyle/>
                    <a:p>
                      <a:pPr>
                        <a:buNone/>
                      </a:pPr>
                      <a:r>
                        <a:rPr lang="en-US" sz="1200" b="1">
                          <a:effectLst/>
                          <a:latin typeface="+mj-lt"/>
                        </a:rPr>
                        <a:t>Action</a:t>
                      </a:r>
                    </a:p>
                  </a:txBody>
                  <a:tcPr marL="3353" marR="3353" marT="3353" marB="3353" anchor="ctr">
                    <a:lnL w="4229" cap="flat" cmpd="sng" algn="ctr">
                      <a:solidFill>
                        <a:srgbClr val="2A2B2C"/>
                      </a:solidFill>
                      <a:prstDash val="solid"/>
                      <a:round/>
                      <a:headEnd type="none" w="med" len="med"/>
                      <a:tailEnd type="none" w="med" len="med"/>
                    </a:lnL>
                    <a:lnR w="4229" cap="flat" cmpd="sng" algn="ctr">
                      <a:solidFill>
                        <a:srgbClr val="2A2B2C"/>
                      </a:solidFill>
                      <a:prstDash val="solid"/>
                      <a:round/>
                      <a:headEnd type="none" w="med" len="med"/>
                      <a:tailEnd type="none" w="med" len="med"/>
                    </a:lnR>
                    <a:lnT w="4229" cap="flat" cmpd="sng" algn="ctr">
                      <a:solidFill>
                        <a:srgbClr val="2A2B2C"/>
                      </a:solidFill>
                      <a:prstDash val="solid"/>
                      <a:round/>
                      <a:headEnd type="none" w="med" len="med"/>
                      <a:tailEnd type="none" w="med" len="med"/>
                    </a:lnT>
                    <a:lnB w="4229" cap="flat" cmpd="sng" algn="ctr">
                      <a:solidFill>
                        <a:srgbClr val="2A2B2C"/>
                      </a:solidFill>
                      <a:prstDash val="solid"/>
                      <a:round/>
                      <a:headEnd type="none" w="med" len="med"/>
                      <a:tailEnd type="none" w="med" len="med"/>
                    </a:lnB>
                    <a:solidFill>
                      <a:schemeClr val="bg2">
                        <a:lumMod val="60000"/>
                        <a:lumOff val="40000"/>
                      </a:schemeClr>
                    </a:solidFill>
                  </a:tcPr>
                </a:tc>
                <a:tc>
                  <a:txBody>
                    <a:bodyPr/>
                    <a:lstStyle/>
                    <a:p>
                      <a:pPr>
                        <a:buNone/>
                      </a:pPr>
                      <a:r>
                        <a:rPr lang="en-US" sz="1200" b="1">
                          <a:effectLst/>
                          <a:latin typeface="+mj-lt"/>
                        </a:rPr>
                        <a:t>Owner</a:t>
                      </a:r>
                    </a:p>
                  </a:txBody>
                  <a:tcPr marL="3353" marR="3353" marT="3353" marB="3353" anchor="ctr">
                    <a:lnL w="4229" cap="flat" cmpd="sng" algn="ctr">
                      <a:solidFill>
                        <a:srgbClr val="2A2B2C"/>
                      </a:solidFill>
                      <a:prstDash val="solid"/>
                      <a:round/>
                      <a:headEnd type="none" w="med" len="med"/>
                      <a:tailEnd type="none" w="med" len="med"/>
                    </a:lnL>
                    <a:lnR w="4229" cap="flat" cmpd="sng" algn="ctr">
                      <a:solidFill>
                        <a:srgbClr val="2A2B2C"/>
                      </a:solidFill>
                      <a:prstDash val="solid"/>
                      <a:round/>
                      <a:headEnd type="none" w="med" len="med"/>
                      <a:tailEnd type="none" w="med" len="med"/>
                    </a:lnR>
                    <a:lnT w="4229" cap="flat" cmpd="sng" algn="ctr">
                      <a:solidFill>
                        <a:srgbClr val="2A2B2C"/>
                      </a:solidFill>
                      <a:prstDash val="solid"/>
                      <a:round/>
                      <a:headEnd type="none" w="med" len="med"/>
                      <a:tailEnd type="none" w="med" len="med"/>
                    </a:lnT>
                    <a:lnB w="4229" cap="flat" cmpd="sng" algn="ctr">
                      <a:solidFill>
                        <a:srgbClr val="2A2B2C"/>
                      </a:solidFill>
                      <a:prstDash val="solid"/>
                      <a:round/>
                      <a:headEnd type="none" w="med" len="med"/>
                      <a:tailEnd type="none" w="med" len="med"/>
                    </a:lnB>
                    <a:solidFill>
                      <a:schemeClr val="bg2">
                        <a:lumMod val="60000"/>
                        <a:lumOff val="40000"/>
                      </a:schemeClr>
                    </a:solidFill>
                  </a:tcPr>
                </a:tc>
                <a:tc>
                  <a:txBody>
                    <a:bodyPr/>
                    <a:lstStyle/>
                    <a:p>
                      <a:pPr>
                        <a:buNone/>
                      </a:pPr>
                      <a:r>
                        <a:rPr lang="en-US" sz="1200" b="1">
                          <a:effectLst/>
                          <a:latin typeface="+mj-lt"/>
                        </a:rPr>
                        <a:t>Involved Teams</a:t>
                      </a:r>
                    </a:p>
                  </a:txBody>
                  <a:tcPr marL="3353" marR="3353" marT="3353" marB="3353" anchor="ctr">
                    <a:lnL w="4229" cap="flat" cmpd="sng" algn="ctr">
                      <a:solidFill>
                        <a:srgbClr val="2A2B2C"/>
                      </a:solidFill>
                      <a:prstDash val="solid"/>
                      <a:round/>
                      <a:headEnd type="none" w="med" len="med"/>
                      <a:tailEnd type="none" w="med" len="med"/>
                    </a:lnL>
                    <a:lnR w="4229" cap="flat" cmpd="sng" algn="ctr">
                      <a:solidFill>
                        <a:srgbClr val="2A2B2C"/>
                      </a:solidFill>
                      <a:prstDash val="solid"/>
                      <a:round/>
                      <a:headEnd type="none" w="med" len="med"/>
                      <a:tailEnd type="none" w="med" len="med"/>
                    </a:lnR>
                    <a:lnT w="4229" cap="flat" cmpd="sng" algn="ctr">
                      <a:solidFill>
                        <a:srgbClr val="2A2B2C"/>
                      </a:solidFill>
                      <a:prstDash val="solid"/>
                      <a:round/>
                      <a:headEnd type="none" w="med" len="med"/>
                      <a:tailEnd type="none" w="med" len="med"/>
                    </a:lnT>
                    <a:lnB w="4229" cap="flat" cmpd="sng" algn="ctr">
                      <a:solidFill>
                        <a:srgbClr val="2A2B2C"/>
                      </a:solidFill>
                      <a:prstDash val="solid"/>
                      <a:round/>
                      <a:headEnd type="none" w="med" len="med"/>
                      <a:tailEnd type="none" w="med" len="med"/>
                    </a:lnB>
                    <a:solidFill>
                      <a:schemeClr val="bg2">
                        <a:lumMod val="60000"/>
                        <a:lumOff val="40000"/>
                      </a:schemeClr>
                    </a:solidFill>
                  </a:tcPr>
                </a:tc>
                <a:extLst>
                  <a:ext uri="{0D108BD9-81ED-4DB2-BD59-A6C34878D82A}">
                    <a16:rowId xmlns:a16="http://schemas.microsoft.com/office/drawing/2014/main" val="854550379"/>
                  </a:ext>
                </a:extLst>
              </a:tr>
              <a:tr h="333327">
                <a:tc>
                  <a:txBody>
                    <a:bodyPr/>
                    <a:lstStyle/>
                    <a:p>
                      <a:pPr>
                        <a:buNone/>
                      </a:pPr>
                      <a:r>
                        <a:rPr lang="en-DE" sz="1000">
                          <a:effectLst/>
                        </a:rPr>
                        <a:t>1</a:t>
                      </a:r>
                    </a:p>
                  </a:txBody>
                  <a:tcPr marL="3353" marR="3353" marT="3353" marB="3353" anchor="ctr">
                    <a:lnL w="4229" cap="flat" cmpd="sng" algn="ctr">
                      <a:solidFill>
                        <a:srgbClr val="2A2B2C"/>
                      </a:solidFill>
                      <a:prstDash val="solid"/>
                      <a:round/>
                      <a:headEnd type="none" w="med" len="med"/>
                      <a:tailEnd type="none" w="med" len="med"/>
                    </a:lnL>
                    <a:lnR w="4229" cap="flat" cmpd="sng" algn="ctr">
                      <a:solidFill>
                        <a:srgbClr val="2A2B2C"/>
                      </a:solidFill>
                      <a:prstDash val="solid"/>
                      <a:round/>
                      <a:headEnd type="none" w="med" len="med"/>
                      <a:tailEnd type="none" w="med" len="med"/>
                    </a:lnR>
                    <a:lnT w="4229" cap="flat" cmpd="sng" algn="ctr">
                      <a:solidFill>
                        <a:srgbClr val="2A2B2C"/>
                      </a:solidFill>
                      <a:prstDash val="solid"/>
                      <a:round/>
                      <a:headEnd type="none" w="med" len="med"/>
                      <a:tailEnd type="none" w="med" len="med"/>
                    </a:lnT>
                    <a:lnB w="4229" cap="flat" cmpd="sng" algn="ctr">
                      <a:solidFill>
                        <a:srgbClr val="2A2B2C"/>
                      </a:solidFill>
                      <a:prstDash val="solid"/>
                      <a:round/>
                      <a:headEnd type="none" w="med" len="med"/>
                      <a:tailEnd type="none" w="med" len="med"/>
                    </a:lnB>
                    <a:noFill/>
                  </a:tcPr>
                </a:tc>
                <a:tc>
                  <a:txBody>
                    <a:bodyPr/>
                    <a:lstStyle/>
                    <a:p>
                      <a:pPr>
                        <a:buNone/>
                      </a:pPr>
                      <a:r>
                        <a:rPr lang="en-US" sz="1000" dirty="0">
                          <a:effectLst/>
                        </a:rPr>
                        <a:t>Check if any </a:t>
                      </a:r>
                      <a:r>
                        <a:rPr lang="en-US" sz="1000" b="1" dirty="0">
                          <a:effectLst/>
                        </a:rPr>
                        <a:t>testing effort</a:t>
                      </a:r>
                      <a:r>
                        <a:rPr lang="en-US" sz="1000" dirty="0">
                          <a:effectLst/>
                        </a:rPr>
                        <a:t> is required from Lift&amp; Shit team for the Sales Long Text PoC </a:t>
                      </a:r>
                    </a:p>
                  </a:txBody>
                  <a:tcPr marL="3353" marR="3353" marT="3353" marB="3353" anchor="ctr">
                    <a:lnL w="4229" cap="flat" cmpd="sng" algn="ctr">
                      <a:solidFill>
                        <a:srgbClr val="2A2B2C"/>
                      </a:solidFill>
                      <a:prstDash val="solid"/>
                      <a:round/>
                      <a:headEnd type="none" w="med" len="med"/>
                      <a:tailEnd type="none" w="med" len="med"/>
                    </a:lnL>
                    <a:lnR w="4229" cap="flat" cmpd="sng" algn="ctr">
                      <a:solidFill>
                        <a:srgbClr val="2A2B2C"/>
                      </a:solidFill>
                      <a:prstDash val="solid"/>
                      <a:round/>
                      <a:headEnd type="none" w="med" len="med"/>
                      <a:tailEnd type="none" w="med" len="med"/>
                    </a:lnR>
                    <a:lnT w="4229" cap="flat" cmpd="sng" algn="ctr">
                      <a:solidFill>
                        <a:srgbClr val="2A2B2C"/>
                      </a:solidFill>
                      <a:prstDash val="solid"/>
                      <a:round/>
                      <a:headEnd type="none" w="med" len="med"/>
                      <a:tailEnd type="none" w="med" len="med"/>
                    </a:lnT>
                    <a:lnB w="4229" cap="flat" cmpd="sng" algn="ctr">
                      <a:solidFill>
                        <a:srgbClr val="2A2B2C"/>
                      </a:solidFill>
                      <a:prstDash val="solid"/>
                      <a:round/>
                      <a:headEnd type="none" w="med" len="med"/>
                      <a:tailEnd type="none" w="med" len="med"/>
                    </a:lnB>
                    <a:noFill/>
                  </a:tcPr>
                </a:tc>
                <a:tc>
                  <a:txBody>
                    <a:bodyPr/>
                    <a:lstStyle/>
                    <a:p>
                      <a:pPr>
                        <a:buNone/>
                      </a:pPr>
                      <a:r>
                        <a:rPr lang="en-US" sz="1000">
                          <a:effectLst/>
                        </a:rPr>
                        <a:t>Lift &amp; shift team</a:t>
                      </a:r>
                    </a:p>
                  </a:txBody>
                  <a:tcPr marL="3353" marR="3353" marT="3353" marB="3353" anchor="ctr">
                    <a:lnL w="4229" cap="flat" cmpd="sng" algn="ctr">
                      <a:solidFill>
                        <a:srgbClr val="2A2B2C"/>
                      </a:solidFill>
                      <a:prstDash val="solid"/>
                      <a:round/>
                      <a:headEnd type="none" w="med" len="med"/>
                      <a:tailEnd type="none" w="med" len="med"/>
                    </a:lnL>
                    <a:lnR w="4229" cap="flat" cmpd="sng" algn="ctr">
                      <a:solidFill>
                        <a:srgbClr val="2A2B2C"/>
                      </a:solidFill>
                      <a:prstDash val="solid"/>
                      <a:round/>
                      <a:headEnd type="none" w="med" len="med"/>
                      <a:tailEnd type="none" w="med" len="med"/>
                    </a:lnR>
                    <a:lnT w="4229" cap="flat" cmpd="sng" algn="ctr">
                      <a:solidFill>
                        <a:srgbClr val="2A2B2C"/>
                      </a:solidFill>
                      <a:prstDash val="solid"/>
                      <a:round/>
                      <a:headEnd type="none" w="med" len="med"/>
                      <a:tailEnd type="none" w="med" len="med"/>
                    </a:lnT>
                    <a:lnB w="4229" cap="flat" cmpd="sng" algn="ctr">
                      <a:solidFill>
                        <a:srgbClr val="2A2B2C"/>
                      </a:solidFill>
                      <a:prstDash val="solid"/>
                      <a:round/>
                      <a:headEnd type="none" w="med" len="med"/>
                      <a:tailEnd type="none" w="med" len="med"/>
                    </a:lnB>
                    <a:noFill/>
                  </a:tcPr>
                </a:tc>
                <a:tc>
                  <a:txBody>
                    <a:bodyPr/>
                    <a:lstStyle/>
                    <a:p>
                      <a:pPr>
                        <a:buNone/>
                      </a:pPr>
                      <a:r>
                        <a:rPr lang="en-US" sz="1000">
                          <a:effectLst/>
                        </a:rPr>
                        <a:t>Sales team involved in the SDD Long text persistency</a:t>
                      </a:r>
                    </a:p>
                  </a:txBody>
                  <a:tcPr marL="3353" marR="3353" marT="3353" marB="3353" anchor="ctr">
                    <a:lnL w="4229" cap="flat" cmpd="sng" algn="ctr">
                      <a:solidFill>
                        <a:srgbClr val="2A2B2C"/>
                      </a:solidFill>
                      <a:prstDash val="solid"/>
                      <a:round/>
                      <a:headEnd type="none" w="med" len="med"/>
                      <a:tailEnd type="none" w="med" len="med"/>
                    </a:lnL>
                    <a:lnR w="4229" cap="flat" cmpd="sng" algn="ctr">
                      <a:solidFill>
                        <a:srgbClr val="2A2B2C"/>
                      </a:solidFill>
                      <a:prstDash val="solid"/>
                      <a:round/>
                      <a:headEnd type="none" w="med" len="med"/>
                      <a:tailEnd type="none" w="med" len="med"/>
                    </a:lnR>
                    <a:lnT w="4229" cap="flat" cmpd="sng" algn="ctr">
                      <a:solidFill>
                        <a:srgbClr val="2A2B2C"/>
                      </a:solidFill>
                      <a:prstDash val="solid"/>
                      <a:round/>
                      <a:headEnd type="none" w="med" len="med"/>
                      <a:tailEnd type="none" w="med" len="med"/>
                    </a:lnT>
                    <a:lnB w="4229" cap="flat" cmpd="sng" algn="ctr">
                      <a:solidFill>
                        <a:srgbClr val="2A2B2C"/>
                      </a:solidFill>
                      <a:prstDash val="solid"/>
                      <a:round/>
                      <a:headEnd type="none" w="med" len="med"/>
                      <a:tailEnd type="none" w="med" len="med"/>
                    </a:lnB>
                    <a:noFill/>
                  </a:tcPr>
                </a:tc>
                <a:extLst>
                  <a:ext uri="{0D108BD9-81ED-4DB2-BD59-A6C34878D82A}">
                    <a16:rowId xmlns:a16="http://schemas.microsoft.com/office/drawing/2014/main" val="645663134"/>
                  </a:ext>
                </a:extLst>
              </a:tr>
              <a:tr h="499991">
                <a:tc>
                  <a:txBody>
                    <a:bodyPr/>
                    <a:lstStyle/>
                    <a:p>
                      <a:pPr>
                        <a:buNone/>
                      </a:pPr>
                      <a:r>
                        <a:rPr lang="en-DE" sz="1000">
                          <a:effectLst/>
                        </a:rPr>
                        <a:t>2</a:t>
                      </a:r>
                    </a:p>
                  </a:txBody>
                  <a:tcPr marL="3353" marR="3353" marT="3353" marB="3353" anchor="ctr">
                    <a:lnL w="4229" cap="flat" cmpd="sng" algn="ctr">
                      <a:solidFill>
                        <a:srgbClr val="2A2B2C"/>
                      </a:solidFill>
                      <a:prstDash val="solid"/>
                      <a:round/>
                      <a:headEnd type="none" w="med" len="med"/>
                      <a:tailEnd type="none" w="med" len="med"/>
                    </a:lnL>
                    <a:lnR w="4229" cap="flat" cmpd="sng" algn="ctr">
                      <a:solidFill>
                        <a:srgbClr val="2A2B2C"/>
                      </a:solidFill>
                      <a:prstDash val="solid"/>
                      <a:round/>
                      <a:headEnd type="none" w="med" len="med"/>
                      <a:tailEnd type="none" w="med" len="med"/>
                    </a:lnR>
                    <a:lnT w="4229" cap="flat" cmpd="sng" algn="ctr">
                      <a:solidFill>
                        <a:srgbClr val="2A2B2C"/>
                      </a:solidFill>
                      <a:prstDash val="solid"/>
                      <a:round/>
                      <a:headEnd type="none" w="med" len="med"/>
                      <a:tailEnd type="none" w="med" len="med"/>
                    </a:lnT>
                    <a:lnB w="4229" cap="flat" cmpd="sng" algn="ctr">
                      <a:solidFill>
                        <a:srgbClr val="2A2B2C"/>
                      </a:solidFill>
                      <a:prstDash val="solid"/>
                      <a:round/>
                      <a:headEnd type="none" w="med" len="med"/>
                      <a:tailEnd type="none" w="med" len="med"/>
                    </a:lnB>
                    <a:noFill/>
                  </a:tcPr>
                </a:tc>
                <a:tc>
                  <a:txBody>
                    <a:bodyPr/>
                    <a:lstStyle/>
                    <a:p>
                      <a:pPr>
                        <a:buNone/>
                      </a:pPr>
                      <a:r>
                        <a:rPr lang="en-US" sz="1000">
                          <a:effectLst/>
                        </a:rPr>
                        <a:t>Investigate current </a:t>
                      </a:r>
                      <a:r>
                        <a:rPr lang="en-US" sz="1000" b="1">
                          <a:effectLst/>
                        </a:rPr>
                        <a:t>PO text referencing scope</a:t>
                      </a:r>
                      <a:r>
                        <a:rPr lang="en-US" sz="1000">
                          <a:effectLst/>
                        </a:rPr>
                        <a:t> in S/4HANA public cloud (header &amp; item text copy rules via SSC UIs)</a:t>
                      </a:r>
                    </a:p>
                  </a:txBody>
                  <a:tcPr marL="3353" marR="3353" marT="3353" marB="3353" anchor="ctr">
                    <a:lnL w="4229" cap="flat" cmpd="sng" algn="ctr">
                      <a:solidFill>
                        <a:srgbClr val="2A2B2C"/>
                      </a:solidFill>
                      <a:prstDash val="solid"/>
                      <a:round/>
                      <a:headEnd type="none" w="med" len="med"/>
                      <a:tailEnd type="none" w="med" len="med"/>
                    </a:lnL>
                    <a:lnR w="4229" cap="flat" cmpd="sng" algn="ctr">
                      <a:solidFill>
                        <a:srgbClr val="2A2B2C"/>
                      </a:solidFill>
                      <a:prstDash val="solid"/>
                      <a:round/>
                      <a:headEnd type="none" w="med" len="med"/>
                      <a:tailEnd type="none" w="med" len="med"/>
                    </a:lnR>
                    <a:lnT w="4229" cap="flat" cmpd="sng" algn="ctr">
                      <a:solidFill>
                        <a:srgbClr val="2A2B2C"/>
                      </a:solidFill>
                      <a:prstDash val="solid"/>
                      <a:round/>
                      <a:headEnd type="none" w="med" len="med"/>
                      <a:tailEnd type="none" w="med" len="med"/>
                    </a:lnT>
                    <a:lnB w="4229" cap="flat" cmpd="sng" algn="ctr">
                      <a:solidFill>
                        <a:srgbClr val="2A2B2C"/>
                      </a:solidFill>
                      <a:prstDash val="solid"/>
                      <a:round/>
                      <a:headEnd type="none" w="med" len="med"/>
                      <a:tailEnd type="none" w="med" len="med"/>
                    </a:lnB>
                    <a:noFill/>
                  </a:tcPr>
                </a:tc>
                <a:tc>
                  <a:txBody>
                    <a:bodyPr/>
                    <a:lstStyle/>
                    <a:p>
                      <a:pPr marL="0" marR="0" lvl="0" indent="0" algn="l" defTabSz="1088558" rtl="0" eaLnBrk="1" fontAlgn="auto" latinLnBrk="0" hangingPunct="1">
                        <a:lnSpc>
                          <a:spcPct val="100000"/>
                        </a:lnSpc>
                        <a:spcBef>
                          <a:spcPts val="0"/>
                        </a:spcBef>
                        <a:spcAft>
                          <a:spcPts val="0"/>
                        </a:spcAft>
                        <a:buClrTx/>
                        <a:buSzTx/>
                        <a:buFontTx/>
                        <a:buNone/>
                        <a:tabLst/>
                        <a:defRPr/>
                      </a:pPr>
                      <a:r>
                        <a:rPr lang="en-US" sz="1000">
                          <a:effectLst/>
                        </a:rPr>
                        <a:t>Lift &amp; shift team</a:t>
                      </a:r>
                    </a:p>
                    <a:p>
                      <a:pPr>
                        <a:buNone/>
                      </a:pPr>
                      <a:endParaRPr lang="en-US" sz="1000">
                        <a:effectLst/>
                      </a:endParaRPr>
                    </a:p>
                  </a:txBody>
                  <a:tcPr marL="3353" marR="3353" marT="3353" marB="3353" anchor="ctr">
                    <a:lnL w="4229" cap="flat" cmpd="sng" algn="ctr">
                      <a:solidFill>
                        <a:srgbClr val="2A2B2C"/>
                      </a:solidFill>
                      <a:prstDash val="solid"/>
                      <a:round/>
                      <a:headEnd type="none" w="med" len="med"/>
                      <a:tailEnd type="none" w="med" len="med"/>
                    </a:lnL>
                    <a:lnR w="4229" cap="flat" cmpd="sng" algn="ctr">
                      <a:solidFill>
                        <a:srgbClr val="2A2B2C"/>
                      </a:solidFill>
                      <a:prstDash val="solid"/>
                      <a:round/>
                      <a:headEnd type="none" w="med" len="med"/>
                      <a:tailEnd type="none" w="med" len="med"/>
                    </a:lnR>
                    <a:lnT w="4229" cap="flat" cmpd="sng" algn="ctr">
                      <a:solidFill>
                        <a:srgbClr val="2A2B2C"/>
                      </a:solidFill>
                      <a:prstDash val="solid"/>
                      <a:round/>
                      <a:headEnd type="none" w="med" len="med"/>
                      <a:tailEnd type="none" w="med" len="med"/>
                    </a:lnT>
                    <a:lnB w="4229" cap="flat" cmpd="sng" algn="ctr">
                      <a:solidFill>
                        <a:srgbClr val="2A2B2C"/>
                      </a:solidFill>
                      <a:prstDash val="solid"/>
                      <a:round/>
                      <a:headEnd type="none" w="med" len="med"/>
                      <a:tailEnd type="none" w="med" len="med"/>
                    </a:lnB>
                    <a:noFill/>
                  </a:tcPr>
                </a:tc>
                <a:tc>
                  <a:txBody>
                    <a:bodyPr/>
                    <a:lstStyle/>
                    <a:p>
                      <a:pPr>
                        <a:buNone/>
                      </a:pPr>
                      <a:r>
                        <a:rPr lang="en-US" sz="1000">
                          <a:effectLst/>
                        </a:rPr>
                        <a:t>Open </a:t>
                      </a:r>
                    </a:p>
                  </a:txBody>
                  <a:tcPr marL="3353" marR="3353" marT="3353" marB="3353" anchor="ctr">
                    <a:lnL w="4229" cap="flat" cmpd="sng" algn="ctr">
                      <a:solidFill>
                        <a:srgbClr val="2A2B2C"/>
                      </a:solidFill>
                      <a:prstDash val="solid"/>
                      <a:round/>
                      <a:headEnd type="none" w="med" len="med"/>
                      <a:tailEnd type="none" w="med" len="med"/>
                    </a:lnL>
                    <a:lnR w="4229" cap="flat" cmpd="sng" algn="ctr">
                      <a:solidFill>
                        <a:srgbClr val="2A2B2C"/>
                      </a:solidFill>
                      <a:prstDash val="solid"/>
                      <a:round/>
                      <a:headEnd type="none" w="med" len="med"/>
                      <a:tailEnd type="none" w="med" len="med"/>
                    </a:lnR>
                    <a:lnT w="4229" cap="flat" cmpd="sng" algn="ctr">
                      <a:solidFill>
                        <a:srgbClr val="2A2B2C"/>
                      </a:solidFill>
                      <a:prstDash val="solid"/>
                      <a:round/>
                      <a:headEnd type="none" w="med" len="med"/>
                      <a:tailEnd type="none" w="med" len="med"/>
                    </a:lnT>
                    <a:lnB w="4229" cap="flat" cmpd="sng" algn="ctr">
                      <a:solidFill>
                        <a:srgbClr val="2A2B2C"/>
                      </a:solidFill>
                      <a:prstDash val="solid"/>
                      <a:round/>
                      <a:headEnd type="none" w="med" len="med"/>
                      <a:tailEnd type="none" w="med" len="med"/>
                    </a:lnB>
                    <a:noFill/>
                  </a:tcPr>
                </a:tc>
                <a:extLst>
                  <a:ext uri="{0D108BD9-81ED-4DB2-BD59-A6C34878D82A}">
                    <a16:rowId xmlns:a16="http://schemas.microsoft.com/office/drawing/2014/main" val="3829478974"/>
                  </a:ext>
                </a:extLst>
              </a:tr>
              <a:tr h="458325">
                <a:tc>
                  <a:txBody>
                    <a:bodyPr/>
                    <a:lstStyle/>
                    <a:p>
                      <a:pPr>
                        <a:buNone/>
                      </a:pPr>
                      <a:r>
                        <a:rPr lang="en-DE" sz="1000">
                          <a:effectLst/>
                        </a:rPr>
                        <a:t>3</a:t>
                      </a:r>
                    </a:p>
                  </a:txBody>
                  <a:tcPr marL="3353" marR="3353" marT="3353" marB="3353" anchor="ctr">
                    <a:lnL w="4229" cap="flat" cmpd="sng" algn="ctr">
                      <a:solidFill>
                        <a:srgbClr val="2A2B2C"/>
                      </a:solidFill>
                      <a:prstDash val="solid"/>
                      <a:round/>
                      <a:headEnd type="none" w="med" len="med"/>
                      <a:tailEnd type="none" w="med" len="med"/>
                    </a:lnL>
                    <a:lnR w="4229" cap="flat" cmpd="sng" algn="ctr">
                      <a:solidFill>
                        <a:srgbClr val="2A2B2C"/>
                      </a:solidFill>
                      <a:prstDash val="solid"/>
                      <a:round/>
                      <a:headEnd type="none" w="med" len="med"/>
                      <a:tailEnd type="none" w="med" len="med"/>
                    </a:lnR>
                    <a:lnT w="4229" cap="flat" cmpd="sng" algn="ctr">
                      <a:solidFill>
                        <a:srgbClr val="2A2B2C"/>
                      </a:solidFill>
                      <a:prstDash val="solid"/>
                      <a:round/>
                      <a:headEnd type="none" w="med" len="med"/>
                      <a:tailEnd type="none" w="med" len="med"/>
                    </a:lnT>
                    <a:lnB w="4229" cap="flat" cmpd="sng" algn="ctr">
                      <a:solidFill>
                        <a:srgbClr val="2A2B2C"/>
                      </a:solidFill>
                      <a:prstDash val="solid"/>
                      <a:round/>
                      <a:headEnd type="none" w="med" len="med"/>
                      <a:tailEnd type="none" w="med" len="med"/>
                    </a:lnB>
                    <a:noFill/>
                  </a:tcPr>
                </a:tc>
                <a:tc>
                  <a:txBody>
                    <a:bodyPr/>
                    <a:lstStyle/>
                    <a:p>
                      <a:pPr>
                        <a:buNone/>
                      </a:pPr>
                      <a:r>
                        <a:rPr lang="en-US" sz="1000">
                          <a:effectLst/>
                        </a:rPr>
                        <a:t>Check with </a:t>
                      </a:r>
                      <a:r>
                        <a:rPr lang="en-US" sz="1000" b="1">
                          <a:effectLst/>
                        </a:rPr>
                        <a:t>Sales team</a:t>
                      </a:r>
                      <a:r>
                        <a:rPr lang="en-US" sz="1000">
                          <a:effectLst/>
                        </a:rPr>
                        <a:t> how they handled text referencing in their new persistency approach</a:t>
                      </a:r>
                    </a:p>
                  </a:txBody>
                  <a:tcPr marL="3353" marR="3353" marT="3353" marB="3353" anchor="ctr">
                    <a:lnL w="4229" cap="flat" cmpd="sng" algn="ctr">
                      <a:solidFill>
                        <a:srgbClr val="2A2B2C"/>
                      </a:solidFill>
                      <a:prstDash val="solid"/>
                      <a:round/>
                      <a:headEnd type="none" w="med" len="med"/>
                      <a:tailEnd type="none" w="med" len="med"/>
                    </a:lnL>
                    <a:lnR w="4229" cap="flat" cmpd="sng" algn="ctr">
                      <a:solidFill>
                        <a:srgbClr val="2A2B2C"/>
                      </a:solidFill>
                      <a:prstDash val="solid"/>
                      <a:round/>
                      <a:headEnd type="none" w="med" len="med"/>
                      <a:tailEnd type="none" w="med" len="med"/>
                    </a:lnR>
                    <a:lnT w="4229" cap="flat" cmpd="sng" algn="ctr">
                      <a:solidFill>
                        <a:srgbClr val="2A2B2C"/>
                      </a:solidFill>
                      <a:prstDash val="solid"/>
                      <a:round/>
                      <a:headEnd type="none" w="med" len="med"/>
                      <a:tailEnd type="none" w="med" len="med"/>
                    </a:lnT>
                    <a:lnB w="4229" cap="flat" cmpd="sng" algn="ctr">
                      <a:solidFill>
                        <a:srgbClr val="2A2B2C"/>
                      </a:solidFill>
                      <a:prstDash val="solid"/>
                      <a:round/>
                      <a:headEnd type="none" w="med" len="med"/>
                      <a:tailEnd type="none" w="med" len="med"/>
                    </a:lnB>
                    <a:noFill/>
                  </a:tcPr>
                </a:tc>
                <a:tc>
                  <a:txBody>
                    <a:bodyPr/>
                    <a:lstStyle/>
                    <a:p>
                      <a:pPr marL="0" marR="0" lvl="0" indent="0" algn="l" defTabSz="1088558" rtl="0" eaLnBrk="1" fontAlgn="auto" latinLnBrk="0" hangingPunct="1">
                        <a:lnSpc>
                          <a:spcPct val="100000"/>
                        </a:lnSpc>
                        <a:spcBef>
                          <a:spcPts val="0"/>
                        </a:spcBef>
                        <a:spcAft>
                          <a:spcPts val="0"/>
                        </a:spcAft>
                        <a:buClrTx/>
                        <a:buSzTx/>
                        <a:buFontTx/>
                        <a:buNone/>
                        <a:tabLst/>
                        <a:defRPr/>
                      </a:pPr>
                      <a:r>
                        <a:rPr lang="en-US" sz="1000">
                          <a:effectLst/>
                        </a:rPr>
                        <a:t>Lift &amp; shift team</a:t>
                      </a:r>
                    </a:p>
                  </a:txBody>
                  <a:tcPr marL="3353" marR="3353" marT="3353" marB="3353" anchor="ctr">
                    <a:lnL w="4229" cap="flat" cmpd="sng" algn="ctr">
                      <a:solidFill>
                        <a:srgbClr val="2A2B2C"/>
                      </a:solidFill>
                      <a:prstDash val="solid"/>
                      <a:round/>
                      <a:headEnd type="none" w="med" len="med"/>
                      <a:tailEnd type="none" w="med" len="med"/>
                    </a:lnL>
                    <a:lnR w="4229" cap="flat" cmpd="sng" algn="ctr">
                      <a:solidFill>
                        <a:srgbClr val="2A2B2C"/>
                      </a:solidFill>
                      <a:prstDash val="solid"/>
                      <a:round/>
                      <a:headEnd type="none" w="med" len="med"/>
                      <a:tailEnd type="none" w="med" len="med"/>
                    </a:lnR>
                    <a:lnT w="4229" cap="flat" cmpd="sng" algn="ctr">
                      <a:solidFill>
                        <a:srgbClr val="2A2B2C"/>
                      </a:solidFill>
                      <a:prstDash val="solid"/>
                      <a:round/>
                      <a:headEnd type="none" w="med" len="med"/>
                      <a:tailEnd type="none" w="med" len="med"/>
                    </a:lnT>
                    <a:lnB w="4229" cap="flat" cmpd="sng" algn="ctr">
                      <a:solidFill>
                        <a:srgbClr val="2A2B2C"/>
                      </a:solidFill>
                      <a:prstDash val="solid"/>
                      <a:round/>
                      <a:headEnd type="none" w="med" len="med"/>
                      <a:tailEnd type="none" w="med" len="med"/>
                    </a:lnB>
                    <a:noFill/>
                  </a:tcPr>
                </a:tc>
                <a:tc>
                  <a:txBody>
                    <a:bodyPr/>
                    <a:lstStyle/>
                    <a:p>
                      <a:pPr marL="0" marR="0" lvl="0" indent="0" algn="l" defTabSz="1088558" rtl="0" eaLnBrk="1" fontAlgn="auto" latinLnBrk="0" hangingPunct="1">
                        <a:lnSpc>
                          <a:spcPct val="100000"/>
                        </a:lnSpc>
                        <a:spcBef>
                          <a:spcPts val="0"/>
                        </a:spcBef>
                        <a:spcAft>
                          <a:spcPts val="0"/>
                        </a:spcAft>
                        <a:buClrTx/>
                        <a:buSzTx/>
                        <a:buFontTx/>
                        <a:buNone/>
                        <a:tabLst/>
                        <a:defRPr/>
                      </a:pPr>
                      <a:r>
                        <a:rPr lang="en-US" sz="1000">
                          <a:effectLst/>
                        </a:rPr>
                        <a:t>Sales team involved in the SDD Long text persistency</a:t>
                      </a:r>
                    </a:p>
                    <a:p>
                      <a:pPr>
                        <a:buNone/>
                      </a:pPr>
                      <a:endParaRPr lang="en-US" sz="1000">
                        <a:effectLst/>
                      </a:endParaRPr>
                    </a:p>
                  </a:txBody>
                  <a:tcPr marL="3353" marR="3353" marT="3353" marB="3353" anchor="ctr">
                    <a:lnL w="4229" cap="flat" cmpd="sng" algn="ctr">
                      <a:solidFill>
                        <a:srgbClr val="2A2B2C"/>
                      </a:solidFill>
                      <a:prstDash val="solid"/>
                      <a:round/>
                      <a:headEnd type="none" w="med" len="med"/>
                      <a:tailEnd type="none" w="med" len="med"/>
                    </a:lnL>
                    <a:lnR w="4229" cap="flat" cmpd="sng" algn="ctr">
                      <a:solidFill>
                        <a:srgbClr val="2A2B2C"/>
                      </a:solidFill>
                      <a:prstDash val="solid"/>
                      <a:round/>
                      <a:headEnd type="none" w="med" len="med"/>
                      <a:tailEnd type="none" w="med" len="med"/>
                    </a:lnR>
                    <a:lnT w="4229" cap="flat" cmpd="sng" algn="ctr">
                      <a:solidFill>
                        <a:srgbClr val="2A2B2C"/>
                      </a:solidFill>
                      <a:prstDash val="solid"/>
                      <a:round/>
                      <a:headEnd type="none" w="med" len="med"/>
                      <a:tailEnd type="none" w="med" len="med"/>
                    </a:lnT>
                    <a:lnB w="4229" cap="flat" cmpd="sng" algn="ctr">
                      <a:solidFill>
                        <a:srgbClr val="2A2B2C"/>
                      </a:solidFill>
                      <a:prstDash val="solid"/>
                      <a:round/>
                      <a:headEnd type="none" w="med" len="med"/>
                      <a:tailEnd type="none" w="med" len="med"/>
                    </a:lnB>
                    <a:noFill/>
                  </a:tcPr>
                </a:tc>
                <a:extLst>
                  <a:ext uri="{0D108BD9-81ED-4DB2-BD59-A6C34878D82A}">
                    <a16:rowId xmlns:a16="http://schemas.microsoft.com/office/drawing/2014/main" val="2233923947"/>
                  </a:ext>
                </a:extLst>
              </a:tr>
              <a:tr h="499991">
                <a:tc>
                  <a:txBody>
                    <a:bodyPr/>
                    <a:lstStyle/>
                    <a:p>
                      <a:pPr>
                        <a:buNone/>
                      </a:pPr>
                      <a:r>
                        <a:rPr lang="en-DE" sz="1000">
                          <a:effectLst/>
                        </a:rPr>
                        <a:t>4</a:t>
                      </a:r>
                    </a:p>
                  </a:txBody>
                  <a:tcPr marL="3353" marR="3353" marT="3353" marB="3353" anchor="ctr">
                    <a:lnL w="4229" cap="flat" cmpd="sng" algn="ctr">
                      <a:solidFill>
                        <a:srgbClr val="2A2B2C"/>
                      </a:solidFill>
                      <a:prstDash val="solid"/>
                      <a:round/>
                      <a:headEnd type="none" w="med" len="med"/>
                      <a:tailEnd type="none" w="med" len="med"/>
                    </a:lnL>
                    <a:lnR w="4229" cap="flat" cmpd="sng" algn="ctr">
                      <a:solidFill>
                        <a:srgbClr val="2A2B2C"/>
                      </a:solidFill>
                      <a:prstDash val="solid"/>
                      <a:round/>
                      <a:headEnd type="none" w="med" len="med"/>
                      <a:tailEnd type="none" w="med" len="med"/>
                    </a:lnR>
                    <a:lnT w="4229" cap="flat" cmpd="sng" algn="ctr">
                      <a:solidFill>
                        <a:srgbClr val="2A2B2C"/>
                      </a:solidFill>
                      <a:prstDash val="solid"/>
                      <a:round/>
                      <a:headEnd type="none" w="med" len="med"/>
                      <a:tailEnd type="none" w="med" len="med"/>
                    </a:lnT>
                    <a:lnB w="4229" cap="flat" cmpd="sng" algn="ctr">
                      <a:solidFill>
                        <a:srgbClr val="2A2B2C"/>
                      </a:solidFill>
                      <a:prstDash val="solid"/>
                      <a:round/>
                      <a:headEnd type="none" w="med" len="med"/>
                      <a:tailEnd type="none" w="med" len="med"/>
                    </a:lnB>
                    <a:noFill/>
                  </a:tcPr>
                </a:tc>
                <a:tc>
                  <a:txBody>
                    <a:bodyPr/>
                    <a:lstStyle/>
                    <a:p>
                      <a:pPr>
                        <a:buNone/>
                      </a:pPr>
                      <a:r>
                        <a:rPr lang="en-US" sz="1000" dirty="0">
                          <a:effectLst/>
                        </a:rPr>
                        <a:t>Determine which </a:t>
                      </a:r>
                      <a:r>
                        <a:rPr lang="en-US" sz="1000" b="1" dirty="0">
                          <a:effectLst/>
                        </a:rPr>
                        <a:t>other BOs share text objects EKKO/EKPO</a:t>
                      </a:r>
                      <a:r>
                        <a:rPr lang="en-US" sz="1000" dirty="0">
                          <a:effectLst/>
                        </a:rPr>
                        <a:t> and whether moving only PO texts is feasible</a:t>
                      </a:r>
                    </a:p>
                  </a:txBody>
                  <a:tcPr marL="3353" marR="3353" marT="3353" marB="3353" anchor="ctr">
                    <a:lnL w="4229" cap="flat" cmpd="sng" algn="ctr">
                      <a:solidFill>
                        <a:srgbClr val="2A2B2C"/>
                      </a:solidFill>
                      <a:prstDash val="solid"/>
                      <a:round/>
                      <a:headEnd type="none" w="med" len="med"/>
                      <a:tailEnd type="none" w="med" len="med"/>
                    </a:lnL>
                    <a:lnR w="4229" cap="flat" cmpd="sng" algn="ctr">
                      <a:solidFill>
                        <a:srgbClr val="2A2B2C"/>
                      </a:solidFill>
                      <a:prstDash val="solid"/>
                      <a:round/>
                      <a:headEnd type="none" w="med" len="med"/>
                      <a:tailEnd type="none" w="med" len="med"/>
                    </a:lnR>
                    <a:lnT w="4229" cap="flat" cmpd="sng" algn="ctr">
                      <a:solidFill>
                        <a:srgbClr val="2A2B2C"/>
                      </a:solidFill>
                      <a:prstDash val="solid"/>
                      <a:round/>
                      <a:headEnd type="none" w="med" len="med"/>
                      <a:tailEnd type="none" w="med" len="med"/>
                    </a:lnT>
                    <a:lnB w="4229" cap="flat" cmpd="sng" algn="ctr">
                      <a:solidFill>
                        <a:srgbClr val="2A2B2C"/>
                      </a:solidFill>
                      <a:prstDash val="solid"/>
                      <a:round/>
                      <a:headEnd type="none" w="med" len="med"/>
                      <a:tailEnd type="none" w="med" len="med"/>
                    </a:lnB>
                    <a:noFill/>
                  </a:tcPr>
                </a:tc>
                <a:tc>
                  <a:txBody>
                    <a:bodyPr/>
                    <a:lstStyle/>
                    <a:p>
                      <a:pPr marL="0" marR="0" lvl="0" indent="0" algn="l" defTabSz="1088558" rtl="0" eaLnBrk="1" fontAlgn="auto" latinLnBrk="0" hangingPunct="1">
                        <a:lnSpc>
                          <a:spcPct val="100000"/>
                        </a:lnSpc>
                        <a:spcBef>
                          <a:spcPts val="0"/>
                        </a:spcBef>
                        <a:spcAft>
                          <a:spcPts val="0"/>
                        </a:spcAft>
                        <a:buClrTx/>
                        <a:buSzTx/>
                        <a:buFontTx/>
                        <a:buNone/>
                        <a:tabLst/>
                        <a:defRPr/>
                      </a:pPr>
                      <a:r>
                        <a:rPr lang="en-US" sz="1000">
                          <a:effectLst/>
                        </a:rPr>
                        <a:t>Lift &amp; shift team</a:t>
                      </a:r>
                    </a:p>
                    <a:p>
                      <a:pPr>
                        <a:buNone/>
                      </a:pPr>
                      <a:endParaRPr lang="en-US" sz="1000">
                        <a:effectLst/>
                      </a:endParaRPr>
                    </a:p>
                  </a:txBody>
                  <a:tcPr marL="3353" marR="3353" marT="3353" marB="3353" anchor="ctr">
                    <a:lnL w="4229" cap="flat" cmpd="sng" algn="ctr">
                      <a:solidFill>
                        <a:srgbClr val="2A2B2C"/>
                      </a:solidFill>
                      <a:prstDash val="solid"/>
                      <a:round/>
                      <a:headEnd type="none" w="med" len="med"/>
                      <a:tailEnd type="none" w="med" len="med"/>
                    </a:lnL>
                    <a:lnR w="4229" cap="flat" cmpd="sng" algn="ctr">
                      <a:solidFill>
                        <a:srgbClr val="2A2B2C"/>
                      </a:solidFill>
                      <a:prstDash val="solid"/>
                      <a:round/>
                      <a:headEnd type="none" w="med" len="med"/>
                      <a:tailEnd type="none" w="med" len="med"/>
                    </a:lnR>
                    <a:lnT w="4229" cap="flat" cmpd="sng" algn="ctr">
                      <a:solidFill>
                        <a:srgbClr val="2A2B2C"/>
                      </a:solidFill>
                      <a:prstDash val="solid"/>
                      <a:round/>
                      <a:headEnd type="none" w="med" len="med"/>
                      <a:tailEnd type="none" w="med" len="med"/>
                    </a:lnT>
                    <a:lnB w="4229" cap="flat" cmpd="sng" algn="ctr">
                      <a:solidFill>
                        <a:srgbClr val="2A2B2C"/>
                      </a:solidFill>
                      <a:prstDash val="solid"/>
                      <a:round/>
                      <a:headEnd type="none" w="med" len="med"/>
                      <a:tailEnd type="none" w="med" len="med"/>
                    </a:lnB>
                    <a:noFill/>
                  </a:tcPr>
                </a:tc>
                <a:tc>
                  <a:txBody>
                    <a:bodyPr/>
                    <a:lstStyle/>
                    <a:p>
                      <a:pPr>
                        <a:buNone/>
                      </a:pPr>
                      <a:r>
                        <a:rPr lang="en-US" sz="1000">
                          <a:effectLst/>
                        </a:rPr>
                        <a:t>Open </a:t>
                      </a:r>
                    </a:p>
                  </a:txBody>
                  <a:tcPr marL="3353" marR="3353" marT="3353" marB="3353" anchor="ctr">
                    <a:lnL w="4229" cap="flat" cmpd="sng" algn="ctr">
                      <a:solidFill>
                        <a:srgbClr val="2A2B2C"/>
                      </a:solidFill>
                      <a:prstDash val="solid"/>
                      <a:round/>
                      <a:headEnd type="none" w="med" len="med"/>
                      <a:tailEnd type="none" w="med" len="med"/>
                    </a:lnL>
                    <a:lnR w="4229" cap="flat" cmpd="sng" algn="ctr">
                      <a:solidFill>
                        <a:srgbClr val="2A2B2C"/>
                      </a:solidFill>
                      <a:prstDash val="solid"/>
                      <a:round/>
                      <a:headEnd type="none" w="med" len="med"/>
                      <a:tailEnd type="none" w="med" len="med"/>
                    </a:lnR>
                    <a:lnT w="4229" cap="flat" cmpd="sng" algn="ctr">
                      <a:solidFill>
                        <a:srgbClr val="2A2B2C"/>
                      </a:solidFill>
                      <a:prstDash val="solid"/>
                      <a:round/>
                      <a:headEnd type="none" w="med" len="med"/>
                      <a:tailEnd type="none" w="med" len="med"/>
                    </a:lnT>
                    <a:lnB w="4229" cap="flat" cmpd="sng" algn="ctr">
                      <a:solidFill>
                        <a:srgbClr val="2A2B2C"/>
                      </a:solidFill>
                      <a:prstDash val="solid"/>
                      <a:round/>
                      <a:headEnd type="none" w="med" len="med"/>
                      <a:tailEnd type="none" w="med" len="med"/>
                    </a:lnB>
                    <a:noFill/>
                  </a:tcPr>
                </a:tc>
                <a:extLst>
                  <a:ext uri="{0D108BD9-81ED-4DB2-BD59-A6C34878D82A}">
                    <a16:rowId xmlns:a16="http://schemas.microsoft.com/office/drawing/2014/main" val="4136031667"/>
                  </a:ext>
                </a:extLst>
              </a:tr>
              <a:tr h="416659">
                <a:tc>
                  <a:txBody>
                    <a:bodyPr/>
                    <a:lstStyle/>
                    <a:p>
                      <a:pPr>
                        <a:buNone/>
                      </a:pPr>
                      <a:r>
                        <a:rPr lang="en-DE" sz="1000">
                          <a:effectLst/>
                        </a:rPr>
                        <a:t>5</a:t>
                      </a:r>
                    </a:p>
                  </a:txBody>
                  <a:tcPr marL="3353" marR="3353" marT="3353" marB="3353" anchor="ctr">
                    <a:lnL w="4229" cap="flat" cmpd="sng" algn="ctr">
                      <a:solidFill>
                        <a:srgbClr val="2A2B2C"/>
                      </a:solidFill>
                      <a:prstDash val="solid"/>
                      <a:round/>
                      <a:headEnd type="none" w="med" len="med"/>
                      <a:tailEnd type="none" w="med" len="med"/>
                    </a:lnL>
                    <a:lnR w="4229" cap="flat" cmpd="sng" algn="ctr">
                      <a:solidFill>
                        <a:srgbClr val="2A2B2C"/>
                      </a:solidFill>
                      <a:prstDash val="solid"/>
                      <a:round/>
                      <a:headEnd type="none" w="med" len="med"/>
                      <a:tailEnd type="none" w="med" len="med"/>
                    </a:lnR>
                    <a:lnT w="4229" cap="flat" cmpd="sng" algn="ctr">
                      <a:solidFill>
                        <a:srgbClr val="2A2B2C"/>
                      </a:solidFill>
                      <a:prstDash val="solid"/>
                      <a:round/>
                      <a:headEnd type="none" w="med" len="med"/>
                      <a:tailEnd type="none" w="med" len="med"/>
                    </a:lnT>
                    <a:lnB w="4229" cap="flat" cmpd="sng" algn="ctr">
                      <a:solidFill>
                        <a:srgbClr val="2A2B2C"/>
                      </a:solidFill>
                      <a:prstDash val="solid"/>
                      <a:round/>
                      <a:headEnd type="none" w="med" len="med"/>
                      <a:tailEnd type="none" w="med" len="med"/>
                    </a:lnB>
                    <a:noFill/>
                  </a:tcPr>
                </a:tc>
                <a:tc>
                  <a:txBody>
                    <a:bodyPr/>
                    <a:lstStyle/>
                    <a:p>
                      <a:pPr>
                        <a:buNone/>
                      </a:pPr>
                      <a:r>
                        <a:rPr lang="en-US" sz="1000">
                          <a:effectLst/>
                        </a:rPr>
                        <a:t>Check whether </a:t>
                      </a:r>
                      <a:r>
                        <a:rPr lang="en-US" sz="1000" b="1">
                          <a:effectLst/>
                        </a:rPr>
                        <a:t>Notes RAP reuse is possible without</a:t>
                      </a:r>
                      <a:r>
                        <a:rPr lang="en-US" sz="1000">
                          <a:effectLst/>
                        </a:rPr>
                        <a:t> migrating to new persistency — align with Notes team</a:t>
                      </a:r>
                    </a:p>
                  </a:txBody>
                  <a:tcPr marL="3353" marR="3353" marT="3353" marB="3353" anchor="ctr">
                    <a:lnL w="4229" cap="flat" cmpd="sng" algn="ctr">
                      <a:solidFill>
                        <a:srgbClr val="2A2B2C"/>
                      </a:solidFill>
                      <a:prstDash val="solid"/>
                      <a:round/>
                      <a:headEnd type="none" w="med" len="med"/>
                      <a:tailEnd type="none" w="med" len="med"/>
                    </a:lnL>
                    <a:lnR w="4229" cap="flat" cmpd="sng" algn="ctr">
                      <a:solidFill>
                        <a:srgbClr val="2A2B2C"/>
                      </a:solidFill>
                      <a:prstDash val="solid"/>
                      <a:round/>
                      <a:headEnd type="none" w="med" len="med"/>
                      <a:tailEnd type="none" w="med" len="med"/>
                    </a:lnR>
                    <a:lnT w="4229" cap="flat" cmpd="sng" algn="ctr">
                      <a:solidFill>
                        <a:srgbClr val="2A2B2C"/>
                      </a:solidFill>
                      <a:prstDash val="solid"/>
                      <a:round/>
                      <a:headEnd type="none" w="med" len="med"/>
                      <a:tailEnd type="none" w="med" len="med"/>
                    </a:lnT>
                    <a:lnB w="4229" cap="flat" cmpd="sng" algn="ctr">
                      <a:solidFill>
                        <a:srgbClr val="2A2B2C"/>
                      </a:solidFill>
                      <a:prstDash val="solid"/>
                      <a:round/>
                      <a:headEnd type="none" w="med" len="med"/>
                      <a:tailEnd type="none" w="med" len="med"/>
                    </a:lnB>
                    <a:noFill/>
                  </a:tcPr>
                </a:tc>
                <a:tc>
                  <a:txBody>
                    <a:bodyPr/>
                    <a:lstStyle/>
                    <a:p>
                      <a:pPr marL="0" marR="0" lvl="0" indent="0" algn="l" defTabSz="1088558" rtl="0" eaLnBrk="1" fontAlgn="auto" latinLnBrk="0" hangingPunct="1">
                        <a:lnSpc>
                          <a:spcPct val="100000"/>
                        </a:lnSpc>
                        <a:spcBef>
                          <a:spcPts val="0"/>
                        </a:spcBef>
                        <a:spcAft>
                          <a:spcPts val="0"/>
                        </a:spcAft>
                        <a:buClrTx/>
                        <a:buSzTx/>
                        <a:buFontTx/>
                        <a:buNone/>
                        <a:tabLst/>
                        <a:defRPr/>
                      </a:pPr>
                      <a:r>
                        <a:rPr lang="en-US" sz="1000">
                          <a:effectLst/>
                        </a:rPr>
                        <a:t>Lift &amp; shift team</a:t>
                      </a:r>
                    </a:p>
                  </a:txBody>
                  <a:tcPr marL="3353" marR="3353" marT="3353" marB="3353" anchor="ctr">
                    <a:lnL w="4229" cap="flat" cmpd="sng" algn="ctr">
                      <a:solidFill>
                        <a:srgbClr val="2A2B2C"/>
                      </a:solidFill>
                      <a:prstDash val="solid"/>
                      <a:round/>
                      <a:headEnd type="none" w="med" len="med"/>
                      <a:tailEnd type="none" w="med" len="med"/>
                    </a:lnL>
                    <a:lnR w="4229" cap="flat" cmpd="sng" algn="ctr">
                      <a:solidFill>
                        <a:srgbClr val="2A2B2C"/>
                      </a:solidFill>
                      <a:prstDash val="solid"/>
                      <a:round/>
                      <a:headEnd type="none" w="med" len="med"/>
                      <a:tailEnd type="none" w="med" len="med"/>
                    </a:lnR>
                    <a:lnT w="4229" cap="flat" cmpd="sng" algn="ctr">
                      <a:solidFill>
                        <a:srgbClr val="2A2B2C"/>
                      </a:solidFill>
                      <a:prstDash val="solid"/>
                      <a:round/>
                      <a:headEnd type="none" w="med" len="med"/>
                      <a:tailEnd type="none" w="med" len="med"/>
                    </a:lnT>
                    <a:lnB w="4229" cap="flat" cmpd="sng" algn="ctr">
                      <a:solidFill>
                        <a:srgbClr val="2A2B2C"/>
                      </a:solidFill>
                      <a:prstDash val="solid"/>
                      <a:round/>
                      <a:headEnd type="none" w="med" len="med"/>
                      <a:tailEnd type="none" w="med" len="med"/>
                    </a:lnB>
                    <a:noFill/>
                  </a:tcPr>
                </a:tc>
                <a:tc>
                  <a:txBody>
                    <a:bodyPr/>
                    <a:lstStyle/>
                    <a:p>
                      <a:pPr>
                        <a:buNone/>
                      </a:pPr>
                      <a:r>
                        <a:rPr lang="en-US" sz="1000" dirty="0">
                          <a:effectLst/>
                        </a:rPr>
                        <a:t>Central Notes Reuse component + Procurement Notes team</a:t>
                      </a:r>
                    </a:p>
                  </a:txBody>
                  <a:tcPr marL="3353" marR="3353" marT="3353" marB="3353" anchor="ctr">
                    <a:lnL w="4229" cap="flat" cmpd="sng" algn="ctr">
                      <a:solidFill>
                        <a:srgbClr val="2A2B2C"/>
                      </a:solidFill>
                      <a:prstDash val="solid"/>
                      <a:round/>
                      <a:headEnd type="none" w="med" len="med"/>
                      <a:tailEnd type="none" w="med" len="med"/>
                    </a:lnL>
                    <a:lnR w="4229" cap="flat" cmpd="sng" algn="ctr">
                      <a:solidFill>
                        <a:srgbClr val="2A2B2C"/>
                      </a:solidFill>
                      <a:prstDash val="solid"/>
                      <a:round/>
                      <a:headEnd type="none" w="med" len="med"/>
                      <a:tailEnd type="none" w="med" len="med"/>
                    </a:lnR>
                    <a:lnT w="4229" cap="flat" cmpd="sng" algn="ctr">
                      <a:solidFill>
                        <a:srgbClr val="2A2B2C"/>
                      </a:solidFill>
                      <a:prstDash val="solid"/>
                      <a:round/>
                      <a:headEnd type="none" w="med" len="med"/>
                      <a:tailEnd type="none" w="med" len="med"/>
                    </a:lnT>
                    <a:lnB w="4229" cap="flat" cmpd="sng" algn="ctr">
                      <a:solidFill>
                        <a:srgbClr val="2A2B2C"/>
                      </a:solidFill>
                      <a:prstDash val="solid"/>
                      <a:round/>
                      <a:headEnd type="none" w="med" len="med"/>
                      <a:tailEnd type="none" w="med" len="med"/>
                    </a:lnB>
                    <a:noFill/>
                  </a:tcPr>
                </a:tc>
                <a:extLst>
                  <a:ext uri="{0D108BD9-81ED-4DB2-BD59-A6C34878D82A}">
                    <a16:rowId xmlns:a16="http://schemas.microsoft.com/office/drawing/2014/main" val="3595468210"/>
                  </a:ext>
                </a:extLst>
              </a:tr>
              <a:tr h="499991">
                <a:tc>
                  <a:txBody>
                    <a:bodyPr/>
                    <a:lstStyle/>
                    <a:p>
                      <a:pPr>
                        <a:buNone/>
                      </a:pPr>
                      <a:r>
                        <a:rPr lang="en-DE" sz="1000">
                          <a:effectLst/>
                        </a:rPr>
                        <a:t>6</a:t>
                      </a:r>
                    </a:p>
                  </a:txBody>
                  <a:tcPr marL="3353" marR="3353" marT="3353" marB="3353" anchor="ctr">
                    <a:lnL w="4229" cap="flat" cmpd="sng" algn="ctr">
                      <a:solidFill>
                        <a:srgbClr val="2A2B2C"/>
                      </a:solidFill>
                      <a:prstDash val="solid"/>
                      <a:round/>
                      <a:headEnd type="none" w="med" len="med"/>
                      <a:tailEnd type="none" w="med" len="med"/>
                    </a:lnL>
                    <a:lnR w="4229" cap="flat" cmpd="sng" algn="ctr">
                      <a:solidFill>
                        <a:srgbClr val="2A2B2C"/>
                      </a:solidFill>
                      <a:prstDash val="solid"/>
                      <a:round/>
                      <a:headEnd type="none" w="med" len="med"/>
                      <a:tailEnd type="none" w="med" len="med"/>
                    </a:lnR>
                    <a:lnT w="4229" cap="flat" cmpd="sng" algn="ctr">
                      <a:solidFill>
                        <a:srgbClr val="2A2B2C"/>
                      </a:solidFill>
                      <a:prstDash val="solid"/>
                      <a:round/>
                      <a:headEnd type="none" w="med" len="med"/>
                      <a:tailEnd type="none" w="med" len="med"/>
                    </a:lnT>
                    <a:lnB w="4229" cap="flat" cmpd="sng" algn="ctr">
                      <a:solidFill>
                        <a:srgbClr val="2A2B2C"/>
                      </a:solidFill>
                      <a:prstDash val="solid"/>
                      <a:round/>
                      <a:headEnd type="none" w="med" len="med"/>
                      <a:tailEnd type="none" w="med" len="med"/>
                    </a:lnB>
                    <a:noFill/>
                  </a:tcPr>
                </a:tc>
                <a:tc>
                  <a:txBody>
                    <a:bodyPr/>
                    <a:lstStyle/>
                    <a:p>
                      <a:pPr>
                        <a:buNone/>
                      </a:pPr>
                      <a:r>
                        <a:rPr lang="en-US" sz="1000" dirty="0">
                          <a:effectLst/>
                        </a:rPr>
                        <a:t>Clarify how to handle </a:t>
                      </a:r>
                      <a:r>
                        <a:rPr lang="en-US" sz="1000" b="1" dirty="0">
                          <a:effectLst/>
                        </a:rPr>
                        <a:t>text references</a:t>
                      </a:r>
                      <a:r>
                        <a:rPr lang="en-US" sz="1000" dirty="0">
                          <a:effectLst/>
                        </a:rPr>
                        <a:t> with new persistency APIs (which don't support references out of the box)</a:t>
                      </a:r>
                    </a:p>
                  </a:txBody>
                  <a:tcPr marL="3353" marR="3353" marT="3353" marB="3353" anchor="ctr">
                    <a:lnL w="4229" cap="flat" cmpd="sng" algn="ctr">
                      <a:solidFill>
                        <a:srgbClr val="2A2B2C"/>
                      </a:solidFill>
                      <a:prstDash val="solid"/>
                      <a:round/>
                      <a:headEnd type="none" w="med" len="med"/>
                      <a:tailEnd type="none" w="med" len="med"/>
                    </a:lnL>
                    <a:lnR w="4229" cap="flat" cmpd="sng" algn="ctr">
                      <a:solidFill>
                        <a:srgbClr val="2A2B2C"/>
                      </a:solidFill>
                      <a:prstDash val="solid"/>
                      <a:round/>
                      <a:headEnd type="none" w="med" len="med"/>
                      <a:tailEnd type="none" w="med" len="med"/>
                    </a:lnR>
                    <a:lnT w="4229" cap="flat" cmpd="sng" algn="ctr">
                      <a:solidFill>
                        <a:srgbClr val="2A2B2C"/>
                      </a:solidFill>
                      <a:prstDash val="solid"/>
                      <a:round/>
                      <a:headEnd type="none" w="med" len="med"/>
                      <a:tailEnd type="none" w="med" len="med"/>
                    </a:lnT>
                    <a:lnB w="4229" cap="flat" cmpd="sng" algn="ctr">
                      <a:solidFill>
                        <a:srgbClr val="2A2B2C"/>
                      </a:solidFill>
                      <a:prstDash val="solid"/>
                      <a:round/>
                      <a:headEnd type="none" w="med" len="med"/>
                      <a:tailEnd type="none" w="med" len="med"/>
                    </a:lnB>
                    <a:noFill/>
                  </a:tcPr>
                </a:tc>
                <a:tc>
                  <a:txBody>
                    <a:bodyPr/>
                    <a:lstStyle/>
                    <a:p>
                      <a:pPr marL="0" marR="0" lvl="0" indent="0" algn="l" defTabSz="1088558" rtl="0" eaLnBrk="1" fontAlgn="auto" latinLnBrk="0" hangingPunct="1">
                        <a:lnSpc>
                          <a:spcPct val="100000"/>
                        </a:lnSpc>
                        <a:spcBef>
                          <a:spcPts val="0"/>
                        </a:spcBef>
                        <a:spcAft>
                          <a:spcPts val="0"/>
                        </a:spcAft>
                        <a:buClrTx/>
                        <a:buSzTx/>
                        <a:buFontTx/>
                        <a:buNone/>
                        <a:tabLst/>
                        <a:defRPr/>
                      </a:pPr>
                      <a:r>
                        <a:rPr lang="en-US" sz="1000">
                          <a:effectLst/>
                        </a:rPr>
                        <a:t>Lift &amp; shift team</a:t>
                      </a:r>
                    </a:p>
                  </a:txBody>
                  <a:tcPr marL="3353" marR="3353" marT="3353" marB="3353" anchor="ctr">
                    <a:lnL w="4229" cap="flat" cmpd="sng" algn="ctr">
                      <a:solidFill>
                        <a:srgbClr val="2A2B2C"/>
                      </a:solidFill>
                      <a:prstDash val="solid"/>
                      <a:round/>
                      <a:headEnd type="none" w="med" len="med"/>
                      <a:tailEnd type="none" w="med" len="med"/>
                    </a:lnL>
                    <a:lnR w="4229" cap="flat" cmpd="sng" algn="ctr">
                      <a:solidFill>
                        <a:srgbClr val="2A2B2C"/>
                      </a:solidFill>
                      <a:prstDash val="solid"/>
                      <a:round/>
                      <a:headEnd type="none" w="med" len="med"/>
                      <a:tailEnd type="none" w="med" len="med"/>
                    </a:lnR>
                    <a:lnT w="4229" cap="flat" cmpd="sng" algn="ctr">
                      <a:solidFill>
                        <a:srgbClr val="2A2B2C"/>
                      </a:solidFill>
                      <a:prstDash val="solid"/>
                      <a:round/>
                      <a:headEnd type="none" w="med" len="med"/>
                      <a:tailEnd type="none" w="med" len="med"/>
                    </a:lnT>
                    <a:lnB w="4229" cap="flat" cmpd="sng" algn="ctr">
                      <a:solidFill>
                        <a:srgbClr val="2A2B2C"/>
                      </a:solidFill>
                      <a:prstDash val="solid"/>
                      <a:round/>
                      <a:headEnd type="none" w="med" len="med"/>
                      <a:tailEnd type="none" w="med" len="med"/>
                    </a:lnB>
                    <a:no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000" dirty="0">
                          <a:effectLst/>
                        </a:rPr>
                        <a:t>Notes Reuse component </a:t>
                      </a:r>
                      <a:r>
                        <a:rPr lang="en-US" sz="1000" b="0" i="0" u="none" strike="noStrike" noProof="0" dirty="0">
                          <a:solidFill>
                            <a:srgbClr val="000000"/>
                          </a:solidFill>
                          <a:effectLst/>
                          <a:latin typeface="72 Brand"/>
                          <a:ea typeface="72 Brand"/>
                        </a:rPr>
                        <a:t>+ Procurement Notes team</a:t>
                      </a:r>
                      <a:endParaRPr lang="en-US" sz="1000" dirty="0">
                        <a:effectLst/>
                      </a:endParaRPr>
                    </a:p>
                  </a:txBody>
                  <a:tcPr marL="3353" marR="3353" marT="3353" marB="3353" anchor="ctr">
                    <a:lnL w="4229" cap="flat" cmpd="sng" algn="ctr">
                      <a:solidFill>
                        <a:srgbClr val="2A2B2C"/>
                      </a:solidFill>
                      <a:prstDash val="solid"/>
                      <a:round/>
                      <a:headEnd type="none" w="med" len="med"/>
                      <a:tailEnd type="none" w="med" len="med"/>
                    </a:lnL>
                    <a:lnR w="4229" cap="flat" cmpd="sng" algn="ctr">
                      <a:solidFill>
                        <a:srgbClr val="2A2B2C"/>
                      </a:solidFill>
                      <a:prstDash val="solid"/>
                      <a:round/>
                      <a:headEnd type="none" w="med" len="med"/>
                      <a:tailEnd type="none" w="med" len="med"/>
                    </a:lnR>
                    <a:lnT w="4229" cap="flat" cmpd="sng" algn="ctr">
                      <a:solidFill>
                        <a:srgbClr val="2A2B2C"/>
                      </a:solidFill>
                      <a:prstDash val="solid"/>
                      <a:round/>
                      <a:headEnd type="none" w="med" len="med"/>
                      <a:tailEnd type="none" w="med" len="med"/>
                    </a:lnT>
                    <a:lnB w="4229" cap="flat" cmpd="sng" algn="ctr">
                      <a:solidFill>
                        <a:srgbClr val="2A2B2C"/>
                      </a:solidFill>
                      <a:prstDash val="solid"/>
                      <a:round/>
                      <a:headEnd type="none" w="med" len="med"/>
                      <a:tailEnd type="none" w="med" len="med"/>
                    </a:lnB>
                    <a:noFill/>
                  </a:tcPr>
                </a:tc>
                <a:extLst>
                  <a:ext uri="{0D108BD9-81ED-4DB2-BD59-A6C34878D82A}">
                    <a16:rowId xmlns:a16="http://schemas.microsoft.com/office/drawing/2014/main" val="455857137"/>
                  </a:ext>
                </a:extLst>
              </a:tr>
              <a:tr h="333327">
                <a:tc>
                  <a:txBody>
                    <a:bodyPr/>
                    <a:lstStyle/>
                    <a:p>
                      <a:pPr>
                        <a:buNone/>
                      </a:pPr>
                      <a:r>
                        <a:rPr lang="en-DE" sz="1000">
                          <a:effectLst/>
                        </a:rPr>
                        <a:t>7</a:t>
                      </a:r>
                    </a:p>
                  </a:txBody>
                  <a:tcPr marL="3353" marR="3353" marT="3353" marB="3353" anchor="ctr">
                    <a:lnL w="4229" cap="flat" cmpd="sng" algn="ctr">
                      <a:solidFill>
                        <a:srgbClr val="2A2B2C"/>
                      </a:solidFill>
                      <a:prstDash val="solid"/>
                      <a:round/>
                      <a:headEnd type="none" w="med" len="med"/>
                      <a:tailEnd type="none" w="med" len="med"/>
                    </a:lnL>
                    <a:lnR w="4229" cap="flat" cmpd="sng" algn="ctr">
                      <a:solidFill>
                        <a:srgbClr val="2A2B2C"/>
                      </a:solidFill>
                      <a:prstDash val="solid"/>
                      <a:round/>
                      <a:headEnd type="none" w="med" len="med"/>
                      <a:tailEnd type="none" w="med" len="med"/>
                    </a:lnR>
                    <a:lnT w="4229" cap="flat" cmpd="sng" algn="ctr">
                      <a:solidFill>
                        <a:srgbClr val="2A2B2C"/>
                      </a:solidFill>
                      <a:prstDash val="solid"/>
                      <a:round/>
                      <a:headEnd type="none" w="med" len="med"/>
                      <a:tailEnd type="none" w="med" len="med"/>
                    </a:lnT>
                    <a:lnB w="4229" cap="flat" cmpd="sng" algn="ctr">
                      <a:solidFill>
                        <a:srgbClr val="2A2B2C"/>
                      </a:solidFill>
                      <a:prstDash val="solid"/>
                      <a:round/>
                      <a:headEnd type="none" w="med" len="med"/>
                      <a:tailEnd type="none" w="med" len="med"/>
                    </a:lnB>
                    <a:noFill/>
                  </a:tcPr>
                </a:tc>
                <a:tc>
                  <a:txBody>
                    <a:bodyPr/>
                    <a:lstStyle/>
                    <a:p>
                      <a:pPr>
                        <a:buNone/>
                      </a:pPr>
                      <a:r>
                        <a:rPr lang="en-US" sz="1000">
                          <a:effectLst/>
                        </a:rPr>
                        <a:t>Check whether </a:t>
                      </a:r>
                      <a:r>
                        <a:rPr lang="en-US" sz="1000" b="1">
                          <a:effectLst/>
                        </a:rPr>
                        <a:t>public cloud customers can create custom header/item texts</a:t>
                      </a:r>
                      <a:endParaRPr lang="en-US" sz="1000">
                        <a:effectLst/>
                      </a:endParaRPr>
                    </a:p>
                  </a:txBody>
                  <a:tcPr marL="3353" marR="3353" marT="3353" marB="3353" anchor="ctr">
                    <a:lnL w="4229" cap="flat" cmpd="sng" algn="ctr">
                      <a:solidFill>
                        <a:srgbClr val="2A2B2C"/>
                      </a:solidFill>
                      <a:prstDash val="solid"/>
                      <a:round/>
                      <a:headEnd type="none" w="med" len="med"/>
                      <a:tailEnd type="none" w="med" len="med"/>
                    </a:lnL>
                    <a:lnR w="4229" cap="flat" cmpd="sng" algn="ctr">
                      <a:solidFill>
                        <a:srgbClr val="2A2B2C"/>
                      </a:solidFill>
                      <a:prstDash val="solid"/>
                      <a:round/>
                      <a:headEnd type="none" w="med" len="med"/>
                      <a:tailEnd type="none" w="med" len="med"/>
                    </a:lnR>
                    <a:lnT w="4229" cap="flat" cmpd="sng" algn="ctr">
                      <a:solidFill>
                        <a:srgbClr val="2A2B2C"/>
                      </a:solidFill>
                      <a:prstDash val="solid"/>
                      <a:round/>
                      <a:headEnd type="none" w="med" len="med"/>
                      <a:tailEnd type="none" w="med" len="med"/>
                    </a:lnT>
                    <a:lnB w="4229" cap="flat" cmpd="sng" algn="ctr">
                      <a:solidFill>
                        <a:srgbClr val="2A2B2C"/>
                      </a:solidFill>
                      <a:prstDash val="solid"/>
                      <a:round/>
                      <a:headEnd type="none" w="med" len="med"/>
                      <a:tailEnd type="none" w="med" len="med"/>
                    </a:lnB>
                    <a:noFill/>
                  </a:tcPr>
                </a:tc>
                <a:tc>
                  <a:txBody>
                    <a:bodyPr/>
                    <a:lstStyle/>
                    <a:p>
                      <a:pPr marL="0" marR="0" lvl="0" indent="0" algn="l" defTabSz="1088558" rtl="0" eaLnBrk="1" fontAlgn="auto" latinLnBrk="0" hangingPunct="1">
                        <a:lnSpc>
                          <a:spcPct val="100000"/>
                        </a:lnSpc>
                        <a:spcBef>
                          <a:spcPts val="0"/>
                        </a:spcBef>
                        <a:spcAft>
                          <a:spcPts val="0"/>
                        </a:spcAft>
                        <a:buClrTx/>
                        <a:buSzTx/>
                        <a:buFontTx/>
                        <a:buNone/>
                        <a:tabLst/>
                        <a:defRPr/>
                      </a:pPr>
                      <a:r>
                        <a:rPr lang="en-US" sz="1000">
                          <a:effectLst/>
                        </a:rPr>
                        <a:t>Lift &amp; shift team</a:t>
                      </a:r>
                    </a:p>
                  </a:txBody>
                  <a:tcPr marL="3353" marR="3353" marT="3353" marB="3353" anchor="ctr">
                    <a:lnL w="4229" cap="flat" cmpd="sng" algn="ctr">
                      <a:solidFill>
                        <a:srgbClr val="2A2B2C"/>
                      </a:solidFill>
                      <a:prstDash val="solid"/>
                      <a:round/>
                      <a:headEnd type="none" w="med" len="med"/>
                      <a:tailEnd type="none" w="med" len="med"/>
                    </a:lnL>
                    <a:lnR w="4229" cap="flat" cmpd="sng" algn="ctr">
                      <a:solidFill>
                        <a:srgbClr val="2A2B2C"/>
                      </a:solidFill>
                      <a:prstDash val="solid"/>
                      <a:round/>
                      <a:headEnd type="none" w="med" len="med"/>
                      <a:tailEnd type="none" w="med" len="med"/>
                    </a:lnR>
                    <a:lnT w="4229" cap="flat" cmpd="sng" algn="ctr">
                      <a:solidFill>
                        <a:srgbClr val="2A2B2C"/>
                      </a:solidFill>
                      <a:prstDash val="solid"/>
                      <a:round/>
                      <a:headEnd type="none" w="med" len="med"/>
                      <a:tailEnd type="none" w="med" len="med"/>
                    </a:lnT>
                    <a:lnB w="4229" cap="flat" cmpd="sng" algn="ctr">
                      <a:solidFill>
                        <a:srgbClr val="2A2B2C"/>
                      </a:solidFill>
                      <a:prstDash val="solid"/>
                      <a:round/>
                      <a:headEnd type="none" w="med" len="med"/>
                      <a:tailEnd type="none" w="med" len="med"/>
                    </a:lnB>
                    <a:noFill/>
                  </a:tcPr>
                </a:tc>
                <a:tc>
                  <a:txBody>
                    <a:bodyPr/>
                    <a:lstStyle/>
                    <a:p>
                      <a:pPr>
                        <a:buNone/>
                      </a:pPr>
                      <a:r>
                        <a:rPr lang="en-US" sz="1000">
                          <a:effectLst/>
                        </a:rPr>
                        <a:t>Open</a:t>
                      </a:r>
                    </a:p>
                  </a:txBody>
                  <a:tcPr marL="3353" marR="3353" marT="3353" marB="3353" anchor="ctr">
                    <a:lnL w="4229" cap="flat" cmpd="sng" algn="ctr">
                      <a:solidFill>
                        <a:srgbClr val="2A2B2C"/>
                      </a:solidFill>
                      <a:prstDash val="solid"/>
                      <a:round/>
                      <a:headEnd type="none" w="med" len="med"/>
                      <a:tailEnd type="none" w="med" len="med"/>
                    </a:lnL>
                    <a:lnR w="4229" cap="flat" cmpd="sng" algn="ctr">
                      <a:solidFill>
                        <a:srgbClr val="2A2B2C"/>
                      </a:solidFill>
                      <a:prstDash val="solid"/>
                      <a:round/>
                      <a:headEnd type="none" w="med" len="med"/>
                      <a:tailEnd type="none" w="med" len="med"/>
                    </a:lnR>
                    <a:lnT w="4229" cap="flat" cmpd="sng" algn="ctr">
                      <a:solidFill>
                        <a:srgbClr val="2A2B2C"/>
                      </a:solidFill>
                      <a:prstDash val="solid"/>
                      <a:round/>
                      <a:headEnd type="none" w="med" len="med"/>
                      <a:tailEnd type="none" w="med" len="med"/>
                    </a:lnT>
                    <a:lnB w="4229" cap="flat" cmpd="sng" algn="ctr">
                      <a:solidFill>
                        <a:srgbClr val="2A2B2C"/>
                      </a:solidFill>
                      <a:prstDash val="solid"/>
                      <a:round/>
                      <a:headEnd type="none" w="med" len="med"/>
                      <a:tailEnd type="none" w="med" len="med"/>
                    </a:lnB>
                    <a:noFill/>
                  </a:tcPr>
                </a:tc>
                <a:extLst>
                  <a:ext uri="{0D108BD9-81ED-4DB2-BD59-A6C34878D82A}">
                    <a16:rowId xmlns:a16="http://schemas.microsoft.com/office/drawing/2014/main" val="1095261676"/>
                  </a:ext>
                </a:extLst>
              </a:tr>
              <a:tr h="499991">
                <a:tc>
                  <a:txBody>
                    <a:bodyPr/>
                    <a:lstStyle/>
                    <a:p>
                      <a:pPr>
                        <a:buNone/>
                      </a:pPr>
                      <a:r>
                        <a:rPr lang="en-DE" sz="1000">
                          <a:effectLst/>
                        </a:rPr>
                        <a:t>8</a:t>
                      </a:r>
                    </a:p>
                  </a:txBody>
                  <a:tcPr marL="3353" marR="3353" marT="3353" marB="3353" anchor="ctr">
                    <a:lnL w="4229" cap="flat" cmpd="sng" algn="ctr">
                      <a:solidFill>
                        <a:srgbClr val="2A2B2C"/>
                      </a:solidFill>
                      <a:prstDash val="solid"/>
                      <a:round/>
                      <a:headEnd type="none" w="med" len="med"/>
                      <a:tailEnd type="none" w="med" len="med"/>
                    </a:lnL>
                    <a:lnR w="4229" cap="flat" cmpd="sng" algn="ctr">
                      <a:solidFill>
                        <a:srgbClr val="2A2B2C"/>
                      </a:solidFill>
                      <a:prstDash val="solid"/>
                      <a:round/>
                      <a:headEnd type="none" w="med" len="med"/>
                      <a:tailEnd type="none" w="med" len="med"/>
                    </a:lnR>
                    <a:lnT w="4229" cap="flat" cmpd="sng" algn="ctr">
                      <a:solidFill>
                        <a:srgbClr val="2A2B2C"/>
                      </a:solidFill>
                      <a:prstDash val="solid"/>
                      <a:round/>
                      <a:headEnd type="none" w="med" len="med"/>
                      <a:tailEnd type="none" w="med" len="med"/>
                    </a:lnT>
                    <a:lnB w="4229" cap="flat" cmpd="sng" algn="ctr">
                      <a:solidFill>
                        <a:srgbClr val="2A2B2C"/>
                      </a:solidFill>
                      <a:prstDash val="solid"/>
                      <a:round/>
                      <a:headEnd type="none" w="med" len="med"/>
                      <a:tailEnd type="none" w="med" len="med"/>
                    </a:lnB>
                    <a:noFill/>
                  </a:tcPr>
                </a:tc>
                <a:tc>
                  <a:txBody>
                    <a:bodyPr/>
                    <a:lstStyle/>
                    <a:p>
                      <a:pPr>
                        <a:buNone/>
                      </a:pPr>
                      <a:r>
                        <a:rPr lang="en-US" sz="1000">
                          <a:effectLst/>
                        </a:rPr>
                        <a:t>Decide whether persistency class registration in SE75 should be at </a:t>
                      </a:r>
                      <a:r>
                        <a:rPr lang="en-US" sz="1000" b="1">
                          <a:effectLst/>
                        </a:rPr>
                        <a:t>text object level or text ID level</a:t>
                      </a:r>
                      <a:r>
                        <a:rPr lang="en-US" sz="1000">
                          <a:effectLst/>
                        </a:rPr>
                        <a:t> for PO – What are the consequences?</a:t>
                      </a:r>
                    </a:p>
                  </a:txBody>
                  <a:tcPr marL="3353" marR="3353" marT="3353" marB="3353" anchor="ctr">
                    <a:lnL w="4229" cap="flat" cmpd="sng" algn="ctr">
                      <a:solidFill>
                        <a:srgbClr val="2A2B2C"/>
                      </a:solidFill>
                      <a:prstDash val="solid"/>
                      <a:round/>
                      <a:headEnd type="none" w="med" len="med"/>
                      <a:tailEnd type="none" w="med" len="med"/>
                    </a:lnL>
                    <a:lnR w="4229" cap="flat" cmpd="sng" algn="ctr">
                      <a:solidFill>
                        <a:srgbClr val="2A2B2C"/>
                      </a:solidFill>
                      <a:prstDash val="solid"/>
                      <a:round/>
                      <a:headEnd type="none" w="med" len="med"/>
                      <a:tailEnd type="none" w="med" len="med"/>
                    </a:lnR>
                    <a:lnT w="4229" cap="flat" cmpd="sng" algn="ctr">
                      <a:solidFill>
                        <a:srgbClr val="2A2B2C"/>
                      </a:solidFill>
                      <a:prstDash val="solid"/>
                      <a:round/>
                      <a:headEnd type="none" w="med" len="med"/>
                      <a:tailEnd type="none" w="med" len="med"/>
                    </a:lnT>
                    <a:lnB w="4229" cap="flat" cmpd="sng" algn="ctr">
                      <a:solidFill>
                        <a:srgbClr val="2A2B2C"/>
                      </a:solidFill>
                      <a:prstDash val="solid"/>
                      <a:round/>
                      <a:headEnd type="none" w="med" len="med"/>
                      <a:tailEnd type="none" w="med" len="med"/>
                    </a:lnB>
                    <a:noFill/>
                  </a:tcPr>
                </a:tc>
                <a:tc>
                  <a:txBody>
                    <a:bodyPr/>
                    <a:lstStyle/>
                    <a:p>
                      <a:pPr marL="0" marR="0" lvl="0" indent="0" algn="l" defTabSz="1088558" rtl="0" eaLnBrk="1" fontAlgn="auto" latinLnBrk="0" hangingPunct="1">
                        <a:lnSpc>
                          <a:spcPct val="100000"/>
                        </a:lnSpc>
                        <a:spcBef>
                          <a:spcPts val="0"/>
                        </a:spcBef>
                        <a:spcAft>
                          <a:spcPts val="0"/>
                        </a:spcAft>
                        <a:buClrTx/>
                        <a:buSzTx/>
                        <a:buFontTx/>
                        <a:buNone/>
                        <a:tabLst/>
                        <a:defRPr/>
                      </a:pPr>
                      <a:r>
                        <a:rPr lang="en-US" sz="1000">
                          <a:effectLst/>
                        </a:rPr>
                        <a:t>Lift &amp; shift team</a:t>
                      </a:r>
                    </a:p>
                  </a:txBody>
                  <a:tcPr marL="3353" marR="3353" marT="3353" marB="3353" anchor="ctr">
                    <a:lnL w="4229" cap="flat" cmpd="sng" algn="ctr">
                      <a:solidFill>
                        <a:srgbClr val="2A2B2C"/>
                      </a:solidFill>
                      <a:prstDash val="solid"/>
                      <a:round/>
                      <a:headEnd type="none" w="med" len="med"/>
                      <a:tailEnd type="none" w="med" len="med"/>
                    </a:lnL>
                    <a:lnR w="4229" cap="flat" cmpd="sng" algn="ctr">
                      <a:solidFill>
                        <a:srgbClr val="2A2B2C"/>
                      </a:solidFill>
                      <a:prstDash val="solid"/>
                      <a:round/>
                      <a:headEnd type="none" w="med" len="med"/>
                      <a:tailEnd type="none" w="med" len="med"/>
                    </a:lnR>
                    <a:lnT w="4229" cap="flat" cmpd="sng" algn="ctr">
                      <a:solidFill>
                        <a:srgbClr val="2A2B2C"/>
                      </a:solidFill>
                      <a:prstDash val="solid"/>
                      <a:round/>
                      <a:headEnd type="none" w="med" len="med"/>
                      <a:tailEnd type="none" w="med" len="med"/>
                    </a:lnT>
                    <a:lnB w="4229" cap="flat" cmpd="sng" algn="ctr">
                      <a:solidFill>
                        <a:srgbClr val="2A2B2C"/>
                      </a:solidFill>
                      <a:prstDash val="solid"/>
                      <a:round/>
                      <a:headEnd type="none" w="med" len="med"/>
                      <a:tailEnd type="none" w="med" len="med"/>
                    </a:lnB>
                    <a:no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US" sz="1000" dirty="0">
                          <a:effectLst/>
                        </a:rPr>
                        <a:t>Notes Reuse component </a:t>
                      </a:r>
                      <a:r>
                        <a:rPr lang="en-US" sz="1000" b="0" i="0" u="none" strike="noStrike" noProof="0" dirty="0">
                          <a:solidFill>
                            <a:srgbClr val="000000"/>
                          </a:solidFill>
                          <a:effectLst/>
                          <a:latin typeface="72 Brand"/>
                          <a:ea typeface="72 Brand"/>
                        </a:rPr>
                        <a:t>+ Procurement Notes team</a:t>
                      </a:r>
                      <a:endParaRPr lang="en-US" sz="1000" dirty="0">
                        <a:effectLst/>
                      </a:endParaRPr>
                    </a:p>
                  </a:txBody>
                  <a:tcPr marL="3353" marR="3353" marT="3353" marB="3353" anchor="ctr">
                    <a:lnL w="4229" cap="flat" cmpd="sng" algn="ctr">
                      <a:solidFill>
                        <a:srgbClr val="2A2B2C"/>
                      </a:solidFill>
                      <a:prstDash val="solid"/>
                      <a:round/>
                      <a:headEnd type="none" w="med" len="med"/>
                      <a:tailEnd type="none" w="med" len="med"/>
                    </a:lnL>
                    <a:lnR w="4229" cap="flat" cmpd="sng" algn="ctr">
                      <a:solidFill>
                        <a:srgbClr val="2A2B2C"/>
                      </a:solidFill>
                      <a:prstDash val="solid"/>
                      <a:round/>
                      <a:headEnd type="none" w="med" len="med"/>
                      <a:tailEnd type="none" w="med" len="med"/>
                    </a:lnR>
                    <a:lnT w="4229" cap="flat" cmpd="sng" algn="ctr">
                      <a:solidFill>
                        <a:srgbClr val="2A2B2C"/>
                      </a:solidFill>
                      <a:prstDash val="solid"/>
                      <a:round/>
                      <a:headEnd type="none" w="med" len="med"/>
                      <a:tailEnd type="none" w="med" len="med"/>
                    </a:lnT>
                    <a:lnB w="4229" cap="flat" cmpd="sng" algn="ctr">
                      <a:solidFill>
                        <a:srgbClr val="2A2B2C"/>
                      </a:solidFill>
                      <a:prstDash val="solid"/>
                      <a:round/>
                      <a:headEnd type="none" w="med" len="med"/>
                      <a:tailEnd type="none" w="med" len="med"/>
                    </a:lnB>
                    <a:noFill/>
                  </a:tcPr>
                </a:tc>
                <a:extLst>
                  <a:ext uri="{0D108BD9-81ED-4DB2-BD59-A6C34878D82A}">
                    <a16:rowId xmlns:a16="http://schemas.microsoft.com/office/drawing/2014/main" val="3931179953"/>
                  </a:ext>
                </a:extLst>
              </a:tr>
              <a:tr h="416659">
                <a:tc>
                  <a:txBody>
                    <a:bodyPr/>
                    <a:lstStyle/>
                    <a:p>
                      <a:pPr>
                        <a:buNone/>
                      </a:pPr>
                      <a:r>
                        <a:rPr lang="en-DE" sz="1000">
                          <a:effectLst/>
                        </a:rPr>
                        <a:t>9</a:t>
                      </a:r>
                    </a:p>
                  </a:txBody>
                  <a:tcPr marL="3353" marR="3353" marT="3353" marB="3353" anchor="ctr">
                    <a:lnL w="4229" cap="flat" cmpd="sng" algn="ctr">
                      <a:solidFill>
                        <a:srgbClr val="2A2B2C"/>
                      </a:solidFill>
                      <a:prstDash val="solid"/>
                      <a:round/>
                      <a:headEnd type="none" w="med" len="med"/>
                      <a:tailEnd type="none" w="med" len="med"/>
                    </a:lnL>
                    <a:lnR w="4229" cap="flat" cmpd="sng" algn="ctr">
                      <a:solidFill>
                        <a:srgbClr val="2A2B2C"/>
                      </a:solidFill>
                      <a:prstDash val="solid"/>
                      <a:round/>
                      <a:headEnd type="none" w="med" len="med"/>
                      <a:tailEnd type="none" w="med" len="med"/>
                    </a:lnR>
                    <a:lnT w="4229" cap="flat" cmpd="sng" algn="ctr">
                      <a:solidFill>
                        <a:srgbClr val="2A2B2C"/>
                      </a:solidFill>
                      <a:prstDash val="solid"/>
                      <a:round/>
                      <a:headEnd type="none" w="med" len="med"/>
                      <a:tailEnd type="none" w="med" len="med"/>
                    </a:lnT>
                    <a:lnB w="4229" cap="flat" cmpd="sng" algn="ctr">
                      <a:solidFill>
                        <a:srgbClr val="2A2B2C"/>
                      </a:solidFill>
                      <a:prstDash val="solid"/>
                      <a:round/>
                      <a:headEnd type="none" w="med" len="med"/>
                      <a:tailEnd type="none" w="med" len="med"/>
                    </a:lnB>
                    <a:noFill/>
                  </a:tcPr>
                </a:tc>
                <a:tc>
                  <a:txBody>
                    <a:bodyPr/>
                    <a:lstStyle/>
                    <a:p>
                      <a:pPr>
                        <a:buNone/>
                      </a:pPr>
                      <a:r>
                        <a:rPr lang="en-US" sz="1000" dirty="0">
                          <a:effectLst/>
                        </a:rPr>
                        <a:t>Once the open topics are clarified, come up with a reuse concept to move to a new persistency - </a:t>
                      </a:r>
                      <a:r>
                        <a:rPr lang="en-US" sz="1000" b="1" dirty="0">
                          <a:effectLst/>
                        </a:rPr>
                        <a:t>align with WDF11 team, finalize the scope and architecture</a:t>
                      </a:r>
                      <a:endParaRPr lang="en-US" sz="1000" dirty="0">
                        <a:effectLst/>
                      </a:endParaRPr>
                    </a:p>
                  </a:txBody>
                  <a:tcPr marL="3353" marR="3353" marT="3353" marB="3353" anchor="ctr">
                    <a:lnL w="4229" cap="flat" cmpd="sng" algn="ctr">
                      <a:solidFill>
                        <a:srgbClr val="2A2B2C"/>
                      </a:solidFill>
                      <a:prstDash val="solid"/>
                      <a:round/>
                      <a:headEnd type="none" w="med" len="med"/>
                      <a:tailEnd type="none" w="med" len="med"/>
                    </a:lnL>
                    <a:lnR w="4229" cap="flat" cmpd="sng" algn="ctr">
                      <a:solidFill>
                        <a:srgbClr val="2A2B2C"/>
                      </a:solidFill>
                      <a:prstDash val="solid"/>
                      <a:round/>
                      <a:headEnd type="none" w="med" len="med"/>
                      <a:tailEnd type="none" w="med" len="med"/>
                    </a:lnR>
                    <a:lnT w="4229" cap="flat" cmpd="sng" algn="ctr">
                      <a:solidFill>
                        <a:srgbClr val="2A2B2C"/>
                      </a:solidFill>
                      <a:prstDash val="solid"/>
                      <a:round/>
                      <a:headEnd type="none" w="med" len="med"/>
                      <a:tailEnd type="none" w="med" len="med"/>
                    </a:lnT>
                    <a:lnB w="4229" cap="flat" cmpd="sng" algn="ctr">
                      <a:solidFill>
                        <a:srgbClr val="2A2B2C"/>
                      </a:solidFill>
                      <a:prstDash val="solid"/>
                      <a:round/>
                      <a:headEnd type="none" w="med" len="med"/>
                      <a:tailEnd type="none" w="med" len="med"/>
                    </a:lnB>
                    <a:noFill/>
                  </a:tcPr>
                </a:tc>
                <a:tc>
                  <a:txBody>
                    <a:bodyPr/>
                    <a:lstStyle/>
                    <a:p>
                      <a:pPr>
                        <a:buNone/>
                      </a:pPr>
                      <a:r>
                        <a:rPr lang="en-US" sz="1000">
                          <a:effectLst/>
                        </a:rPr>
                        <a:t>Lift &amp; Shift team</a:t>
                      </a:r>
                    </a:p>
                  </a:txBody>
                  <a:tcPr marL="3353" marR="3353" marT="3353" marB="3353" anchor="ctr">
                    <a:lnL w="4229" cap="flat" cmpd="sng" algn="ctr">
                      <a:solidFill>
                        <a:srgbClr val="2A2B2C"/>
                      </a:solidFill>
                      <a:prstDash val="solid"/>
                      <a:round/>
                      <a:headEnd type="none" w="med" len="med"/>
                      <a:tailEnd type="none" w="med" len="med"/>
                    </a:lnL>
                    <a:lnR w="4229" cap="flat" cmpd="sng" algn="ctr">
                      <a:solidFill>
                        <a:srgbClr val="2A2B2C"/>
                      </a:solidFill>
                      <a:prstDash val="solid"/>
                      <a:round/>
                      <a:headEnd type="none" w="med" len="med"/>
                      <a:tailEnd type="none" w="med" len="med"/>
                    </a:lnR>
                    <a:lnT w="4229" cap="flat" cmpd="sng" algn="ctr">
                      <a:solidFill>
                        <a:srgbClr val="2A2B2C"/>
                      </a:solidFill>
                      <a:prstDash val="solid"/>
                      <a:round/>
                      <a:headEnd type="none" w="med" len="med"/>
                      <a:tailEnd type="none" w="med" len="med"/>
                    </a:lnT>
                    <a:lnB w="4229" cap="flat" cmpd="sng" algn="ctr">
                      <a:solidFill>
                        <a:srgbClr val="2A2B2C"/>
                      </a:solidFill>
                      <a:prstDash val="solid"/>
                      <a:round/>
                      <a:headEnd type="none" w="med" len="med"/>
                      <a:tailEnd type="none" w="med" len="med"/>
                    </a:lnB>
                    <a:noFill/>
                  </a:tcPr>
                </a:tc>
                <a:tc>
                  <a:txBody>
                    <a:bodyPr/>
                    <a:lstStyle/>
                    <a:p>
                      <a:pPr>
                        <a:buNone/>
                      </a:pPr>
                      <a:r>
                        <a:rPr lang="en-US" sz="1000">
                          <a:effectLst/>
                        </a:rPr>
                        <a:t>Jiss Nimmi Augustine / Nils Hartmann / </a:t>
                      </a:r>
                      <a:r>
                        <a:rPr lang="en-US" sz="1000" b="0" i="0" u="none" strike="noStrike" noProof="0">
                          <a:effectLst/>
                          <a:latin typeface="72 Brand"/>
                          <a:ea typeface="72 Brand"/>
                        </a:rPr>
                        <a:t>Vikas Kumar</a:t>
                      </a:r>
                      <a:r>
                        <a:rPr lang="en-US" sz="1000">
                          <a:effectLst/>
                        </a:rPr>
                        <a:t>/ Chinmay an Rao</a:t>
                      </a:r>
                    </a:p>
                  </a:txBody>
                  <a:tcPr marL="3353" marR="3353" marT="3353" marB="3353" anchor="ctr">
                    <a:lnL w="4229" cap="flat" cmpd="sng" algn="ctr">
                      <a:solidFill>
                        <a:srgbClr val="2A2B2C"/>
                      </a:solidFill>
                      <a:prstDash val="solid"/>
                      <a:round/>
                      <a:headEnd type="none" w="med" len="med"/>
                      <a:tailEnd type="none" w="med" len="med"/>
                    </a:lnL>
                    <a:lnR w="4229" cap="flat" cmpd="sng" algn="ctr">
                      <a:solidFill>
                        <a:srgbClr val="2A2B2C"/>
                      </a:solidFill>
                      <a:prstDash val="solid"/>
                      <a:round/>
                      <a:headEnd type="none" w="med" len="med"/>
                      <a:tailEnd type="none" w="med" len="med"/>
                    </a:lnR>
                    <a:lnT w="4229" cap="flat" cmpd="sng" algn="ctr">
                      <a:solidFill>
                        <a:srgbClr val="2A2B2C"/>
                      </a:solidFill>
                      <a:prstDash val="solid"/>
                      <a:round/>
                      <a:headEnd type="none" w="med" len="med"/>
                      <a:tailEnd type="none" w="med" len="med"/>
                    </a:lnT>
                    <a:lnB w="4229" cap="flat" cmpd="sng" algn="ctr">
                      <a:solidFill>
                        <a:srgbClr val="2A2B2C"/>
                      </a:solidFill>
                      <a:prstDash val="solid"/>
                      <a:round/>
                      <a:headEnd type="none" w="med" len="med"/>
                      <a:tailEnd type="none" w="med" len="med"/>
                    </a:lnB>
                    <a:noFill/>
                  </a:tcPr>
                </a:tc>
                <a:extLst>
                  <a:ext uri="{0D108BD9-81ED-4DB2-BD59-A6C34878D82A}">
                    <a16:rowId xmlns:a16="http://schemas.microsoft.com/office/drawing/2014/main" val="2201875417"/>
                  </a:ext>
                </a:extLst>
              </a:tr>
              <a:tr h="458325">
                <a:tc>
                  <a:txBody>
                    <a:bodyPr/>
                    <a:lstStyle/>
                    <a:p>
                      <a:pPr>
                        <a:buNone/>
                      </a:pPr>
                      <a:r>
                        <a:rPr lang="en-US" sz="1000">
                          <a:effectLst/>
                        </a:rPr>
                        <a:t>10</a:t>
                      </a:r>
                      <a:endParaRPr lang="en-DE" sz="1000">
                        <a:effectLst/>
                      </a:endParaRPr>
                    </a:p>
                  </a:txBody>
                  <a:tcPr marL="3353" marR="3353" marT="3353" marB="3353" anchor="ctr">
                    <a:lnL w="4229" cap="flat" cmpd="sng" algn="ctr">
                      <a:solidFill>
                        <a:srgbClr val="2A2B2C"/>
                      </a:solidFill>
                      <a:prstDash val="solid"/>
                      <a:round/>
                      <a:headEnd type="none" w="med" len="med"/>
                      <a:tailEnd type="none" w="med" len="med"/>
                    </a:lnL>
                    <a:lnR w="4229" cap="flat" cmpd="sng" algn="ctr">
                      <a:solidFill>
                        <a:srgbClr val="2A2B2C"/>
                      </a:solidFill>
                      <a:prstDash val="solid"/>
                      <a:round/>
                      <a:headEnd type="none" w="med" len="med"/>
                      <a:tailEnd type="none" w="med" len="med"/>
                    </a:lnR>
                    <a:lnT w="4229" cap="flat" cmpd="sng" algn="ctr">
                      <a:solidFill>
                        <a:srgbClr val="2A2B2C"/>
                      </a:solidFill>
                      <a:prstDash val="solid"/>
                      <a:round/>
                      <a:headEnd type="none" w="med" len="med"/>
                      <a:tailEnd type="none" w="med" len="med"/>
                    </a:lnT>
                    <a:lnB w="4229" cap="flat" cmpd="sng" algn="ctr">
                      <a:solidFill>
                        <a:srgbClr val="2A2B2C"/>
                      </a:solidFill>
                      <a:prstDash val="solid"/>
                      <a:round/>
                      <a:headEnd type="none" w="med" len="med"/>
                      <a:tailEnd type="none" w="med" len="med"/>
                    </a:lnB>
                    <a:noFill/>
                  </a:tcPr>
                </a:tc>
                <a:tc>
                  <a:txBody>
                    <a:bodyPr/>
                    <a:lstStyle/>
                    <a:p>
                      <a:pPr>
                        <a:buNone/>
                      </a:pPr>
                      <a:r>
                        <a:rPr lang="en-US" sz="1000">
                          <a:effectLst/>
                        </a:rPr>
                        <a:t>Impact on PO Modernization topic and plan for CE2702 and CE2708</a:t>
                      </a:r>
                    </a:p>
                  </a:txBody>
                  <a:tcPr marL="3353" marR="3353" marT="3353" marB="3353" anchor="ctr">
                    <a:lnL w="4229" cap="flat" cmpd="sng" algn="ctr">
                      <a:solidFill>
                        <a:srgbClr val="2A2B2C"/>
                      </a:solidFill>
                      <a:prstDash val="solid"/>
                      <a:round/>
                      <a:headEnd type="none" w="med" len="med"/>
                      <a:tailEnd type="none" w="med" len="med"/>
                    </a:lnL>
                    <a:lnR w="4229" cap="flat" cmpd="sng" algn="ctr">
                      <a:solidFill>
                        <a:srgbClr val="2A2B2C"/>
                      </a:solidFill>
                      <a:prstDash val="solid"/>
                      <a:round/>
                      <a:headEnd type="none" w="med" len="med"/>
                      <a:tailEnd type="none" w="med" len="med"/>
                    </a:lnR>
                    <a:lnT w="4229" cap="flat" cmpd="sng" algn="ctr">
                      <a:solidFill>
                        <a:srgbClr val="2A2B2C"/>
                      </a:solidFill>
                      <a:prstDash val="solid"/>
                      <a:round/>
                      <a:headEnd type="none" w="med" len="med"/>
                      <a:tailEnd type="none" w="med" len="med"/>
                    </a:lnT>
                    <a:lnB w="4229" cap="flat" cmpd="sng" algn="ctr">
                      <a:solidFill>
                        <a:srgbClr val="2A2B2C"/>
                      </a:solidFill>
                      <a:prstDash val="solid"/>
                      <a:round/>
                      <a:headEnd type="none" w="med" len="med"/>
                      <a:tailEnd type="none" w="med" len="med"/>
                    </a:lnB>
                    <a:noFill/>
                  </a:tcPr>
                </a:tc>
                <a:tc>
                  <a:txBody>
                    <a:bodyPr/>
                    <a:lstStyle/>
                    <a:p>
                      <a:pPr marL="0" marR="0" lvl="0" indent="0" algn="l" defTabSz="1088558" rtl="0" eaLnBrk="1" fontAlgn="auto" latinLnBrk="0" hangingPunct="1">
                        <a:lnSpc>
                          <a:spcPct val="100000"/>
                        </a:lnSpc>
                        <a:spcBef>
                          <a:spcPts val="0"/>
                        </a:spcBef>
                        <a:spcAft>
                          <a:spcPts val="0"/>
                        </a:spcAft>
                        <a:buClrTx/>
                        <a:buSzTx/>
                        <a:buFontTx/>
                        <a:buNone/>
                        <a:tabLst/>
                        <a:defRPr/>
                      </a:pPr>
                      <a:r>
                        <a:rPr lang="en-US" sz="1000">
                          <a:effectLst/>
                        </a:rPr>
                        <a:t>Lift &amp; Shift team</a:t>
                      </a:r>
                    </a:p>
                  </a:txBody>
                  <a:tcPr marL="3353" marR="3353" marT="3353" marB="3353" anchor="ctr">
                    <a:lnL w="4229" cap="flat" cmpd="sng" algn="ctr">
                      <a:solidFill>
                        <a:srgbClr val="2A2B2C"/>
                      </a:solidFill>
                      <a:prstDash val="solid"/>
                      <a:round/>
                      <a:headEnd type="none" w="med" len="med"/>
                      <a:tailEnd type="none" w="med" len="med"/>
                    </a:lnL>
                    <a:lnR w="4229" cap="flat" cmpd="sng" algn="ctr">
                      <a:solidFill>
                        <a:srgbClr val="2A2B2C"/>
                      </a:solidFill>
                      <a:prstDash val="solid"/>
                      <a:round/>
                      <a:headEnd type="none" w="med" len="med"/>
                      <a:tailEnd type="none" w="med" len="med"/>
                    </a:lnR>
                    <a:lnT w="4229" cap="flat" cmpd="sng" algn="ctr">
                      <a:solidFill>
                        <a:srgbClr val="2A2B2C"/>
                      </a:solidFill>
                      <a:prstDash val="solid"/>
                      <a:round/>
                      <a:headEnd type="none" w="med" len="med"/>
                      <a:tailEnd type="none" w="med" len="med"/>
                    </a:lnT>
                    <a:lnB w="4229" cap="flat" cmpd="sng" algn="ctr">
                      <a:solidFill>
                        <a:srgbClr val="2A2B2C"/>
                      </a:solidFill>
                      <a:prstDash val="solid"/>
                      <a:round/>
                      <a:headEnd type="none" w="med" len="med"/>
                      <a:tailEnd type="none" w="med" len="med"/>
                    </a:lnB>
                    <a:noFill/>
                  </a:tcPr>
                </a:tc>
                <a:tc>
                  <a:txBody>
                    <a:bodyPr/>
                    <a:lstStyle/>
                    <a:p>
                      <a:pPr>
                        <a:buNone/>
                      </a:pPr>
                      <a:r>
                        <a:rPr lang="en-US" sz="1000" dirty="0">
                          <a:effectLst/>
                        </a:rPr>
                        <a:t>Vikrant / Nils/ </a:t>
                      </a:r>
                      <a:r>
                        <a:rPr lang="en-US" sz="1000" dirty="0" err="1">
                          <a:effectLst/>
                        </a:rPr>
                        <a:t>Jiss</a:t>
                      </a:r>
                    </a:p>
                  </a:txBody>
                  <a:tcPr marL="3353" marR="3353" marT="3353" marB="3353" anchor="ctr">
                    <a:lnL w="4229" cap="flat" cmpd="sng" algn="ctr">
                      <a:solidFill>
                        <a:srgbClr val="2A2B2C"/>
                      </a:solidFill>
                      <a:prstDash val="solid"/>
                      <a:round/>
                      <a:headEnd type="none" w="med" len="med"/>
                      <a:tailEnd type="none" w="med" len="med"/>
                    </a:lnL>
                    <a:lnR w="4229" cap="flat" cmpd="sng" algn="ctr">
                      <a:solidFill>
                        <a:srgbClr val="2A2B2C"/>
                      </a:solidFill>
                      <a:prstDash val="solid"/>
                      <a:round/>
                      <a:headEnd type="none" w="med" len="med"/>
                      <a:tailEnd type="none" w="med" len="med"/>
                    </a:lnR>
                    <a:lnT w="4229" cap="flat" cmpd="sng" algn="ctr">
                      <a:solidFill>
                        <a:srgbClr val="2A2B2C"/>
                      </a:solidFill>
                      <a:prstDash val="solid"/>
                      <a:round/>
                      <a:headEnd type="none" w="med" len="med"/>
                      <a:tailEnd type="none" w="med" len="med"/>
                    </a:lnT>
                    <a:lnB w="4229" cap="flat" cmpd="sng" algn="ctr">
                      <a:solidFill>
                        <a:srgbClr val="2A2B2C"/>
                      </a:solidFill>
                      <a:prstDash val="solid"/>
                      <a:round/>
                      <a:headEnd type="none" w="med" len="med"/>
                      <a:tailEnd type="none" w="med" len="med"/>
                    </a:lnB>
                    <a:noFill/>
                  </a:tcPr>
                </a:tc>
                <a:extLst>
                  <a:ext uri="{0D108BD9-81ED-4DB2-BD59-A6C34878D82A}">
                    <a16:rowId xmlns:a16="http://schemas.microsoft.com/office/drawing/2014/main" val="3668212205"/>
                  </a:ext>
                </a:extLst>
              </a:tr>
              <a:tr h="583323">
                <a:tc>
                  <a:txBody>
                    <a:bodyPr/>
                    <a:lstStyle/>
                    <a:p>
                      <a:pPr>
                        <a:buNone/>
                      </a:pPr>
                      <a:r>
                        <a:rPr lang="en-DE" sz="1000">
                          <a:effectLst/>
                        </a:rPr>
                        <a:t>1</a:t>
                      </a:r>
                      <a:r>
                        <a:rPr lang="en-US" sz="1000">
                          <a:effectLst/>
                        </a:rPr>
                        <a:t>1</a:t>
                      </a:r>
                      <a:endParaRPr lang="en-DE" sz="1000">
                        <a:effectLst/>
                      </a:endParaRPr>
                    </a:p>
                  </a:txBody>
                  <a:tcPr marL="3353" marR="3353" marT="3353" marB="3353" anchor="ctr">
                    <a:lnL w="4229" cap="flat" cmpd="sng" algn="ctr">
                      <a:solidFill>
                        <a:srgbClr val="2A2B2C"/>
                      </a:solidFill>
                      <a:prstDash val="solid"/>
                      <a:round/>
                      <a:headEnd type="none" w="med" len="med"/>
                      <a:tailEnd type="none" w="med" len="med"/>
                    </a:lnL>
                    <a:lnR w="4229" cap="flat" cmpd="sng" algn="ctr">
                      <a:solidFill>
                        <a:srgbClr val="2A2B2C"/>
                      </a:solidFill>
                      <a:prstDash val="solid"/>
                      <a:round/>
                      <a:headEnd type="none" w="med" len="med"/>
                      <a:tailEnd type="none" w="med" len="med"/>
                    </a:lnR>
                    <a:lnT w="4229" cap="flat" cmpd="sng" algn="ctr">
                      <a:solidFill>
                        <a:srgbClr val="2A2B2C"/>
                      </a:solidFill>
                      <a:prstDash val="solid"/>
                      <a:round/>
                      <a:headEnd type="none" w="med" len="med"/>
                      <a:tailEnd type="none" w="med" len="med"/>
                    </a:lnT>
                    <a:lnB w="4229" cap="flat" cmpd="sng" algn="ctr">
                      <a:solidFill>
                        <a:srgbClr val="2A2B2C"/>
                      </a:solidFill>
                      <a:prstDash val="solid"/>
                      <a:round/>
                      <a:headEnd type="none" w="med" len="med"/>
                      <a:tailEnd type="none" w="med" len="med"/>
                    </a:lnB>
                    <a:noFill/>
                  </a:tcPr>
                </a:tc>
                <a:tc>
                  <a:txBody>
                    <a:bodyPr/>
                    <a:lstStyle/>
                    <a:p>
                      <a:pPr>
                        <a:buNone/>
                      </a:pPr>
                      <a:r>
                        <a:rPr lang="en-US" sz="1000" b="1">
                          <a:effectLst/>
                        </a:rPr>
                        <a:t>Scope finalization</a:t>
                      </a:r>
                      <a:r>
                        <a:rPr lang="en-US" sz="1000">
                          <a:effectLst/>
                        </a:rPr>
                        <a:t> (~15 PDs total, 10 PDs WDF11); then </a:t>
                      </a:r>
                      <a:r>
                        <a:rPr lang="en-US" sz="1000" b="1">
                          <a:effectLst/>
                        </a:rPr>
                        <a:t>implementation + testing + docs</a:t>
                      </a:r>
                      <a:r>
                        <a:rPr lang="en-US" sz="1000">
                          <a:effectLst/>
                        </a:rPr>
                        <a:t> (~80 PDs) once scope locked</a:t>
                      </a:r>
                    </a:p>
                  </a:txBody>
                  <a:tcPr marL="3353" marR="3353" marT="3353" marB="3353" anchor="ctr">
                    <a:lnL w="4229" cap="flat" cmpd="sng" algn="ctr">
                      <a:solidFill>
                        <a:srgbClr val="2A2B2C"/>
                      </a:solidFill>
                      <a:prstDash val="solid"/>
                      <a:round/>
                      <a:headEnd type="none" w="med" len="med"/>
                      <a:tailEnd type="none" w="med" len="med"/>
                    </a:lnL>
                    <a:lnR w="4229" cap="flat" cmpd="sng" algn="ctr">
                      <a:solidFill>
                        <a:srgbClr val="2A2B2C"/>
                      </a:solidFill>
                      <a:prstDash val="solid"/>
                      <a:round/>
                      <a:headEnd type="none" w="med" len="med"/>
                      <a:tailEnd type="none" w="med" len="med"/>
                    </a:lnR>
                    <a:lnT w="4229" cap="flat" cmpd="sng" algn="ctr">
                      <a:solidFill>
                        <a:srgbClr val="2A2B2C"/>
                      </a:solidFill>
                      <a:prstDash val="solid"/>
                      <a:round/>
                      <a:headEnd type="none" w="med" len="med"/>
                      <a:tailEnd type="none" w="med" len="med"/>
                    </a:lnT>
                    <a:lnB w="4229" cap="flat" cmpd="sng" algn="ctr">
                      <a:solidFill>
                        <a:srgbClr val="2A2B2C"/>
                      </a:solidFill>
                      <a:prstDash val="solid"/>
                      <a:round/>
                      <a:headEnd type="none" w="med" len="med"/>
                      <a:tailEnd type="none" w="med" len="med"/>
                    </a:lnB>
                    <a:noFill/>
                  </a:tcPr>
                </a:tc>
                <a:tc>
                  <a:txBody>
                    <a:bodyPr/>
                    <a:lstStyle/>
                    <a:p>
                      <a:pPr marL="0" marR="0" lvl="0" indent="0" algn="l" defTabSz="1088558" rtl="0" eaLnBrk="1" fontAlgn="auto" latinLnBrk="0" hangingPunct="1">
                        <a:lnSpc>
                          <a:spcPct val="100000"/>
                        </a:lnSpc>
                        <a:spcBef>
                          <a:spcPts val="0"/>
                        </a:spcBef>
                        <a:spcAft>
                          <a:spcPts val="0"/>
                        </a:spcAft>
                        <a:buClrTx/>
                        <a:buSzTx/>
                        <a:buFontTx/>
                        <a:buNone/>
                        <a:tabLst/>
                        <a:defRPr/>
                      </a:pPr>
                      <a:r>
                        <a:rPr lang="en-US" sz="1000">
                          <a:effectLst/>
                        </a:rPr>
                        <a:t>Lift &amp; Shift team</a:t>
                      </a:r>
                    </a:p>
                  </a:txBody>
                  <a:tcPr marL="3353" marR="3353" marT="3353" marB="3353" anchor="ctr">
                    <a:lnL w="4229" cap="flat" cmpd="sng" algn="ctr">
                      <a:solidFill>
                        <a:srgbClr val="2A2B2C"/>
                      </a:solidFill>
                      <a:prstDash val="solid"/>
                      <a:round/>
                      <a:headEnd type="none" w="med" len="med"/>
                      <a:tailEnd type="none" w="med" len="med"/>
                    </a:lnL>
                    <a:lnR w="4229" cap="flat" cmpd="sng" algn="ctr">
                      <a:solidFill>
                        <a:srgbClr val="2A2B2C"/>
                      </a:solidFill>
                      <a:prstDash val="solid"/>
                      <a:round/>
                      <a:headEnd type="none" w="med" len="med"/>
                      <a:tailEnd type="none" w="med" len="med"/>
                    </a:lnR>
                    <a:lnT w="4229" cap="flat" cmpd="sng" algn="ctr">
                      <a:solidFill>
                        <a:srgbClr val="2A2B2C"/>
                      </a:solidFill>
                      <a:prstDash val="solid"/>
                      <a:round/>
                      <a:headEnd type="none" w="med" len="med"/>
                      <a:tailEnd type="none" w="med" len="med"/>
                    </a:lnT>
                    <a:lnB w="4229" cap="flat" cmpd="sng" algn="ctr">
                      <a:solidFill>
                        <a:srgbClr val="2A2B2C"/>
                      </a:solidFill>
                      <a:prstDash val="solid"/>
                      <a:round/>
                      <a:headEnd type="none" w="med" len="med"/>
                      <a:tailEnd type="none" w="med" len="med"/>
                    </a:lnB>
                    <a:noFill/>
                  </a:tcPr>
                </a:tc>
                <a:tc>
                  <a:txBody>
                    <a:bodyPr/>
                    <a:lstStyle/>
                    <a:p>
                      <a:pPr>
                        <a:buNone/>
                      </a:pPr>
                      <a:r>
                        <a:rPr lang="en-US" sz="1000">
                          <a:effectLst/>
                        </a:rPr>
                        <a:t>Open</a:t>
                      </a:r>
                    </a:p>
                  </a:txBody>
                  <a:tcPr marL="3353" marR="3353" marT="3353" marB="3353" anchor="ctr">
                    <a:lnL w="4229" cap="flat" cmpd="sng" algn="ctr">
                      <a:solidFill>
                        <a:srgbClr val="2A2B2C"/>
                      </a:solidFill>
                      <a:prstDash val="solid"/>
                      <a:round/>
                      <a:headEnd type="none" w="med" len="med"/>
                      <a:tailEnd type="none" w="med" len="med"/>
                    </a:lnL>
                    <a:lnR w="4229" cap="flat" cmpd="sng" algn="ctr">
                      <a:solidFill>
                        <a:srgbClr val="2A2B2C"/>
                      </a:solidFill>
                      <a:prstDash val="solid"/>
                      <a:round/>
                      <a:headEnd type="none" w="med" len="med"/>
                      <a:tailEnd type="none" w="med" len="med"/>
                    </a:lnR>
                    <a:lnT w="4229" cap="flat" cmpd="sng" algn="ctr">
                      <a:solidFill>
                        <a:srgbClr val="2A2B2C"/>
                      </a:solidFill>
                      <a:prstDash val="solid"/>
                      <a:round/>
                      <a:headEnd type="none" w="med" len="med"/>
                      <a:tailEnd type="none" w="med" len="med"/>
                    </a:lnT>
                    <a:lnB w="4229" cap="flat" cmpd="sng" algn="ctr">
                      <a:solidFill>
                        <a:srgbClr val="2A2B2C"/>
                      </a:solidFill>
                      <a:prstDash val="solid"/>
                      <a:round/>
                      <a:headEnd type="none" w="med" len="med"/>
                      <a:tailEnd type="none" w="med" len="med"/>
                    </a:lnB>
                    <a:noFill/>
                  </a:tcPr>
                </a:tc>
                <a:extLst>
                  <a:ext uri="{0D108BD9-81ED-4DB2-BD59-A6C34878D82A}">
                    <a16:rowId xmlns:a16="http://schemas.microsoft.com/office/drawing/2014/main" val="801009104"/>
                  </a:ext>
                </a:extLst>
              </a:tr>
              <a:tr h="583323">
                <a:tc>
                  <a:txBody>
                    <a:bodyPr/>
                    <a:lstStyle/>
                    <a:p>
                      <a:pPr lvl="0">
                        <a:buNone/>
                      </a:pPr>
                      <a:r>
                        <a:rPr lang="en-US" sz="1000">
                          <a:effectLst/>
                        </a:rPr>
                        <a:t>….</a:t>
                      </a:r>
                      <a:endParaRPr lang="en-US" sz="1000" dirty="0">
                        <a:effectLst/>
                      </a:endParaRPr>
                    </a:p>
                  </a:txBody>
                  <a:tcPr marL="3353" marR="3353" marT="3353" marB="3353" anchor="ctr">
                    <a:lnL w="4228">
                      <a:solidFill>
                        <a:srgbClr val="2A2B2C"/>
                      </a:solidFill>
                    </a:lnL>
                    <a:lnR w="4228">
                      <a:solidFill>
                        <a:srgbClr val="2A2B2C"/>
                      </a:solidFill>
                    </a:lnR>
                    <a:lnT w="4229" cap="flat" cmpd="sng" algn="ctr">
                      <a:solidFill>
                        <a:srgbClr val="2A2B2C"/>
                      </a:solidFill>
                      <a:prstDash val="solid"/>
                      <a:round/>
                      <a:headEnd type="none" w="med" len="med"/>
                      <a:tailEnd type="none" w="med" len="med"/>
                    </a:lnT>
                    <a:lnB w="4228">
                      <a:solidFill>
                        <a:srgbClr val="2A2B2C"/>
                      </a:solidFill>
                    </a:lnB>
                    <a:noFill/>
                  </a:tcPr>
                </a:tc>
                <a:tc>
                  <a:txBody>
                    <a:bodyPr/>
                    <a:lstStyle/>
                    <a:p>
                      <a:pPr lvl="0">
                        <a:buNone/>
                      </a:pPr>
                      <a:r>
                        <a:rPr lang="en-US" sz="1000">
                          <a:effectLst/>
                        </a:rPr>
                        <a:t> …...</a:t>
                      </a:r>
                      <a:endParaRPr lang="en-US"/>
                    </a:p>
                  </a:txBody>
                  <a:tcPr marL="3353" marR="3353" marT="3353" marB="3353" anchor="ctr">
                    <a:lnL w="4228">
                      <a:solidFill>
                        <a:srgbClr val="2A2B2C"/>
                      </a:solidFill>
                    </a:lnL>
                    <a:lnR w="4228">
                      <a:solidFill>
                        <a:srgbClr val="2A2B2C"/>
                      </a:solidFill>
                    </a:lnR>
                    <a:lnT w="4229" cap="flat" cmpd="sng" algn="ctr">
                      <a:solidFill>
                        <a:srgbClr val="2A2B2C"/>
                      </a:solidFill>
                      <a:prstDash val="solid"/>
                      <a:round/>
                      <a:headEnd type="none" w="med" len="med"/>
                      <a:tailEnd type="none" w="med" len="med"/>
                    </a:lnT>
                    <a:lnB w="4228">
                      <a:solidFill>
                        <a:srgbClr val="2A2B2C"/>
                      </a:solidFill>
                    </a:lnB>
                    <a:noFill/>
                  </a:tcPr>
                </a:tc>
                <a:tc>
                  <a:txBody>
                    <a:bodyPr/>
                    <a:lstStyle/>
                    <a:p>
                      <a:pPr marL="0" lvl="0" indent="0" algn="l" defTabSz="1088558">
                        <a:lnSpc>
                          <a:spcPct val="100000"/>
                        </a:lnSpc>
                        <a:spcBef>
                          <a:spcPts val="0"/>
                        </a:spcBef>
                        <a:spcAft>
                          <a:spcPts val="0"/>
                        </a:spcAft>
                        <a:buNone/>
                        <a:tabLst/>
                        <a:defRPr/>
                      </a:pPr>
                      <a:endParaRPr lang="en-US" sz="1000" dirty="0">
                        <a:effectLst/>
                      </a:endParaRPr>
                    </a:p>
                  </a:txBody>
                  <a:tcPr marL="3353" marR="3353" marT="3353" marB="3353" anchor="ctr">
                    <a:lnL w="4228">
                      <a:solidFill>
                        <a:srgbClr val="2A2B2C"/>
                      </a:solidFill>
                    </a:lnL>
                    <a:lnR w="4228">
                      <a:solidFill>
                        <a:srgbClr val="2A2B2C"/>
                      </a:solidFill>
                    </a:lnR>
                    <a:lnT w="4229" cap="flat" cmpd="sng" algn="ctr">
                      <a:solidFill>
                        <a:srgbClr val="2A2B2C"/>
                      </a:solidFill>
                      <a:prstDash val="solid"/>
                      <a:round/>
                      <a:headEnd type="none" w="med" len="med"/>
                      <a:tailEnd type="none" w="med" len="med"/>
                    </a:lnT>
                    <a:lnB w="4228">
                      <a:solidFill>
                        <a:srgbClr val="2A2B2C"/>
                      </a:solidFill>
                    </a:lnB>
                    <a:noFill/>
                  </a:tcPr>
                </a:tc>
                <a:tc>
                  <a:txBody>
                    <a:bodyPr/>
                    <a:lstStyle/>
                    <a:p>
                      <a:pPr lvl="0">
                        <a:buNone/>
                      </a:pPr>
                      <a:endParaRPr lang="en-US" sz="1000" dirty="0">
                        <a:effectLst/>
                      </a:endParaRPr>
                    </a:p>
                  </a:txBody>
                  <a:tcPr marL="3353" marR="3353" marT="3353" marB="3353" anchor="ctr">
                    <a:lnL w="4228">
                      <a:solidFill>
                        <a:srgbClr val="2A2B2C"/>
                      </a:solidFill>
                    </a:lnL>
                    <a:lnR w="4228">
                      <a:solidFill>
                        <a:srgbClr val="2A2B2C"/>
                      </a:solidFill>
                    </a:lnR>
                    <a:lnT w="4229" cap="flat" cmpd="sng" algn="ctr">
                      <a:solidFill>
                        <a:srgbClr val="2A2B2C"/>
                      </a:solidFill>
                      <a:prstDash val="solid"/>
                      <a:round/>
                      <a:headEnd type="none" w="med" len="med"/>
                      <a:tailEnd type="none" w="med" len="med"/>
                    </a:lnT>
                    <a:lnB w="4228">
                      <a:solidFill>
                        <a:srgbClr val="2A2B2C"/>
                      </a:solidFill>
                    </a:lnB>
                    <a:noFill/>
                  </a:tcPr>
                </a:tc>
                <a:extLst>
                  <a:ext uri="{0D108BD9-81ED-4DB2-BD59-A6C34878D82A}">
                    <a16:rowId xmlns:a16="http://schemas.microsoft.com/office/drawing/2014/main" val="1290679345"/>
                  </a:ext>
                </a:extLst>
              </a:tr>
            </a:tbl>
          </a:graphicData>
        </a:graphic>
      </p:graphicFrame>
      <p:sp>
        <p:nvSpPr>
          <p:cNvPr id="9" name="Rectangle 3">
            <a:extLst>
              <a:ext uri="{FF2B5EF4-FFF2-40B4-BE49-F238E27FC236}">
                <a16:creationId xmlns:a16="http://schemas.microsoft.com/office/drawing/2014/main" id="{91A4C89C-837D-F739-4F64-92DD955EE548}"/>
              </a:ext>
            </a:extLst>
          </p:cNvPr>
          <p:cNvSpPr>
            <a:spLocks noChangeArrowheads="1"/>
          </p:cNvSpPr>
          <p:nvPr/>
        </p:nvSpPr>
        <p:spPr bwMode="auto">
          <a:xfrm>
            <a:off x="4619625" y="1079500"/>
            <a:ext cx="12195175" cy="0"/>
          </a:xfrm>
          <a:prstGeom prst="rect">
            <a:avLst/>
          </a:prstGeom>
          <a:solidFill>
            <a:srgbClr val="191A1B"/>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DE"/>
          </a:p>
        </p:txBody>
      </p:sp>
      <p:sp>
        <p:nvSpPr>
          <p:cNvPr id="10" name="Rectangle 4">
            <a:extLst>
              <a:ext uri="{FF2B5EF4-FFF2-40B4-BE49-F238E27FC236}">
                <a16:creationId xmlns:a16="http://schemas.microsoft.com/office/drawing/2014/main" id="{E305E0D7-A77C-61A1-B78A-5280165D8A55}"/>
              </a:ext>
            </a:extLst>
          </p:cNvPr>
          <p:cNvSpPr>
            <a:spLocks noChangeArrowheads="1"/>
          </p:cNvSpPr>
          <p:nvPr/>
        </p:nvSpPr>
        <p:spPr bwMode="auto">
          <a:xfrm>
            <a:off x="4721225" y="1079500"/>
            <a:ext cx="12195175"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br>
              <a:rPr kumimoji="0" lang="en-DE" altLang="en-DE" sz="900" b="0" i="0" u="none" strike="noStrike" cap="none" normalizeH="0" baseline="0">
                <a:ln>
                  <a:noFill/>
                </a:ln>
                <a:solidFill>
                  <a:srgbClr val="BFBFBF"/>
                </a:solidFill>
                <a:effectLst/>
                <a:latin typeface="-apple-system"/>
              </a:rPr>
            </a:br>
            <a:endParaRPr kumimoji="0" lang="en-DE" altLang="en-DE"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1528315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itle 15">
            <a:extLst>
              <a:ext uri="{FF2B5EF4-FFF2-40B4-BE49-F238E27FC236}">
                <a16:creationId xmlns:a16="http://schemas.microsoft.com/office/drawing/2014/main" id="{82E1AAFF-1E2C-BA7C-652C-1636590F3874}"/>
              </a:ext>
            </a:extLst>
          </p:cNvPr>
          <p:cNvSpPr>
            <a:spLocks noGrp="1"/>
          </p:cNvSpPr>
          <p:nvPr>
            <p:ph type="title"/>
          </p:nvPr>
        </p:nvSpPr>
        <p:spPr>
          <a:xfrm>
            <a:off x="504000" y="4024430"/>
            <a:ext cx="5466588" cy="998420"/>
          </a:xfrm>
        </p:spPr>
        <p:txBody>
          <a:bodyPr wrap="square" anchor="t">
            <a:noAutofit/>
          </a:bodyPr>
          <a:lstStyle/>
          <a:p>
            <a:r>
              <a:rPr lang="en-GB"/>
              <a:t>Thank you.</a:t>
            </a:r>
            <a:endParaRPr lang="en-DE"/>
          </a:p>
        </p:txBody>
      </p:sp>
      <p:sp>
        <p:nvSpPr>
          <p:cNvPr id="14" name="Rectangle 13">
            <a:extLst>
              <a:ext uri="{FF2B5EF4-FFF2-40B4-BE49-F238E27FC236}">
                <a16:creationId xmlns:a16="http://schemas.microsoft.com/office/drawing/2014/main" id="{5D168AC6-192D-0FFB-B713-A8589CCDB693}"/>
              </a:ext>
              <a:ext uri="{C183D7F6-B498-43B3-948B-1728B52AA6E4}">
                <adec:decorative xmlns:adec="http://schemas.microsoft.com/office/drawing/2017/decorative" val="1"/>
              </a:ext>
            </a:extLst>
          </p:cNvPr>
          <p:cNvSpPr/>
          <p:nvPr/>
        </p:nvSpPr>
        <p:spPr bwMode="gray">
          <a:xfrm>
            <a:off x="0" y="-1"/>
            <a:ext cx="12195175" cy="3432176"/>
          </a:xfrm>
          <a:prstGeom prst="rect">
            <a:avLst/>
          </a:prstGeom>
          <a:solidFill>
            <a:srgbClr val="002A86"/>
          </a:solidFill>
          <a:ln w="25400" algn="ctr">
            <a:noFill/>
            <a:miter lim="800000"/>
            <a:headEnd/>
            <a:tailEnd/>
          </a:ln>
        </p:spPr>
        <p:txBody>
          <a:bodyPr lIns="90000" tIns="72000" rIns="90000" bIns="72000" rtlCol="0" anchor="ctr"/>
          <a:lstStyle/>
          <a:p>
            <a:pPr marR="0" algn="ctr" defTabSz="914400" eaLnBrk="1" fontAlgn="base" latinLnBrk="0" hangingPunct="1">
              <a:lnSpc>
                <a:spcPct val="100000"/>
              </a:lnSpc>
              <a:spcBef>
                <a:spcPct val="50000"/>
              </a:spcBef>
              <a:spcAft>
                <a:spcPct val="0"/>
              </a:spcAft>
              <a:buClr>
                <a:srgbClr val="F0AB00"/>
              </a:buClr>
              <a:buSzPct val="80000"/>
              <a:tabLst/>
            </a:pPr>
            <a:endParaRPr kumimoji="0" lang="en-GB" sz="1800" b="0" i="0" u="none" strike="noStrike" kern="0" cap="none" spc="0" normalizeH="0" baseline="0" noProof="0">
              <a:ln>
                <a:noFill/>
              </a:ln>
              <a:effectLst/>
              <a:uLnTx/>
              <a:uFillTx/>
              <a:latin typeface="+mn-lt"/>
              <a:ea typeface="72 Brand" pitchFamily="34" charset="-128"/>
              <a:cs typeface="72 Brand" pitchFamily="34" charset="-128"/>
            </a:endParaRPr>
          </a:p>
        </p:txBody>
      </p:sp>
      <p:sp>
        <p:nvSpPr>
          <p:cNvPr id="11" name="Rectangle 10">
            <a:extLst>
              <a:ext uri="{FF2B5EF4-FFF2-40B4-BE49-F238E27FC236}">
                <a16:creationId xmlns:a16="http://schemas.microsoft.com/office/drawing/2014/main" id="{7D40CC36-5166-BB3B-66BC-86FBAECE2A47}"/>
              </a:ext>
              <a:ext uri="{C183D7F6-B498-43B3-948B-1728B52AA6E4}">
                <adec:decorative xmlns:adec="http://schemas.microsoft.com/office/drawing/2017/decorative" val="1"/>
              </a:ext>
            </a:extLst>
          </p:cNvPr>
          <p:cNvSpPr/>
          <p:nvPr/>
        </p:nvSpPr>
        <p:spPr bwMode="gray">
          <a:xfrm>
            <a:off x="7877176" y="6952560"/>
            <a:ext cx="4317999" cy="731625"/>
          </a:xfrm>
          <a:prstGeom prst="rect">
            <a:avLst/>
          </a:prstGeom>
          <a:solidFill>
            <a:srgbClr val="FFF3B8"/>
          </a:solidFill>
          <a:ln w="25400" algn="ctr">
            <a:noFill/>
            <a:miter lim="800000"/>
            <a:headEnd/>
            <a:tailEnd/>
          </a:ln>
        </p:spPr>
        <p:txBody>
          <a:bodyPr lIns="90000" tIns="72000" rIns="90000" bIns="72000" rtlCol="0" anchor="ctr"/>
          <a:lstStyle/>
          <a:p>
            <a:pPr marR="0" defTabSz="914400" eaLnBrk="1" fontAlgn="base" latinLnBrk="0" hangingPunct="1">
              <a:lnSpc>
                <a:spcPct val="100000"/>
              </a:lnSpc>
              <a:spcBef>
                <a:spcPct val="50000"/>
              </a:spcBef>
              <a:spcAft>
                <a:spcPct val="0"/>
              </a:spcAft>
              <a:buClr>
                <a:srgbClr val="F0AB00"/>
              </a:buClr>
              <a:buSzPct val="80000"/>
              <a:tabLst/>
            </a:pPr>
            <a:r>
              <a:rPr lang="en-GB" sz="1800" kern="0">
                <a:latin typeface="+mn-lt"/>
                <a:ea typeface="72 Brand" pitchFamily="34" charset="-128"/>
                <a:cs typeface="72 Brand" pitchFamily="34" charset="-128"/>
              </a:rPr>
              <a:t>Use the </a:t>
            </a:r>
            <a:r>
              <a:rPr lang="en-GB" sz="1800" kern="0">
                <a:latin typeface="+mn-lt"/>
                <a:ea typeface="72 Brand" pitchFamily="34" charset="-128"/>
                <a:cs typeface="72 Brand" pitchFamily="34" charset="-128"/>
                <a:hlinkClick r:id="rId5"/>
              </a:rPr>
              <a:t>QR code generator </a:t>
            </a:r>
            <a:r>
              <a:rPr lang="en-GB" sz="1800" kern="0">
                <a:latin typeface="+mn-lt"/>
                <a:ea typeface="72 Brand" pitchFamily="34" charset="-128"/>
                <a:cs typeface="72 Brand" pitchFamily="34" charset="-128"/>
              </a:rPr>
              <a:t>to create a QR code for your preferred link. </a:t>
            </a:r>
            <a:endParaRPr kumimoji="0" lang="en-DE" sz="1800" b="0" i="0" u="none" strike="noStrike" kern="0" cap="none" spc="0" normalizeH="0" baseline="0" noProof="0">
              <a:ln>
                <a:noFill/>
              </a:ln>
              <a:effectLst/>
              <a:uLnTx/>
              <a:uFillTx/>
              <a:latin typeface="+mn-lt"/>
              <a:ea typeface="72 Brand" pitchFamily="34" charset="-128"/>
              <a:cs typeface="72 Brand" pitchFamily="34" charset="-128"/>
            </a:endParaRPr>
          </a:p>
        </p:txBody>
      </p:sp>
      <p:pic>
        <p:nvPicPr>
          <p:cNvPr id="3" name="Graphic 2">
            <a:extLst>
              <a:ext uri="{FF2B5EF4-FFF2-40B4-BE49-F238E27FC236}">
                <a16:creationId xmlns:a16="http://schemas.microsoft.com/office/drawing/2014/main" id="{103B715F-D440-6C43-A15F-471D1586146F}"/>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6"/>
              </a:ext>
            </a:extLst>
          </a:blip>
          <a:srcRect l="3222" t="-905" r="42169" b="50012"/>
          <a:stretch/>
        </p:blipFill>
        <p:spPr>
          <a:xfrm>
            <a:off x="82550" y="101600"/>
            <a:ext cx="12045950" cy="3327400"/>
          </a:xfrm>
          <a:prstGeom prst="rect">
            <a:avLst/>
          </a:prstGeom>
        </p:spPr>
      </p:pic>
      <p:pic>
        <p:nvPicPr>
          <p:cNvPr id="4" name="Picture 2">
            <a:extLst>
              <a:ext uri="{FF2B5EF4-FFF2-40B4-BE49-F238E27FC236}">
                <a16:creationId xmlns:a16="http://schemas.microsoft.com/office/drawing/2014/main" id="{D636529B-1346-F436-9709-532B067E748B}"/>
              </a:ext>
              <a:ext uri="{C183D7F6-B498-43B3-948B-1728B52AA6E4}">
                <adec:decorative xmlns:adec="http://schemas.microsoft.com/office/drawing/2017/decorative" val="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737850" y="4024430"/>
            <a:ext cx="998420" cy="998420"/>
          </a:xfrm>
          <a:prstGeom prst="rect">
            <a:avLst/>
          </a:prstGeom>
          <a:noFill/>
          <a:extLst>
            <a:ext uri="{909E8E84-426E-40DD-AFC4-6F175D3DCCD1}">
              <a14:hiddenFill xmlns:a14="http://schemas.microsoft.com/office/drawing/2010/main">
                <a:solidFill>
                  <a:srgbClr val="FFFFFF"/>
                </a:solidFill>
              </a14:hiddenFill>
            </a:ext>
          </a:extLst>
        </p:spPr>
      </p:pic>
      <p:sp>
        <p:nvSpPr>
          <p:cNvPr id="5" name="Spaker name - Dynamic" descr="{&quot;templafy&quot;:{&quot;id&quot;:&quot;e90670ed-0a71-48fa-b5dc-5108019ab0c1&quot;}}">
            <a:extLst>
              <a:ext uri="{FF2B5EF4-FFF2-40B4-BE49-F238E27FC236}">
                <a16:creationId xmlns:a16="http://schemas.microsoft.com/office/drawing/2014/main" id="{8C09A092-678E-1725-E7AF-4AEB3E1144A6}"/>
              </a:ext>
            </a:extLst>
          </p:cNvPr>
          <p:cNvSpPr txBox="1">
            <a:spLocks/>
          </p:cNvSpPr>
          <p:nvPr/>
        </p:nvSpPr>
        <p:spPr>
          <a:xfrm>
            <a:off x="8129589" y="4022725"/>
            <a:ext cx="2608263" cy="260517"/>
          </a:xfrm>
          <a:prstGeom prst="rect">
            <a:avLst/>
          </a:prstGeom>
          <a:noFill/>
        </p:spPr>
        <p:txBody>
          <a:bodyPr wrap="square" lIns="0" tIns="0" rIns="0" bIns="0" rtlCol="0" anchor="t" anchorCtr="0">
            <a:noAutofit/>
          </a:bodyPr>
          <a:lstStyle/>
          <a:p>
            <a:pPr algn="l"/>
            <a:r>
              <a:rPr lang="en-GB" sz="1400">
                <a:latin typeface="72 Brand Medium" panose="020B0604030603020204" pitchFamily="34" charset="0"/>
                <a:cs typeface="72" panose="020B0503030000000003" pitchFamily="34" charset="0"/>
              </a:rPr>
              <a:t>Name</a:t>
            </a:r>
          </a:p>
        </p:txBody>
      </p:sp>
      <p:sp>
        <p:nvSpPr>
          <p:cNvPr id="13" name="Spaker name - Dynamic" descr="{&quot;templafy&quot;:{&quot;id&quot;:&quot;b8876b49-3579-4000-bba6-01f2db4105cb&quot;}}">
            <a:extLst>
              <a:ext uri="{FF2B5EF4-FFF2-40B4-BE49-F238E27FC236}">
                <a16:creationId xmlns:a16="http://schemas.microsoft.com/office/drawing/2014/main" id="{DD99D408-C300-52A0-82D2-F61863D98749}"/>
              </a:ext>
            </a:extLst>
          </p:cNvPr>
          <p:cNvSpPr txBox="1">
            <a:spLocks/>
          </p:cNvSpPr>
          <p:nvPr/>
        </p:nvSpPr>
        <p:spPr>
          <a:xfrm>
            <a:off x="8129588" y="4302958"/>
            <a:ext cx="2608263" cy="1321555"/>
          </a:xfrm>
          <a:prstGeom prst="rect">
            <a:avLst/>
          </a:prstGeom>
          <a:noFill/>
        </p:spPr>
        <p:txBody>
          <a:bodyPr wrap="square" lIns="0" tIns="0" rIns="0" bIns="0" rtlCol="0" anchor="t" anchorCtr="0">
            <a:noAutofit/>
          </a:bodyPr>
          <a:lstStyle/>
          <a:p>
            <a:r>
              <a:rPr lang="en-GB" sz="1400">
                <a:latin typeface="72 Brand"/>
                <a:ea typeface="72 Brand"/>
              </a:rPr>
              <a:t>WDF11 PO team</a:t>
            </a:r>
            <a:br>
              <a:rPr lang="en-GB" sz="1400">
                <a:latin typeface="72 Brand"/>
                <a:ea typeface="72 Brand"/>
              </a:rPr>
            </a:br>
            <a:r>
              <a:rPr lang="en-GB" sz="1400">
                <a:latin typeface="72 Brand"/>
                <a:ea typeface="72 Brand"/>
              </a:rPr>
              <a:t>DL PI S4HANA Procure WDF 11</a:t>
            </a:r>
          </a:p>
        </p:txBody>
      </p:sp>
    </p:spTree>
    <p:custDataLst>
      <p:custData r:id="rId1"/>
      <p:custData r:id="rId2"/>
    </p:custDataLst>
    <p:extLst>
      <p:ext uri="{BB962C8B-B14F-4D97-AF65-F5344CB8AC3E}">
        <p14:creationId xmlns:p14="http://schemas.microsoft.com/office/powerpoint/2010/main" val="349739428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P_AGENDA" val="TOC TOCShowsSubsections Dividers SectionNumber SlideNumber"/>
</p:tagLst>
</file>

<file path=ppt/tags/tag2.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True&quot; Source=&quot;Group 4&quot; Layer=&quot;Group 4&quot; /&gt;"/>
</p:tagLst>
</file>

<file path=ppt/tags/tag3.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True&quot; Source=&quot;Group 5&quot; Layer=&quot;Group 5&quot; /&gt;"/>
</p:tagLst>
</file>

<file path=ppt/tags/tag4.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True&quot; Source=&quot;Harvey 8&quot; Layer=&quot;Harvey 8&quot; /&gt;"/>
</p:tagLst>
</file>

<file path=ppt/tags/tag5.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d5f66dcd-7c8d-4661-849b-23a9587c15e3&quot; /&gt;"/>
  <p:tag name="SP_POWERSHAPE" val="&lt;PowerShapeTag ClassVersion=&quot;0&quot; GUID=&quot;81f1f80b-b882-418d-8bbb-9c38d8d27274&quot; IsConsolidated=&quot;False&quot; IsTopLevel=&quot;True&quot; Layer=&quot;Harvey 100&quot; Source=&quot;Harvey 100&quot; /&gt;"/>
</p:tagLst>
</file>

<file path=ppt/tags/tag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0/100 [0]&quot; Source=&quot;Harvey 100&quot; /&gt;"/>
</p:tagLst>
</file>

<file path=ppt/tags/tag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100 [1]&quot; Source=&quot;Harvey 100&quot; /&gt;"/>
</p:tagLst>
</file>

<file path=ppt/tags/tag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100 [2]&quot; Source=&quot;Harvey 100&quot; /&gt;"/>
</p:tagLst>
</file>

<file path=ppt/tags/tag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100 [3]&quot; Source=&quot;Harvey 100&quot; /&gt;"/>
</p:tagLst>
</file>

<file path=ppt/tags/tag1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100 [4]&quot; Source=&quot;Harvey 100&quot; /&gt;"/>
</p:tagLst>
</file>

<file path=ppt/tags/tag1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100 [5]&quot; Source=&quot;Harvey 100&quot; /&gt;"/>
</p:tagLst>
</file>

<file path=ppt/tags/tag1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100 [6]&quot; Source=&quot;Harvey 100&quot; /&gt;"/>
</p:tagLst>
</file>

<file path=ppt/tags/tag1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100 [7]&quot; Source=&quot;Harvey 100&quot; /&gt;"/>
</p:tagLst>
</file>

<file path=ppt/tags/tag1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100 [8]&quot; Source=&quot;Harvey 100&quot; /&gt;"/>
</p:tagLst>
</file>

<file path=ppt/tags/tag1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100 [9]&quot; Source=&quot;Harvey 100&quot; /&gt;"/>
</p:tagLst>
</file>

<file path=ppt/tags/tag1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0/100 [10]&quot; Source=&quot;Harvey 100&quot; /&gt;"/>
</p:tagLst>
</file>

<file path=ppt/tags/tag1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1/100 [11]&quot; Source=&quot;Harvey 100&quot; /&gt;"/>
</p:tagLst>
</file>

<file path=ppt/tags/tag1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2/100 [12]&quot; Source=&quot;Harvey 100&quot; /&gt;"/>
</p:tagLst>
</file>

<file path=ppt/tags/tag1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3/100 [13]&quot; Source=&quot;Harvey 100&quot; /&gt;"/>
</p:tagLst>
</file>

<file path=ppt/tags/tag2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4/100 [14]&quot; Source=&quot;Harvey 100&quot; /&gt;"/>
</p:tagLst>
</file>

<file path=ppt/tags/tag2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5/100 [15]&quot; Source=&quot;Harvey 100&quot; /&gt;"/>
</p:tagLst>
</file>

<file path=ppt/tags/tag2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6/100 [16]&quot; Source=&quot;Harvey 100&quot; /&gt;"/>
</p:tagLst>
</file>

<file path=ppt/tags/tag2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7/100 [17]&quot; Source=&quot;Harvey 100&quot; /&gt;"/>
</p:tagLst>
</file>

<file path=ppt/tags/tag2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8/100 [18]&quot; Source=&quot;Harvey 100&quot; /&gt;"/>
</p:tagLst>
</file>

<file path=ppt/tags/tag2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9/100 [19]&quot; Source=&quot;Harvey 100&quot; /&gt;"/>
</p:tagLst>
</file>

<file path=ppt/tags/tag2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0/100 [20]&quot; Source=&quot;Harvey 100&quot; /&gt;"/>
</p:tagLst>
</file>

<file path=ppt/tags/tag2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1/100 [21]&quot; Source=&quot;Harvey 100&quot; /&gt;"/>
</p:tagLst>
</file>

<file path=ppt/tags/tag2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2/100 [22]&quot; Source=&quot;Harvey 100&quot; /&gt;"/>
</p:tagLst>
</file>

<file path=ppt/tags/tag2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3/100 [23]&quot; Source=&quot;Harvey 100&quot; /&gt;"/>
</p:tagLst>
</file>

<file path=ppt/tags/tag3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4/100 [24]&quot; Source=&quot;Harvey 100&quot; /&gt;"/>
</p:tagLst>
</file>

<file path=ppt/tags/tag3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5/100 [25]&quot; Source=&quot;Harvey 100&quot; /&gt;"/>
</p:tagLst>
</file>

<file path=ppt/tags/tag3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6/100 [26]&quot; Source=&quot;Harvey 100&quot; /&gt;"/>
</p:tagLst>
</file>

<file path=ppt/tags/tag3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7/100 [27]&quot; Source=&quot;Harvey 100&quot; /&gt;"/>
</p:tagLst>
</file>

<file path=ppt/tags/tag3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8/100 [28]&quot; Source=&quot;Harvey 100&quot; /&gt;"/>
</p:tagLst>
</file>

<file path=ppt/tags/tag3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29/100 [29]&quot; Source=&quot;Harvey 100&quot; /&gt;"/>
</p:tagLst>
</file>

<file path=ppt/tags/tag3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0/100 [30]&quot; Source=&quot;Harvey 100&quot; /&gt;"/>
</p:tagLst>
</file>

<file path=ppt/tags/tag3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1/100 [31]&quot; Source=&quot;Harvey 100&quot; /&gt;"/>
</p:tagLst>
</file>

<file path=ppt/tags/tag3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2/100 [32]&quot; Source=&quot;Harvey 100&quot; /&gt;"/>
</p:tagLst>
</file>

<file path=ppt/tags/tag3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3/100 [33]&quot; Source=&quot;Harvey 100&quot; /&gt;"/>
</p:tagLst>
</file>

<file path=ppt/tags/tag4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4/100 [34]&quot; Source=&quot;Harvey 100&quot; /&gt;"/>
</p:tagLst>
</file>

<file path=ppt/tags/tag4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5/100 [35]&quot; Source=&quot;Harvey 100&quot; /&gt;"/>
</p:tagLst>
</file>

<file path=ppt/tags/tag4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6/100 [36]&quot; Source=&quot;Harvey 100&quot; /&gt;"/>
</p:tagLst>
</file>

<file path=ppt/tags/tag4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7/100 [37]&quot; Source=&quot;Harvey 100&quot; /&gt;"/>
</p:tagLst>
</file>

<file path=ppt/tags/tag4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8/100 [38]&quot; Source=&quot;Harvey 100&quot; /&gt;"/>
</p:tagLst>
</file>

<file path=ppt/tags/tag4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39/100 [39]&quot; Source=&quot;Harvey 100&quot; /&gt;"/>
</p:tagLst>
</file>

<file path=ppt/tags/tag4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0/100 [40]&quot; Source=&quot;Harvey 100&quot; /&gt;"/>
</p:tagLst>
</file>

<file path=ppt/tags/tag4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1/100 [41]&quot; Source=&quot;Harvey 100&quot; /&gt;"/>
</p:tagLst>
</file>

<file path=ppt/tags/tag4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2/100 [42]&quot; Source=&quot;Harvey 100&quot; /&gt;"/>
</p:tagLst>
</file>

<file path=ppt/tags/tag4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3/100 [43]&quot; Source=&quot;Harvey 100&quot; /&gt;"/>
</p:tagLst>
</file>

<file path=ppt/tags/tag5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4/100 [44]&quot; Source=&quot;Harvey 100&quot; /&gt;"/>
</p:tagLst>
</file>

<file path=ppt/tags/tag5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5/100 [45]&quot; Source=&quot;Harvey 100&quot; /&gt;"/>
</p:tagLst>
</file>

<file path=ppt/tags/tag5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6/100 [46]&quot; Source=&quot;Harvey 100&quot; /&gt;"/>
</p:tagLst>
</file>

<file path=ppt/tags/tag5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7/100 [47]&quot; Source=&quot;Harvey 100&quot; /&gt;"/>
</p:tagLst>
</file>

<file path=ppt/tags/tag5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8/100 [48]&quot; Source=&quot;Harvey 100&quot; /&gt;"/>
</p:tagLst>
</file>

<file path=ppt/tags/tag5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49/100 [49]&quot; Source=&quot;Harvey 100&quot; /&gt;"/>
</p:tagLst>
</file>

<file path=ppt/tags/tag5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0/100 [50]&quot; Source=&quot;Harvey 100&quot; /&gt;"/>
</p:tagLst>
</file>

<file path=ppt/tags/tag5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1/100 [51]&quot; Source=&quot;Harvey 100&quot; /&gt;"/>
</p:tagLst>
</file>

<file path=ppt/tags/tag5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2/100 [52]&quot; Source=&quot;Harvey 100&quot; /&gt;"/>
</p:tagLst>
</file>

<file path=ppt/tags/tag5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3/100 [53]&quot; Source=&quot;Harvey 100&quot; /&gt;"/>
</p:tagLst>
</file>

<file path=ppt/tags/tag6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4/100 [54]&quot; Source=&quot;Harvey 100&quot; /&gt;"/>
</p:tagLst>
</file>

<file path=ppt/tags/tag6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5/100 [55]&quot; Source=&quot;Harvey 100&quot; /&gt;"/>
</p:tagLst>
</file>

<file path=ppt/tags/tag6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6/100 [56]&quot; Source=&quot;Harvey 100&quot; /&gt;"/>
</p:tagLst>
</file>

<file path=ppt/tags/tag6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7/100 [57]&quot; Source=&quot;Harvey 100&quot; /&gt;"/>
</p:tagLst>
</file>

<file path=ppt/tags/tag6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8/100 [58]&quot; Source=&quot;Harvey 100&quot; /&gt;"/>
</p:tagLst>
</file>

<file path=ppt/tags/tag6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59/100 [59]&quot; Source=&quot;Harvey 100&quot; /&gt;"/>
</p:tagLst>
</file>

<file path=ppt/tags/tag6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0/100 [60]&quot; Source=&quot;Harvey 100&quot; /&gt;"/>
</p:tagLst>
</file>

<file path=ppt/tags/tag6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1/100 [61]&quot; Source=&quot;Harvey 100&quot; /&gt;"/>
</p:tagLst>
</file>

<file path=ppt/tags/tag6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2/100 [62]&quot; Source=&quot;Harvey 100&quot; /&gt;"/>
</p:tagLst>
</file>

<file path=ppt/tags/tag6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3/100 [63]&quot; Source=&quot;Harvey 100&quot; /&gt;"/>
</p:tagLst>
</file>

<file path=ppt/tags/tag7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4/100 [64]&quot; Source=&quot;Harvey 100&quot; /&gt;"/>
</p:tagLst>
</file>

<file path=ppt/tags/tag7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5/100 [65]&quot; Source=&quot;Harvey 100&quot; /&gt;"/>
</p:tagLst>
</file>

<file path=ppt/tags/tag7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6/100 [66]&quot; Source=&quot;Harvey 100&quot; /&gt;"/>
</p:tagLst>
</file>

<file path=ppt/tags/tag7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7/100 [67]&quot; Source=&quot;Harvey 100&quot; /&gt;"/>
</p:tagLst>
</file>

<file path=ppt/tags/tag7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8/100 [68]&quot; Source=&quot;Harvey 100&quot; /&gt;"/>
</p:tagLst>
</file>

<file path=ppt/tags/tag7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69/100 [69]&quot; Source=&quot;Harvey 100&quot; /&gt;"/>
</p:tagLst>
</file>

<file path=ppt/tags/tag7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0/100 [70]&quot; Source=&quot;Harvey 100&quot; /&gt;"/>
</p:tagLst>
</file>

<file path=ppt/tags/tag7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1/100 [71]&quot; Source=&quot;Harvey 100&quot; /&gt;"/>
</p:tagLst>
</file>

<file path=ppt/tags/tag7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2/100 [72]&quot; Source=&quot;Harvey 100&quot; /&gt;"/>
</p:tagLst>
</file>

<file path=ppt/tags/tag7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3/100 [73]&quot; Source=&quot;Harvey 100&quot; /&gt;"/>
</p:tagLst>
</file>

<file path=ppt/tags/tag8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4/100 [74]&quot; Source=&quot;Harvey 100&quot; /&gt;"/>
</p:tagLst>
</file>

<file path=ppt/tags/tag8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5/100 [75]&quot; Source=&quot;Harvey 100&quot; /&gt;"/>
</p:tagLst>
</file>

<file path=ppt/tags/tag8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6/100 [76]&quot; Source=&quot;Harvey 100&quot; /&gt;"/>
</p:tagLst>
</file>

<file path=ppt/tags/tag8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7/100 [77]&quot; Source=&quot;Harvey 100&quot; /&gt;"/>
</p:tagLst>
</file>

<file path=ppt/tags/tag8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8/100 [78]&quot; Source=&quot;Harvey 100&quot; /&gt;"/>
</p:tagLst>
</file>

<file path=ppt/tags/tag8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79/100 [79]&quot; Source=&quot;Harvey 100&quot; /&gt;"/>
</p:tagLst>
</file>

<file path=ppt/tags/tag8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0/100 [80]&quot; Source=&quot;Harvey 100&quot; /&gt;"/>
</p:tagLst>
</file>

<file path=ppt/tags/tag8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1/100 [81]&quot; Source=&quot;Harvey 100&quot; /&gt;"/>
</p:tagLst>
</file>

<file path=ppt/tags/tag8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2/100 [82]&quot; Source=&quot;Harvey 100&quot; /&gt;"/>
</p:tagLst>
</file>

<file path=ppt/tags/tag8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3/100 [83]&quot; Source=&quot;Harvey 100&quot; /&gt;"/>
</p:tagLst>
</file>

<file path=ppt/tags/tag9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4/100 [84]&quot; Source=&quot;Harvey 100&quot; /&gt;"/>
</p:tagLst>
</file>

<file path=ppt/tags/tag9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5/100 [85]&quot; Source=&quot;Harvey 100&quot; /&gt;"/>
</p:tagLst>
</file>

<file path=ppt/tags/tag9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6/100 [86]&quot; Source=&quot;Harvey 100&quot; /&gt;"/>
</p:tagLst>
</file>

<file path=ppt/tags/tag9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7/100 [87]&quot; Source=&quot;Harvey 100&quot; /&gt;"/>
</p:tagLst>
</file>

<file path=ppt/tags/tag9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8/100 [88]&quot; Source=&quot;Harvey 100&quot; /&gt;"/>
</p:tagLst>
</file>

<file path=ppt/tags/tag9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89/100 [89]&quot; Source=&quot;Harvey 100&quot; /&gt;"/>
</p:tagLst>
</file>

<file path=ppt/tags/tag9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0/100 [90]&quot; Source=&quot;Harvey 100&quot; /&gt;"/>
</p:tagLst>
</file>

<file path=ppt/tags/tag97.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1/100 [91]&quot; Source=&quot;Harvey 100&quot; /&gt;"/>
</p:tagLst>
</file>

<file path=ppt/tags/tag98.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2/100 [92]&quot; Source=&quot;Harvey 100&quot; /&gt;"/>
</p:tagLst>
</file>

<file path=ppt/tags/tag99.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3/100 [93]&quot; Source=&quot;Harvey 100&quot; /&gt;"/>
</p:tagLst>
</file>

<file path=ppt/tags/tag100.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4/100 [94]&quot; Source=&quot;Harvey 100&quot; /&gt;"/>
</p:tagLst>
</file>

<file path=ppt/tags/tag101.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5/100 [95]&quot; Source=&quot;Harvey 100&quot; /&gt;"/>
</p:tagLst>
</file>

<file path=ppt/tags/tag102.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6/100 [96]&quot; Source=&quot;Harvey 100&quot; /&gt;"/>
</p:tagLst>
</file>

<file path=ppt/tags/tag103.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7/100 [97]&quot; Source=&quot;Harvey 100&quot; /&gt;"/>
</p:tagLst>
</file>

<file path=ppt/tags/tag104.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8/100 [98]&quot; Source=&quot;Harvey 100&quot; /&gt;"/>
</p:tagLst>
</file>

<file path=ppt/tags/tag105.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99/100 [99]&quot; Source=&quot;Harvey 100&quot; /&gt;"/>
</p:tagLst>
</file>

<file path=ppt/tags/tag106.xml><?xml version="1.0" encoding="utf-8"?>
<p:tagLst xmlns:a="http://schemas.openxmlformats.org/drawingml/2006/main" xmlns:r="http://schemas.openxmlformats.org/officeDocument/2006/relationships" xmlns:p="http://schemas.openxmlformats.org/presentationml/2006/main">
  <p:tag name="SP_POWERSHAPE" val="&lt;PowerShapeTag ClassVersion=&quot;0&quot; GUID=&quot;81f1f80b-b882-418d-8bbb-9c38d8d27274&quot; IsConsolidated=&quot;False&quot; IsTopLevel=&quot;False&quot; Layer=&quot;Harvey 100/100 [100]&quot; Source=&quot;Harvey 100&quot; /&gt;"/>
</p:tagLst>
</file>

<file path=ppt/tags/tag107.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0/8 [0]&quot; /&gt;"/>
</p:tagLst>
</file>

<file path=ppt/tags/tag108.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1/8 [1]&quot; /&gt;"/>
</p:tagLst>
</file>

<file path=ppt/tags/tag109.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2/8 [2]&quot; /&gt;"/>
</p:tagLst>
</file>

<file path=ppt/tags/tag110.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3/8 [3]&quot; /&gt;"/>
</p:tagLst>
</file>

<file path=ppt/tags/tag111.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4/8 [4]&quot; /&gt;"/>
</p:tagLst>
</file>

<file path=ppt/tags/tag112.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5/8 [5]&quot; /&gt;"/>
</p:tagLst>
</file>

<file path=ppt/tags/tag113.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6/8 [6]&quot; /&gt;"/>
</p:tagLst>
</file>

<file path=ppt/tags/tag114.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7/8 [7]&quot; /&gt;"/>
</p:tagLst>
</file>

<file path=ppt/tags/tag115.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3ac6243e-138b-4d24-9233-68986636b925&quot; /&gt;"/>
  <p:tag name="SP_POWERSHAPE" val="&lt;PowerShapeTag ClassVersion=&quot;0&quot; GUID=&quot;b4a0a1cc-0b52-49b0-80fe-c3d6b9aabd20&quot; IsConsolidated=&quot;False&quot; IsTopLevel=&quot;False&quot; Source=&quot;Harvey 8&quot; Layer=&quot;Harvey 8/8 [8]&quot; /&gt;"/>
</p:tagLst>
</file>

<file path=ppt/tags/tag116.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0/4 [0]&quot; /&gt;"/>
</p:tagLst>
</file>

<file path=ppt/tags/tag117.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1/4 [1]&quot; /&gt;"/>
</p:tagLst>
</file>

<file path=ppt/tags/tag118.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2/4 [2]&quot; /&gt;"/>
</p:tagLst>
</file>

<file path=ppt/tags/tag119.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3/4 [3]&quot; /&gt;"/>
</p:tagLst>
</file>

<file path=ppt/tags/tag120.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1f6e42f0-6172-48f1-b7b3-938d21934801&quot; /&gt;"/>
  <p:tag name="SP_POWERSHAPE" val="&lt;PowerShapeTag ClassVersion=&quot;0&quot; GUID=&quot;d49074d4-1016-448b-856a-9ab9e2544118&quot; IsConsolidated=&quot;False&quot; IsTopLevel=&quot;False&quot; Source=&quot;Group 5&quot; Layer=&quot;Harvey 4/4 [4]&quot; /&gt;"/>
</p:tagLst>
</file>

<file path=ppt/tags/tag121.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0/3 [0]&quot; /&gt;"/>
</p:tagLst>
</file>

<file path=ppt/tags/tag122.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1/3 [1]&quot; /&gt;"/>
</p:tagLst>
</file>

<file path=ppt/tags/tag123.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2/3 [2]&quot; /&gt;"/>
</p:tagLst>
</file>

<file path=ppt/tags/tag124.xml><?xml version="1.0" encoding="utf-8"?>
<p:tagLst xmlns:a="http://schemas.openxmlformats.org/drawingml/2006/main" xmlns:r="http://schemas.openxmlformats.org/officeDocument/2006/relationships" xmlns:p="http://schemas.openxmlformats.org/presentationml/2006/main">
  <p:tag name="SP_LIBRARY" val="&lt;LibraryShapeTag ClassVersion=&quot;0&quot; GUID=&quot;2915f3e2-8299-477b-bc6f-b8374767579c&quot; /&gt;"/>
  <p:tag name="SP_POWERSHAPE" val="&lt;PowerShapeTag ClassVersion=&quot;0&quot; GUID=&quot;482b1744-6a2c-4e40-b634-2f3943210f4d&quot; IsConsolidated=&quot;False&quot; IsTopLevel=&quot;False&quot; Source=&quot;Group 4&quot; Layer=&quot;Harvey 3/3 [3]&quot; /&gt;"/>
</p:tagLst>
</file>

<file path=ppt/theme/theme1.xml><?xml version="1.0" encoding="utf-8"?>
<a:theme xmlns:a="http://schemas.openxmlformats.org/drawingml/2006/main" name="SAP Template">
  <a:themeElements>
    <a:clrScheme name="SAP Colors 2023">
      <a:dk1>
        <a:srgbClr val="000000"/>
      </a:dk1>
      <a:lt1>
        <a:srgbClr val="FFFFFF"/>
      </a:lt1>
      <a:dk2>
        <a:srgbClr val="1B90FF"/>
      </a:dk2>
      <a:lt2>
        <a:srgbClr val="89D1FF"/>
      </a:lt2>
      <a:accent1>
        <a:srgbClr val="E76500"/>
      </a:accent1>
      <a:accent2>
        <a:srgbClr val="049F9A"/>
      </a:accent2>
      <a:accent3>
        <a:srgbClr val="36A41D"/>
      </a:accent3>
      <a:accent4>
        <a:srgbClr val="FA4F96"/>
      </a:accent4>
      <a:accent5>
        <a:srgbClr val="F31DED"/>
      </a:accent5>
      <a:accent6>
        <a:srgbClr val="7858FF"/>
      </a:accent6>
      <a:hlink>
        <a:srgbClr val="0070F2"/>
      </a:hlink>
      <a:folHlink>
        <a:srgbClr val="0070F2"/>
      </a:folHlink>
    </a:clrScheme>
    <a:fontScheme name="SAP 2023">
      <a:majorFont>
        <a:latin typeface="72 Brand Medium"/>
        <a:ea typeface=""/>
        <a:cs typeface=""/>
      </a:majorFont>
      <a:minorFont>
        <a:latin typeface="72 Brand"/>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gray">
        <a:noFill/>
        <a:ln w="28575" algn="ctr">
          <a:solidFill>
            <a:schemeClr val="tx1"/>
          </a:solidFill>
          <a:miter lim="800000"/>
          <a:headEnd/>
          <a:tailEnd/>
        </a:ln>
      </a:spPr>
      <a:bodyPr lIns="90000" tIns="72000" rIns="90000" bIns="72000" rtlCol="0" anchor="ctr"/>
      <a:lstStyle>
        <a:defPPr marR="0" algn="ctr" defTabSz="914400" eaLnBrk="1" fontAlgn="base" latinLnBrk="0" hangingPunct="1">
          <a:lnSpc>
            <a:spcPct val="100000"/>
          </a:lnSpc>
          <a:spcBef>
            <a:spcPct val="50000"/>
          </a:spcBef>
          <a:spcAft>
            <a:spcPct val="0"/>
          </a:spcAft>
          <a:buClr>
            <a:srgbClr val="F0AB00"/>
          </a:buClr>
          <a:buSzPct val="80000"/>
          <a:tabLst/>
          <a:defRPr kumimoji="0" sz="1400" b="0" i="0" u="none" strike="noStrike" kern="0" cap="none" spc="0" normalizeH="0" baseline="0" noProof="0" dirty="0" err="1" smtClean="0">
            <a:ln>
              <a:noFill/>
            </a:ln>
            <a:effectLst/>
            <a:uLnTx/>
            <a:uFillTx/>
            <a:latin typeface="+mn-lt"/>
            <a:ea typeface="72 Brand" pitchFamily="34" charset="-128"/>
            <a:cs typeface="72 Brand" pitchFamily="34" charset="-128"/>
          </a:defRPr>
        </a:defPPr>
      </a:lstStyle>
    </a:spDef>
    <a:lnDef>
      <a:spPr>
        <a:ln w="25400">
          <a:solidFill>
            <a:schemeClr val="tx1"/>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txDef>
      <a:spPr>
        <a:noFill/>
        <a:ln w="28575">
          <a:noFill/>
        </a:ln>
      </a:spPr>
      <a:bodyPr wrap="square" lIns="0" tIns="0" rIns="0" bIns="0" rtlCol="0">
        <a:spAutoFit/>
      </a:bodyPr>
      <a:lstStyle>
        <a:defPPr algn="l" fontAlgn="base">
          <a:spcBef>
            <a:spcPct val="50000"/>
          </a:spcBef>
          <a:spcAft>
            <a:spcPct val="0"/>
          </a:spcAft>
          <a:buClr>
            <a:schemeClr val="tx1"/>
          </a:buClr>
          <a:buSzPct val="100000"/>
          <a:defRPr sz="1400" kern="0" dirty="0" err="1" smtClean="0">
            <a:latin typeface="72 Brand" panose="020B0504030603020204" pitchFamily="34" charset="0"/>
            <a:ea typeface="72 Brand" pitchFamily="34" charset="-128"/>
            <a:cs typeface="72 Brand" pitchFamily="34" charset="-128"/>
          </a:defRPr>
        </a:defPPr>
      </a:lstStyle>
    </a:txDef>
  </a:objectDefaults>
  <a:extraClrSchemeLst/>
  <a:custClrLst>
    <a:custClr name="Blue 2">
      <a:srgbClr val="D1EFFF"/>
    </a:custClr>
    <a:custClr name="Blue 4">
      <a:srgbClr val="89D1FF"/>
    </a:custClr>
    <a:custClr name="Blue 6">
      <a:srgbClr val="1B90FF"/>
    </a:custClr>
    <a:custClr name="Blue 7">
      <a:srgbClr val="0070F2"/>
    </a:custClr>
    <a:custClr name="Blue 10">
      <a:srgbClr val="002A86"/>
    </a:custClr>
    <a:custClr name="Blue 11">
      <a:srgbClr val="00144A"/>
    </a:custClr>
    <a:custClr name="Mango 2">
      <a:srgbClr val="FFF3B8"/>
    </a:custClr>
    <a:custClr name="Mango 4">
      <a:srgbClr val="FFC933"/>
    </a:custClr>
    <a:custClr name="Mango 6">
      <a:srgbClr val="E76500"/>
    </a:custClr>
    <a:custClr name="Mango 7">
      <a:srgbClr val="C35500"/>
    </a:custClr>
    <a:custClr name="Mango 10">
      <a:srgbClr val="6D1900"/>
    </a:custClr>
    <a:custClr name="Mango 11">
      <a:srgbClr val="450B00"/>
    </a:custClr>
    <a:custClr name="Teal 2">
      <a:srgbClr val="C2FCEE"/>
    </a:custClr>
    <a:custClr name="Teal 4">
      <a:srgbClr val="2CE0BF"/>
    </a:custClr>
    <a:custClr name="Teal 6">
      <a:srgbClr val="049F9A"/>
    </a:custClr>
    <a:custClr name="Teal 7">
      <a:srgbClr val="07838F"/>
    </a:custClr>
    <a:custClr name="Teal 10">
      <a:srgbClr val="02414C"/>
    </a:custClr>
    <a:custClr name="Teal 11">
      <a:srgbClr val="012931"/>
    </a:custClr>
    <a:custClr name="Green 2">
      <a:srgbClr val="EBF5CB"/>
    </a:custClr>
    <a:custClr name="Green 4">
      <a:srgbClr val="97DD40"/>
    </a:custClr>
    <a:custClr name="Green 6">
      <a:srgbClr val="36A41D"/>
    </a:custClr>
    <a:custClr name="Green 7">
      <a:srgbClr val="188918"/>
    </a:custClr>
    <a:custClr name="Green 10">
      <a:srgbClr val="164323"/>
    </a:custClr>
    <a:custClr name="Green 11">
      <a:srgbClr val="0E2B16"/>
    </a:custClr>
    <a:custClr name="Red 2">
      <a:srgbClr val="FFD5EA"/>
    </a:custClr>
    <a:custClr name="Red 4">
      <a:srgbClr val="FF8CB2"/>
    </a:custClr>
    <a:custClr name="Red 6">
      <a:srgbClr val="EE3939"/>
    </a:custClr>
    <a:custClr name="Red 7">
      <a:srgbClr val="D20A0A"/>
    </a:custClr>
    <a:custClr name="Red 10">
      <a:srgbClr val="5A0404"/>
    </a:custClr>
    <a:custClr name="Red 11">
      <a:srgbClr val="350000"/>
    </a:custClr>
    <a:custClr name="Raspberry 2">
      <a:srgbClr val="FFDCE8"/>
    </a:custClr>
    <a:custClr name="Raspberry 4">
      <a:srgbClr val="FEADC8"/>
    </a:custClr>
    <a:custClr name="Raspberry 6">
      <a:srgbClr val="FA4F96"/>
    </a:custClr>
    <a:custClr name="Raspberry 7">
      <a:srgbClr val="DF1278"/>
    </a:custClr>
    <a:custClr name="Raspberry 10">
      <a:srgbClr val="71014B"/>
    </a:custClr>
    <a:custClr name="Raspberry 11">
      <a:srgbClr val="510136"/>
    </a:custClr>
    <a:custClr name="Pink 2">
      <a:srgbClr val="FFDCF3"/>
    </a:custClr>
    <a:custClr name="Pink 4">
      <a:srgbClr val="FF8AF0"/>
    </a:custClr>
    <a:custClr name="Pink 6">
      <a:srgbClr val="F31DED"/>
    </a:custClr>
    <a:custClr name="Pink 7">
      <a:srgbClr val="CC00DC"/>
    </a:custClr>
    <a:custClr name="Pink 10">
      <a:srgbClr val="510080"/>
    </a:custClr>
    <a:custClr name="Pink 11">
      <a:srgbClr val="28004A"/>
    </a:custClr>
    <a:custClr name="Indigo 2">
      <a:srgbClr val="E2D8FF"/>
    </a:custClr>
    <a:custClr name="Indigo 4">
      <a:srgbClr val="B894FF"/>
    </a:custClr>
    <a:custClr name="Indigo 6">
      <a:srgbClr val="7858FF"/>
    </a:custClr>
    <a:custClr name="Indigo 7">
      <a:srgbClr val="5D36FF"/>
    </a:custClr>
    <a:custClr name="Indigo 10">
      <a:srgbClr val="1C0C6E"/>
    </a:custClr>
    <a:custClr name="Indigo 11">
      <a:srgbClr val="0E0637"/>
    </a:custClr>
  </a:custClrLst>
  <a:extLst>
    <a:ext uri="{05A4C25C-085E-4340-85A3-A5531E510DB2}">
      <thm15:themeFamily xmlns:thm15="http://schemas.microsoft.com/office/thememl/2012/main" name="SAP S4HANA Cloud.pptx" id="{B0D3956D-EF6F-4A3F-A8B2-2BDDBDE82888}" vid="{C52FAAC3-460F-4999-876F-B928C4FC7406}"/>
    </a:ext>
  </a:extLst>
</a:theme>
</file>

<file path=ppt/theme/theme2.xml><?xml version="1.0" encoding="utf-8"?>
<a:theme xmlns:a="http://schemas.openxmlformats.org/drawingml/2006/main" name="Office Theme">
  <a:themeElements>
    <a:clrScheme name="SAP_Colors2011_1.1">
      <a:dk1>
        <a:srgbClr val="000000"/>
      </a:dk1>
      <a:lt1>
        <a:srgbClr val="FFFFFF"/>
      </a:lt1>
      <a:dk2>
        <a:srgbClr val="0076CB"/>
      </a:dk2>
      <a:lt2>
        <a:srgbClr val="CCCCCC"/>
      </a:lt2>
      <a:accent1>
        <a:srgbClr val="F0AB00"/>
      </a:accent1>
      <a:accent2>
        <a:srgbClr val="666666"/>
      </a:accent2>
      <a:accent3>
        <a:srgbClr val="0076CB"/>
      </a:accent3>
      <a:accent4>
        <a:srgbClr val="4FB81C"/>
      </a:accent4>
      <a:accent5>
        <a:srgbClr val="E35500"/>
      </a:accent5>
      <a:accent6>
        <a:srgbClr val="760A85"/>
      </a:accent6>
      <a:hlink>
        <a:srgbClr val="666666"/>
      </a:hlink>
      <a:folHlink>
        <a:srgbClr val="CCCCCC"/>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Blue 2">
      <a:srgbClr val="D1EFFF"/>
    </a:custClr>
  </a:custClrLst>
</a:theme>
</file>

<file path=ppt/theme/theme3.xml><?xml version="1.0" encoding="utf-8"?>
<a:theme xmlns:a="http://schemas.openxmlformats.org/drawingml/2006/main" name="Office Theme">
  <a:themeElements>
    <a:clrScheme name="SAP_Colors2011">
      <a:dk1>
        <a:srgbClr val="000000"/>
      </a:dk1>
      <a:lt1>
        <a:srgbClr val="FFFFFF"/>
      </a:lt1>
      <a:dk2>
        <a:srgbClr val="00AFE3"/>
      </a:dk2>
      <a:lt2>
        <a:srgbClr val="CCCCCC"/>
      </a:lt2>
      <a:accent1>
        <a:srgbClr val="FDB913"/>
      </a:accent1>
      <a:accent2>
        <a:srgbClr val="626366"/>
      </a:accent2>
      <a:accent3>
        <a:srgbClr val="0082C9"/>
      </a:accent3>
      <a:accent4>
        <a:srgbClr val="4BBE44"/>
      </a:accent4>
      <a:accent5>
        <a:srgbClr val="B1D249"/>
      </a:accent5>
      <a:accent6>
        <a:srgbClr val="80298F"/>
      </a:accent6>
      <a:hlink>
        <a:srgbClr val="04357B"/>
      </a:hlink>
      <a:folHlink>
        <a:srgbClr val="999999"/>
      </a:folHlink>
    </a:clrScheme>
    <a:fontScheme name="SAP_Fonts2011">
      <a:majorFont>
        <a:latin typeface="Arial"/>
        <a:ea typeface=""/>
        <a:cs typeface=""/>
      </a:majorFont>
      <a:minorFont>
        <a:latin typeface="Arial"/>
        <a:ea typeface=""/>
        <a:cs typeface=""/>
      </a:minorFont>
    </a:fontScheme>
    <a:fmtScheme name="Median">
      <a:fillStyleLst>
        <a:solidFill>
          <a:schemeClr val="phClr"/>
        </a:solidFill>
        <a:solidFill>
          <a:schemeClr val="phClr">
            <a:tint val="50000"/>
          </a:schemeClr>
        </a:solidFill>
        <a:solidFill>
          <a:schemeClr val="phClr"/>
        </a:solidFill>
      </a:fillStyleLst>
      <a:lnStyleLst>
        <a:ln w="10000" cap="flat" cmpd="sng" algn="ctr">
          <a:solidFill>
            <a:schemeClr val="phClr"/>
          </a:solidFill>
          <a:prstDash val="solid"/>
        </a:ln>
        <a:ln w="19050" cap="flat" cmpd="sng" algn="ctr">
          <a:solidFill>
            <a:schemeClr val="phClr"/>
          </a:solidFill>
          <a:prstDash val="solid"/>
        </a:ln>
        <a:ln w="47625" cap="flat" cmpd="dbl" algn="ctr">
          <a:solidFill>
            <a:schemeClr val="phClr"/>
          </a:solidFill>
          <a:prstDash val="solid"/>
        </a:ln>
      </a:lnStyleLst>
      <a:effectStyleLst>
        <a:effectStyle>
          <a:effectLst>
            <a:outerShdw blurRad="38100" dist="30000" dir="5400000" rotWithShape="0">
              <a:srgbClr val="000000">
                <a:alpha val="45000"/>
              </a:srgbClr>
            </a:outerShdw>
          </a:effectLst>
        </a:effectStyle>
        <a:effectStyle>
          <a:effectLst>
            <a:outerShdw blurRad="38100" dist="30000" dir="5400000" rotWithShape="0">
              <a:srgbClr val="000000">
                <a:alpha val="45000"/>
              </a:srgbClr>
            </a:outerShdw>
          </a:effectLst>
        </a:effectStyle>
        <a:effectStyle>
          <a:effectLst>
            <a:outerShdw blurRad="38100" dist="25400" dir="5400000" rotWithShape="0">
              <a:srgbClr val="000000">
                <a:alpha val="35000"/>
              </a:srgbClr>
            </a:outerShdw>
          </a:effectLst>
          <a:scene3d>
            <a:camera prst="isometricTopDown" fov="0">
              <a:rot lat="0" lon="0" rev="0"/>
            </a:camera>
            <a:lightRig rig="balanced" dir="t">
              <a:rot lat="0" lon="0" rev="13800000"/>
            </a:lightRig>
          </a:scene3d>
          <a:sp3d extrusionH="12700" prstMaterial="plastic">
            <a:bevelT w="38100" h="25400" prst="softRound"/>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Blue 2">
      <a:srgbClr val="D1EFFF"/>
    </a:custClr>
  </a:custClrLst>
</a:theme>
</file>

<file path=ppt/webextensions/_rels/taskpanes.xml.rels><?xml version="1.0" encoding="UTF-8" standalone="yes"?>
<Relationships xmlns="http://schemas.openxmlformats.org/package/2006/relationships"><Relationship Id="rId2" Type="http://schemas.microsoft.com/office/2011/relationships/webextension" Target="webextension2.xml"/><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 dockstate="right" visibility="0" width="350" row="0">
    <wetp:webextensionref xmlns:r="http://schemas.openxmlformats.org/officeDocument/2006/relationships" r:id="rId2"/>
  </wetp:taskpane>
</wetp:taskpanes>
</file>

<file path=ppt/webextensions/webextension1.xml><?xml version="1.0" encoding="utf-8"?>
<we:webextension xmlns:we="http://schemas.microsoft.com/office/webextensions/webextension/2010/11" id="{D0FCFAFA-D3D3-1441-8101-DA629D03A5D9}">
  <we:reference id="b0692d11-e342-a550-cfba-e8c57e47b8f1" version="1.0.0.8" store="EXCatalog" storeType="EXCatalog"/>
  <we:alternateReferences/>
  <we:properties/>
  <we:bindings/>
  <we:snapshot xmlns:r="http://schemas.openxmlformats.org/officeDocument/2006/relationships"/>
</we:webextension>
</file>

<file path=ppt/webextensions/webextension2.xml><?xml version="1.0" encoding="utf-8"?>
<we:webextension xmlns:we="http://schemas.microsoft.com/office/webextensions/webextension/2010/11" id="{E65AE667-A5F5-0F47-8627-5174A8B7EA47}">
  <we:reference id="b8d7a30b-109c-4c41-a1df-a6cb639730b5" version="2.0.0.5" store="EXCatalog" storeType="EXCatalog"/>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_rels/item17.xml.rels><?xml version="1.0" encoding="UTF-8" standalone="yes"?>
<Relationships xmlns="http://schemas.openxmlformats.org/package/2006/relationships"><Relationship Id="rId1" Type="http://schemas.openxmlformats.org/officeDocument/2006/relationships/customXmlProps" Target="itemProps17.xml"/></Relationships>
</file>

<file path=customXml/_rels/item18.xml.rels><?xml version="1.0" encoding="UTF-8" standalone="yes"?>
<Relationships xmlns="http://schemas.openxmlformats.org/package/2006/relationships"><Relationship Id="rId1" Type="http://schemas.openxmlformats.org/officeDocument/2006/relationships/customXmlProps" Target="itemProps18.xml"/></Relationships>
</file>

<file path=customXml/_rels/item19.xml.rels><?xml version="1.0" encoding="UTF-8" standalone="yes"?>
<Relationships xmlns="http://schemas.openxmlformats.org/package/2006/relationships"><Relationship Id="rId1" Type="http://schemas.openxmlformats.org/officeDocument/2006/relationships/customXmlProps" Target="itemProps19.xml"/></Relationships>
</file>

<file path=customXml/_rels/item20.xml.rels><?xml version="1.0" encoding="UTF-8" standalone="yes"?>
<Relationships xmlns="http://schemas.openxmlformats.org/package/2006/relationships"><Relationship Id="rId1" Type="http://schemas.openxmlformats.org/officeDocument/2006/relationships/customXmlProps" Target="itemProps20.xml"/></Relationships>
</file>

<file path=customXml/_rels/item21.xml.rels><?xml version="1.0" encoding="UTF-8" standalone="yes"?>
<Relationships xmlns="http://schemas.openxmlformats.org/package/2006/relationships"><Relationship Id="rId1" Type="http://schemas.openxmlformats.org/officeDocument/2006/relationships/customXmlProps" Target="itemProps21.xml"/></Relationships>
</file>

<file path=customXml/_rels/item22.xml.rels><?xml version="1.0" encoding="UTF-8" standalone="yes"?>
<Relationships xmlns="http://schemas.openxmlformats.org/package/2006/relationships"><Relationship Id="rId1" Type="http://schemas.openxmlformats.org/officeDocument/2006/relationships/customXmlProps" Target="itemProps22.xml"/></Relationships>
</file>

<file path=customXml/_rels/item23.xml.rels><?xml version="1.0" encoding="UTF-8" standalone="yes"?>
<Relationships xmlns="http://schemas.openxmlformats.org/package/2006/relationships"><Relationship Id="rId1" Type="http://schemas.openxmlformats.org/officeDocument/2006/relationships/customXmlProps" Target="itemProps23.xml"/></Relationships>
</file>

<file path=customXml/_rels/item24.xml.rels><?xml version="1.0" encoding="UTF-8" standalone="yes"?>
<Relationships xmlns="http://schemas.openxmlformats.org/package/2006/relationships"><Relationship Id="rId1" Type="http://schemas.openxmlformats.org/officeDocument/2006/relationships/customXmlProps" Target="itemProps24.xml"/></Relationships>
</file>

<file path=customXml/_rels/item25.xml.rels><?xml version="1.0" encoding="UTF-8" standalone="yes"?>
<Relationships xmlns="http://schemas.openxmlformats.org/package/2006/relationships"><Relationship Id="rId1" Type="http://schemas.openxmlformats.org/officeDocument/2006/relationships/customXmlProps" Target="itemProps25.xml"/></Relationships>
</file>

<file path=customXml/_rels/item26.xml.rels><?xml version="1.0" encoding="UTF-8" standalone="yes"?>
<Relationships xmlns="http://schemas.openxmlformats.org/package/2006/relationships"><Relationship Id="rId1" Type="http://schemas.openxmlformats.org/officeDocument/2006/relationships/customXmlProps" Target="itemProps26.xml"/></Relationships>
</file>

<file path=customXml/_rels/item27.xml.rels><?xml version="1.0" encoding="UTF-8" standalone="yes"?>
<Relationships xmlns="http://schemas.openxmlformats.org/package/2006/relationships"><Relationship Id="rId1" Type="http://schemas.openxmlformats.org/officeDocument/2006/relationships/customXmlProps" Target="itemProps27.xml"/></Relationships>
</file>

<file path=customXml/item1.xml><?xml version="1.0" encoding="utf-8"?>
<TemplafySlideFormConfiguration><![CDATA[{"formFields":[],"formDataEntries":[]}]]></TemplafySlideFormConfiguration>
</file>

<file path=customXml/item2.xml><?xml version="1.0" encoding="utf-8"?>
<TemplafySlideFormConfiguration><![CDATA[{"formFields":[],"formDataEntries":[]}]]></TemplafySlideFormConfiguration>
</file>

<file path=customXml/item3.xml><?xml version="1.0" encoding="utf-8"?>
<TemplafySlideTemplateConfiguration><![CDATA[{"slideVersion":3,"isValidatorEnabled":false,"isLocked":false,"elementsMetadata":[{"type":"shape","elementConfiguration":{"binding":"{{StringJoin(\", \", Form.SpeakerName,\"SAP\")}}","visibility":"","type":"text","disableUpdates":false,"renderAsMarkdown":false}},{"type":"shape","elementConfiguration":{"binding":"{{FormatDateTime(Form.Date,\"MMMM dd, yyyy\",\"en-US\")}}","visibility":"","type":"text","disableUpdates":false,"renderAsMarkdown":false}},{"type":"shape","elementConfiguration":{"inheritDimensions":"{{InheritDimensions.InheritNone}}","width":"","height":"1 cm","image":"{{Form.SAPLogo.SubbrandBlue}}","visibility":"","type":"image","disableUpdates":false}}],"slideId":"1328131217384275968","enableDocumentContentUpdater":false,"version":"2.0"}]]></TemplafySlideTemplateConfiguration>
</file>

<file path=customXml/item4.xml><?xml version="1.0" encoding="utf-8"?>
<TemplafySlideTemplateConfiguration><![CDATA[{"slideVersion":3,"isValidatorEnabled":false,"isLocked":false,"elementsMetadata":[],"slideId":"1328131217384275974","enableDocumentContentUpdater":false,"version":"2.0"}]]></TemplafySlideTemplateConfiguration>
</file>

<file path=customXml/item5.xml><?xml version="1.0" encoding="utf-8"?>
<TemplafySlideFormConfiguration><![CDATA[{"formFields":[],"formDataEntries":[]}]]></TemplafySlideFormConfiguration>
</file>

<file path=customXml/item6.xml><?xml version="1.0" encoding="utf-8"?>
<TemplafySlideTemplateConfiguration><![CDATA[{"slideVersion":3,"isValidatorEnabled":false,"isLocked":false,"elementsMetadata":[{"type":"shape","elementConfiguration":{"binding":"{{Form.SpeakerName}}","visibility":"","type":"text","disableUpdates":false,"renderAsMarkdown":false}},{"type":"shape","elementConfiguration":{"binding":"{{Form.Position}}\n{{Form.Address}}\n{{Form.City}} \n{{Form.Email}}","visibility":"","type":"text","disableUpdates":false,"renderAsMarkdown":false}}],"slideId":"1328131217384275984","enableDocumentContentUpdater":false,"version":"2.0"}]]></TemplafySlideTemplateConfiguration>
</file>

<file path=customXml/item7.xml><?xml version="1.0" encoding="utf-8"?>
<p:properties xmlns:p="http://schemas.microsoft.com/office/2006/metadata/properties" xmlns:xsi="http://www.w3.org/2001/XMLSchema-instance" xmlns:pc="http://schemas.microsoft.com/office/infopath/2007/PartnerControls">
  <documentManagement/>
</p:properties>
</file>

<file path=customXml/item8.xml><?xml version="1.0" encoding="utf-8"?>
<TemplafySlideFormConfiguration><![CDATA[{"formFields":[{"distinct":false,"hideIfNoUserInteractionRequired":false,"required":true,"autoSelectFirstOption":false,"shareValue":false,"type":"dropDown","dataSourceName":"PPTSubBrandLogos2023","dataSourceFieldName":"Name","name":"SAPLogo","label":"Select Template"},{"required":false,"placeholder":"","lines":1,"defaultValue":"{{StringJoin(\" \", UserProfile.FirstName,UserProfile.LastName)}}","helpTexts":{"prefix":"After your name, include your preferred pronouns (they/them, she/her, he/him)."},"shareValue":false,"type":"textBox","name":"SpeakerName","label":"Name and Pronouns"},{"required":false,"shareValue":false,"type":"datePicker","name":"Date","label":"Date"}],"formDataEntries":[]}]]></TemplafySlideFormConfiguration>
</file>

<file path=customXml/item9.xml><?xml version="1.0" encoding="utf-8"?>
<TemplafySlideFormConfiguration><![CDATA[{"formFields":[],"formDataEntries":[]}]]></TemplafySlideFormConfiguration>
</file>

<file path=customXml/item10.xml><?xml version="1.0" encoding="utf-8"?>
<?mso-contentType ?>
<FormTemplates xmlns="http://schemas.microsoft.com/sharepoint/v3/contenttype/forms">
  <Display>DocumentLibraryForm</Display>
  <Edit>DocumentLibraryForm</Edit>
  <New>DocumentLibraryForm</New>
</FormTemplates>
</file>

<file path=customXml/item11.xml><?xml version="1.0" encoding="utf-8"?>
<ct:contentTypeSchema xmlns:ct="http://schemas.microsoft.com/office/2006/metadata/contentType" xmlns:ma="http://schemas.microsoft.com/office/2006/metadata/properties/metaAttributes" ct:_="" ma:_="" ma:contentTypeName="Document" ma:contentTypeID="0x01010094F7D27B400D8C4689C3710CB7A5AC99" ma:contentTypeVersion="7" ma:contentTypeDescription="Create a new document." ma:contentTypeScope="" ma:versionID="d2fecd32bca9b6ff7e2761ae024bb86c">
  <xsd:schema xmlns:xsd="http://www.w3.org/2001/XMLSchema" xmlns:xs="http://www.w3.org/2001/XMLSchema" xmlns:p="http://schemas.microsoft.com/office/2006/metadata/properties" xmlns:ns2="cd3c6295-3ebd-4607-a937-feb5cb950816" targetNamespace="http://schemas.microsoft.com/office/2006/metadata/properties" ma:root="true" ma:fieldsID="ef20471ef5a64b558cba4b8902f5c4b3" ns2:_="">
    <xsd:import namespace="cd3c6295-3ebd-4607-a937-feb5cb950816"/>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d3c6295-3ebd-4607-a937-feb5cb95081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12.xml><?xml version="1.0" encoding="utf-8"?>
<TemplafySlideTemplateConfiguration><![CDATA[{"slideVersion":3,"isValidatorEnabled":false,"isLocked":false,"elementsMetadata":[],"slideId":"1328131217384275974","enableDocumentContentUpdater":false,"version":"2.0"}]]></TemplafySlideTemplateConfiguration>
</file>

<file path=customXml/item13.xml><?xml version="1.0" encoding="utf-8"?>
<TemplafyFormConfiguration><![CDATA[{"formFields":[{"distinct":false,"hideIfNoUserInteractionRequired":false,"required":true,"autoSelectFirstOption":false,"shareValue":false,"type":"dropDown","dataSourceName":"PPTSubBrandLogos2023","dataSourceFieldName":"Name","name":"SAPLogo","label":"Select Template"},{"required":false,"placeholder":"","lines":1,"defaultValue":"{{StringJoin(\" \", UserProfile.FirstName,UserProfile.LastName)}}","helpTexts":{"prefix":"After your name, include your preferred pronouns (they/them, she/her, he/him)."},"shareValue":false,"type":"textBox","name":"SpeakerName","label":"Name and Pronouns"},{"required":false,"shareValue":false,"type":"datePicker","name":"Date","label":"Date"},{"helpTexts":{},"spacing":{},"type":"instructions","name":"Following_information_will_appear_on_the_Thank_You_slide","label":"Following information will appear on the Thank You slide:"},{"required":false,"placeholder":"","lines":1,"defaultValue":"{{UserProfile.JobTitle}}","helpTexts":{},"spacing":{},"shareValue":false,"type":"textBox","name":"Position","label":"Job title"},{"required":false,"placeholder":"","lines":1,"defaultValue":"{{UserProfile.Address.Address}}","helpTexts":{},"spacing":{},"shareValue":false,"type":"textBox","name":"Address","label":"Address"},{"required":false,"placeholder":"","lines":1,"defaultValue":"{{UserProfile.Address.Zip}} {{UserProfile.City.Name}}","helpTexts":{},"spacing":{},"shareValue":false,"type":"textBox","name":"City","label":"City"},{"required":false,"placeholder":"","lines":1,"defaultValue":"{{UserProfile.Email}}","shareValue":false,"type":"textBox","name":"Email","label":"Email"}],"formDataEntries":[{"name":"SAPLogo","value":"fjhHyMYkzMxM4BvCYrWlgXz/g9I8TMFHRZv40wDRUOE="},{"name":"SpeakerName","value":"YnPwfaWtJd9yqRikMcavEg=="},{"name":"Date","value":"u7dVzEP5xrCymksMpLsL/Q=="},{"name":"Position","value":"hYE270aCl4QYJbxjf8yhcg=="},{"name":"Address","value":"J74SXewwIr7FPA+NOqR3Bw=="},{"name":"City","value":"0MNcblTGsky7bw1+X2Efyg=="},{"name":"Email","value":"v35+JSpO6F5yjM5PrFdVwQ=="}]}]]></TemplafyFormConfiguration>
</file>

<file path=customXml/item14.xml><?xml version="1.0" encoding="utf-8"?>
<TemplafySlideFormConfiguration><![CDATA[{"formFields":[{"required":false,"placeholder":"","lines":1,"defaultValue":"{{StringJoin(\" \", UserProfile.FirstName,UserProfile.LastName)}}","helpTexts":{"prefix":"After your name, include your preferred pronouns (they/them, she/her, he/him)."},"shareValue":false,"type":"textBox","name":"SpeakerName","label":"Name and Pronouns"},{"required":false,"placeholder":"","lines":1,"defaultValue":"{{UserProfile.JobTitle}}","helpTexts":{},"spacing":{},"shareValue":false,"type":"textBox","name":"Position","label":"Job title"},{"required":false,"placeholder":"","lines":1,"defaultValue":"{{UserProfile.Address.Address}}","helpTexts":{},"spacing":{},"shareValue":false,"type":"textBox","name":"Address","label":"Address"},{"required":false,"placeholder":"","lines":1,"defaultValue":"{{UserProfile.Address.Zip}} {{UserProfile.City.Name}}","helpTexts":{},"spacing":{},"shareValue":false,"type":"textBox","name":"City","label":"City"},{"required":false,"placeholder":"","lines":1,"defaultValue":"{{UserProfile.Email}}","shareValue":false,"type":"textBox","name":"Email","label":"Email"}],"formDataEntries":[]}]]></TemplafySlideFormConfiguration>
</file>

<file path=customXml/item15.xml><?xml version="1.0" encoding="utf-8"?>
<TemplafySlideTemplateConfiguration><![CDATA[{"slideVersion":3,"isValidatorEnabled":false,"isLocked":false,"elementsMetadata":[],"slideId":"1328131217384275972","enableDocumentContentUpdater":false,"version":"2.0"}]]></TemplafySlideTemplateConfiguration>
</file>

<file path=customXml/item16.xml><?xml version="1.0" encoding="utf-8"?>
<TemplafySlideFormConfiguration><![CDATA[{"formFields":[],"formDataEntries":[]}]]></TemplafySlideFormConfiguration>
</file>

<file path=customXml/item17.xml><?xml version="1.0" encoding="utf-8"?>
<TemplafySlideFormConfiguration><![CDATA[{"formFields":[],"formDataEntries":[]}]]></TemplafySlideFormConfiguration>
</file>

<file path=customXml/item18.xml><?xml version="1.0" encoding="utf-8"?>
<TemplafySlideTemplateConfiguration><![CDATA[{"slideVersion":3,"isValidatorEnabled":false,"isLocked":false,"elementsMetadata":[],"slideId":"1328131217384275974","enableDocumentContentUpdater":false,"version":"2.0"}]]></TemplafySlideTemplateConfiguration>
</file>

<file path=customXml/item19.xml><?xml version="1.0" encoding="utf-8"?>
<TemplafySlideFormConfiguration><![CDATA[{"formFields":[],"formDataEntries":[]}]]></TemplafySlideFormConfiguration>
</file>

<file path=customXml/item20.xml><?xml version="1.0" encoding="utf-8"?>
<TemplafySlideFormConfiguration><![CDATA[{"formFields":[],"formDataEntries":[]}]]></TemplafySlideFormConfiguration>
</file>

<file path=customXml/item21.xml><?xml version="1.0" encoding="utf-8"?>
<TemplafySlideTemplateConfiguration><![CDATA[{"slideVersion":3,"isValidatorEnabled":false,"isLocked":false,"elementsMetadata":[],"slideId":"1328131217384275974","enableDocumentContentUpdater":false,"version":"2.0"}]]></TemplafySlideTemplateConfiguration>
</file>

<file path=customXml/item22.xml><?xml version="1.0" encoding="utf-8"?>
<TemplafySlideTemplateConfiguration><![CDATA[{"slideVersion":3,"isValidatorEnabled":false,"isLocked":false,"elementsMetadata":[],"slideId":"1328131217384275974","enableDocumentContentUpdater":false,"version":"2.0"}]]></TemplafySlideTemplateConfiguration>
</file>

<file path=customXml/item23.xml><?xml version="1.0" encoding="utf-8"?>
<TemplafySlideTemplateConfiguration><![CDATA[{"slideVersion":3,"isValidatorEnabled":false,"isLocked":false,"elementsMetadata":[],"slideId":"1328131217384275974","enableDocumentContentUpdater":false,"version":"2.0"}]]></TemplafySlideTemplateConfiguration>
</file>

<file path=customXml/item24.xml><?xml version="1.0" encoding="utf-8"?>
<TemplafyTemplateConfiguration><![CDATA[{"elementsMetadata":[{"type":"shape","id":"dc285ecd-cc57-445a-a122-9995d101d3e2","elementConfiguration":{"inheritDimensions":"{{InheritDimensions.InheritNone}}","width":"","height":"1 cm","image":"{{Form.SAPLogo.SubbrandWhite}}","visibility":"","type":"image","disableUpdates":false}},{"type":"shape","id":"6f223dcf-81f9-4d5d-b29b-fc7928bd77c7","elementConfiguration":{"inheritDimensions":"{{InheritDimensions.InheritNone}}","width":"","height":"1 cm","image":"{{Form.SAPLogo.SubbrandWhite}}","visibility":"","type":"image","disableUpdates":false}},{"type":"shape","id":"02de1167-c7a6-444a-bbec-d4a32027ed58","elementConfiguration":{"inheritDimensions":"{{InheritDimensions.InheritNone}}","width":"","height":"1 cm","image":"{{Form.SAPLogo.SubbrandBlue}}","visibility":"","type":"image","disableUpdates":false}},{"type":"shape","id":"ebb781f1-233c-413b-ba43-1c8c2ecb5565","elementConfiguration":{"inheritDimensions":"{{InheritDimensions.InheritNone}}","width":"","height":"1 cm","image":"{{Form.SAPLogo.SubbrandBlue}}","visibility":"","type":"image","disableUpdates":false}},{"type":"shape","id":"528d5bde-e5fd-47d0-a568-d9288af7ee82","elementConfiguration":{"inheritDimensions":"{{InheritDimensions.InheritNone}}","width":"","height":"1 cm","image":"{{Form.SAPLogo.SubbrandBlack}}","visibility":"","type":"image","disableUpdates":false}},{"type":"shape","id":"19613a61-37f7-403e-8a9d-0953593464e8","elementConfiguration":{"inheritDimensions":"{{InheritDimensions.InheritNone}}","width":"","height":"1 cm","image":"{{Form.SAPLogo.SubbrandWhite}}","visibility":"","type":"image","disableUpdates":false}},{"type":"shape","id":"68a657a3-0b2e-4f49-92b6-b2c39d4456da","elementConfiguration":{"inheritDimensions":"{{InheritDimensions.InheritNone}}","width":"","height":"1 cm","image":"{{Form.SAPLogo.SubbrandBlue}}","visibility":"","type":"image","disableUpdates":false}},{"type":"shape","id":"93b110c8-1146-4ec3-ba31-28434e342774","elementConfiguration":{"inheritDimensions":"{{InheritDimensions.InheritNone}}","width":"","height":"1 cm","image":"{{Form.SAPLogo.SubbrandWhite}}","visibility":"","type":"image","disableUpdates":false}},{"type":"shape","id":"be010b5a-8f1c-49b8-adfa-ec128397bcbe","elementConfiguration":{"inheritDimensions":"{{InheritDimensions.InheritNone}}","width":"","height":"1 cm","image":"{{Form.SAPLogo.SubbrandWhite}}","visibility":"","type":"image","disableUpdates":false}},{"type":"shape","id":"b0589ca1-4ce0-4076-b0d2-81b852a4f587","elementConfiguration":{"inheritDimensions":"{{InheritDimensions.InheritNone}}","width":"","height":"1 cm","image":"{{Form.SAPLogo.SubbrandBlack}}","visibility":"","type":"image","disableUpdates":false}},{"type":"shape","id":"42fee049-a9ec-47b8-8500-50f635e5b29a","elementConfiguration":{"inheritDimensions":"{{InheritDimensions.InheritNone}}","width":"","height":"1 cm","image":"{{Form.SAPLogo.SubbrandWhite}}","visibility":"","type":"image","disableUpdates":false}},{"type":"shape","id":"a86d9ecd-5e73-4671-901a-34e76030a3f2","elementConfiguration":{"inheritDimensions":"{{InheritDimensions.InheritNone}}","width":"","height":"1 cm","image":"{{Form.SAPLogo.SubbrandBlue}}","visibility":"","type":"image","disableUpdates":false}},{"type":"shape","id":"0066b16e-2e1d-47c5-9d91-ec9e6252739d","elementConfiguration":{"inheritDimensions":"{{InheritDimensions.InheritNone}}","width":"","height":"1 cm","image":"{{Form.SAPLogo.SubbrandBlack}}","visibility":"","type":"image","disableUpdates":false}},{"type":"shape","id":"9f8efc70-9d3f-4c85-a1ab-91abd433b01f","elementConfiguration":{"inheritDimensions":"{{InheritDimensions.InheritNone}}","width":"","height":"1 cm","image":"{{Form.SAPLogo.SubbrandBlue}}","visibility":"","type":"image","disableUpdates":false}},{"type":"shape","id":"a636ad95-8249-4013-b71b-c9b4d417f80a","elementConfiguration":{"binding":"{{StringJoin(\", \", Form.SpeakerName,\"SAP\")}}","visibility":"","type":"text","disableUpdates":false,"renderAsMarkdown":false}},{"type":"shape","id":"b3c95c8d-1cbe-40de-a77f-f9d5ce72388a","elementConfiguration":{"binding":"{{FormatDateTime(Form.Date,\"MMMM dd, yyyy\",\"en-US\")}}","visibility":"","type":"text","disableUpdates":false,"renderAsMarkdown":false}},{"type":"shape","id":"e90670ed-0a71-48fa-b5dc-5108019ab0c1","elementConfiguration":{"binding":"{{Form.SpeakerName}}","visibility":"","type":"text","disableUpdates":false,"renderAsMarkdown":false}},{"type":"shape","id":"b8876b49-3579-4000-bba6-01f2db4105cb","elementConfiguration":{"binding":"{{Form.Position}}\n{{Form.Address}}\n{{Form.City}} \n{{Form.Email}}","visibility":"","type":"text","disableUpdates":false,"renderAsMarkdown":false}},{"type":"shape","id":"e5db986f-e225-4bed-a8c6-e16e9c32a325","elementConfiguration":{"binding":"{{StringJoin(\", \", Form.SpeakerName,\"SAP\")}}","visibility":"","type":"text","disableUpdates":false,"renderAsMarkdown":false}},{"type":"shape","id":"7da0c123-9b12-4123-82f0-e9865f66055e","elementConfiguration":{"binding":"{{FormatDateTime(Form.Date,\"MMMM dd, yyyy\",\"en-US\")}}","visibility":"","type":"text","disableUpdates":false,"renderAsMarkdown":false}},{"type":"shape","id":"813b55b4-aa95-4dc5-93e2-c5bb33767f42","elementConfiguration":{"binding":"{{StringJoin(\", \", Form.SpeakerName,\"SAP\")}}","visibility":"","type":"text","disableUpdates":false,"renderAsMarkdown":false}},{"type":"shape","id":"c118d997-8571-42b6-9448-edbe6a546073","elementConfiguration":{"binding":"{{FormatDateTime(Form.Date,\"MMMM dd, yyyy\",\"en-US\")}}","visibility":"","type":"text","disableUpdates":false,"renderAsMarkdown":false}},{"type":"shape","id":"52e4003e-4473-4d2e-ac34-2d55cec1bd72","elementConfiguration":{"binding":"{{StringJoin(\", \", Form.SpeakerName,\"SAP\")}}","visibility":"","type":"text","disableUpdates":false,"renderAsMarkdown":false}},{"type":"shape","id":"29f80055-a844-404f-9dfc-923cd793bd4d","elementConfiguration":{"binding":"{{FormatDateTime(Form.Date,\"MMMM dd, yyyy\",\"en-US\")}}","visibility":"","type":"text","disableUpdates":false,"renderAsMarkdown":false}}],"transformationConfigurations":[],"templateName":"SAP Corp","templateDescription":"","enableDocumentContentUpdater":true,"version":"2.0"}]]></TemplafyTemplateConfiguration>
</file>

<file path=customXml/item25.xml><?xml version="1.0" encoding="utf-8"?>
<TemplafySlideTemplateConfiguration><![CDATA[{"slideVersion":3,"isValidatorEnabled":false,"isLocked":false,"elementsMetadata":[],"slideId":"1328131217384275974","enableDocumentContentUpdater":false,"version":"2.0"}]]></TemplafySlideTemplateConfiguration>
</file>

<file path=customXml/item26.xml><?xml version="1.0" encoding="utf-8"?>
<TemplafySlideTemplateConfiguration><![CDATA[{"slideVersion":3,"isValidatorEnabled":false,"isLocked":false,"elementsMetadata":[],"slideId":"1328131217384275974","enableDocumentContentUpdater":false,"version":"2.0"}]]></TemplafySlideTemplateConfiguration>
</file>

<file path=customXml/item27.xml><?xml version="1.0" encoding="utf-8"?>
<TemplafySlideFormConfiguration><![CDATA[{"formFields":[],"formDataEntries":[]}]]></TemplafySlideFormConfiguration>
</file>

<file path=customXml/itemProps1.xml><?xml version="1.0" encoding="utf-8"?>
<ds:datastoreItem xmlns:ds="http://schemas.openxmlformats.org/officeDocument/2006/customXml" ds:itemID="{BD6D50A1-D5AB-4B8C-9743-A5E4F30CC439}">
  <ds:schemaRefs/>
</ds:datastoreItem>
</file>

<file path=customXml/itemProps2.xml><?xml version="1.0" encoding="utf-8"?>
<ds:datastoreItem xmlns:ds="http://schemas.openxmlformats.org/officeDocument/2006/customXml" ds:itemID="{7BEB72FE-48F9-4266-82EC-B1F854B8AA11}">
  <ds:schemaRefs/>
</ds:datastoreItem>
</file>

<file path=customXml/itemProps3.xml><?xml version="1.0" encoding="utf-8"?>
<ds:datastoreItem xmlns:ds="http://schemas.openxmlformats.org/officeDocument/2006/customXml" ds:itemID="{3E830938-32F9-49FC-9B2C-CACA4077E7A1}">
  <ds:schemaRefs/>
</ds:datastoreItem>
</file>

<file path=customXml/itemProps4.xml><?xml version="1.0" encoding="utf-8"?>
<ds:datastoreItem xmlns:ds="http://schemas.openxmlformats.org/officeDocument/2006/customXml" ds:itemID="{9552E36C-9B8D-4683-AA77-34335F84DF48}">
  <ds:schemaRefs/>
</ds:datastoreItem>
</file>

<file path=customXml/itemProps5.xml><?xml version="1.0" encoding="utf-8"?>
<ds:datastoreItem xmlns:ds="http://schemas.openxmlformats.org/officeDocument/2006/customXml" ds:itemID="{A0BFCECA-5676-4F8F-95F4-E3945158F3DF}">
  <ds:schemaRefs/>
</ds:datastoreItem>
</file>

<file path=customXml/itemProps6.xml><?xml version="1.0" encoding="utf-8"?>
<ds:datastoreItem xmlns:ds="http://schemas.openxmlformats.org/officeDocument/2006/customXml" ds:itemID="{8DB0A96E-6777-4404-88E8-A679525071C5}">
  <ds:schemaRefs/>
</ds:datastoreItem>
</file>

<file path=customXml/itemProps7.xml><?xml version="1.0" encoding="utf-8"?>
<ds:datastoreItem xmlns:ds="http://schemas.openxmlformats.org/officeDocument/2006/customXml" ds:itemID="{C1422F45-04DB-421D-8796-270006657806}">
  <ds:schemaRefs>
    <ds:schemaRef ds:uri="0e00d59e-b0d2-4e67-be34-67e465b0fbed"/>
    <ds:schemaRef ds:uri="47fc58d8-9f4b-4bc8-b278-c3cb6f298023"/>
    <ds:schemaRef ds:uri="6268e452-1279-4714-a6f8-b6e6dcc3e69f"/>
    <ds:schemaRef ds:uri="779f7773-5b16-460b-be9a-e10be11b395c"/>
    <ds:schemaRef ds:uri="d1f67b9b-4ad6-49c1-ae79-baee5b5ca368"/>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8.xml><?xml version="1.0" encoding="utf-8"?>
<ds:datastoreItem xmlns:ds="http://schemas.openxmlformats.org/officeDocument/2006/customXml" ds:itemID="{25EC09BA-905F-4676-960C-1AA7F01E1A45}">
  <ds:schemaRefs/>
</ds:datastoreItem>
</file>

<file path=customXml/itemProps9.xml><?xml version="1.0" encoding="utf-8"?>
<ds:datastoreItem xmlns:ds="http://schemas.openxmlformats.org/officeDocument/2006/customXml" ds:itemID="{897AF8EA-40DF-4D4F-B2BD-FEAB400395D2}">
  <ds:schemaRefs/>
</ds:datastoreItem>
</file>

<file path=customXml/itemProps10.xml><?xml version="1.0" encoding="utf-8"?>
<ds:datastoreItem xmlns:ds="http://schemas.openxmlformats.org/officeDocument/2006/customXml" ds:itemID="{291DCB28-1C52-4C0E-804A-6BD2D3F0FB8D}">
  <ds:schemaRefs>
    <ds:schemaRef ds:uri="http://schemas.microsoft.com/sharepoint/v3/contenttype/forms"/>
  </ds:schemaRefs>
</ds:datastoreItem>
</file>

<file path=customXml/itemProps11.xml><?xml version="1.0" encoding="utf-8"?>
<ds:datastoreItem xmlns:ds="http://schemas.openxmlformats.org/officeDocument/2006/customXml" ds:itemID="{BE701372-954D-4CD8-98A5-2B7B71A99B0A}"/>
</file>

<file path=customXml/itemProps12.xml><?xml version="1.0" encoding="utf-8"?>
<ds:datastoreItem xmlns:ds="http://schemas.openxmlformats.org/officeDocument/2006/customXml" ds:itemID="{E83641C5-1D6F-4C27-9A59-6A1FF623E25E}">
  <ds:schemaRefs/>
</ds:datastoreItem>
</file>

<file path=customXml/itemProps13.xml><?xml version="1.0" encoding="utf-8"?>
<ds:datastoreItem xmlns:ds="http://schemas.openxmlformats.org/officeDocument/2006/customXml" ds:itemID="{CC49FFC8-2FF3-4057-96F0-3BCD1A4F0351}">
  <ds:schemaRefs/>
</ds:datastoreItem>
</file>

<file path=customXml/itemProps14.xml><?xml version="1.0" encoding="utf-8"?>
<ds:datastoreItem xmlns:ds="http://schemas.openxmlformats.org/officeDocument/2006/customXml" ds:itemID="{9F687104-044A-49FD-BBC2-8EEC24DE651C}">
  <ds:schemaRefs/>
</ds:datastoreItem>
</file>

<file path=customXml/itemProps15.xml><?xml version="1.0" encoding="utf-8"?>
<ds:datastoreItem xmlns:ds="http://schemas.openxmlformats.org/officeDocument/2006/customXml" ds:itemID="{8A822E18-7B0C-4809-B179-DD40FFC97308}">
  <ds:schemaRefs/>
</ds:datastoreItem>
</file>

<file path=customXml/itemProps16.xml><?xml version="1.0" encoding="utf-8"?>
<ds:datastoreItem xmlns:ds="http://schemas.openxmlformats.org/officeDocument/2006/customXml" ds:itemID="{602C8B62-DFC0-499D-8DCE-34349087B5BF}">
  <ds:schemaRefs/>
</ds:datastoreItem>
</file>

<file path=customXml/itemProps17.xml><?xml version="1.0" encoding="utf-8"?>
<ds:datastoreItem xmlns:ds="http://schemas.openxmlformats.org/officeDocument/2006/customXml" ds:itemID="{7191A31C-0001-4F47-9681-3BF2CDE82779}">
  <ds:schemaRefs/>
</ds:datastoreItem>
</file>

<file path=customXml/itemProps18.xml><?xml version="1.0" encoding="utf-8"?>
<ds:datastoreItem xmlns:ds="http://schemas.openxmlformats.org/officeDocument/2006/customXml" ds:itemID="{F7B824BB-DF72-4185-9658-099EDC5A847A}">
  <ds:schemaRefs/>
</ds:datastoreItem>
</file>

<file path=customXml/itemProps19.xml><?xml version="1.0" encoding="utf-8"?>
<ds:datastoreItem xmlns:ds="http://schemas.openxmlformats.org/officeDocument/2006/customXml" ds:itemID="{3061A27B-3862-4E0E-B8E5-61571C4499E3}">
  <ds:schemaRefs/>
</ds:datastoreItem>
</file>

<file path=customXml/itemProps20.xml><?xml version="1.0" encoding="utf-8"?>
<ds:datastoreItem xmlns:ds="http://schemas.openxmlformats.org/officeDocument/2006/customXml" ds:itemID="{B3A6C458-F7B7-4267-B78E-307DB015EF82}">
  <ds:schemaRefs/>
</ds:datastoreItem>
</file>

<file path=customXml/itemProps21.xml><?xml version="1.0" encoding="utf-8"?>
<ds:datastoreItem xmlns:ds="http://schemas.openxmlformats.org/officeDocument/2006/customXml" ds:itemID="{08B367BB-66C2-41D1-B9BF-9E2E89928753}">
  <ds:schemaRefs/>
</ds:datastoreItem>
</file>

<file path=customXml/itemProps22.xml><?xml version="1.0" encoding="utf-8"?>
<ds:datastoreItem xmlns:ds="http://schemas.openxmlformats.org/officeDocument/2006/customXml" ds:itemID="{C15AED89-739B-49A8-AE2C-DCA6B853CF88}">
  <ds:schemaRefs/>
</ds:datastoreItem>
</file>

<file path=customXml/itemProps23.xml><?xml version="1.0" encoding="utf-8"?>
<ds:datastoreItem xmlns:ds="http://schemas.openxmlformats.org/officeDocument/2006/customXml" ds:itemID="{7A053000-1941-4945-8D6E-65B31AD5D52C}">
  <ds:schemaRefs/>
</ds:datastoreItem>
</file>

<file path=customXml/itemProps24.xml><?xml version="1.0" encoding="utf-8"?>
<ds:datastoreItem xmlns:ds="http://schemas.openxmlformats.org/officeDocument/2006/customXml" ds:itemID="{626BBCBB-1894-4E66-BA48-9E91CE3ACBA0}">
  <ds:schemaRefs/>
</ds:datastoreItem>
</file>

<file path=customXml/itemProps25.xml><?xml version="1.0" encoding="utf-8"?>
<ds:datastoreItem xmlns:ds="http://schemas.openxmlformats.org/officeDocument/2006/customXml" ds:itemID="{44E57354-D725-4E9C-AA5D-196CA0B2C4CC}">
  <ds:schemaRefs/>
</ds:datastoreItem>
</file>

<file path=customXml/itemProps26.xml><?xml version="1.0" encoding="utf-8"?>
<ds:datastoreItem xmlns:ds="http://schemas.openxmlformats.org/officeDocument/2006/customXml" ds:itemID="{7CE852FA-A08C-42DD-AE0D-B4ACD5BB86CC}">
  <ds:schemaRefs/>
</ds:datastoreItem>
</file>

<file path=customXml/itemProps27.xml><?xml version="1.0" encoding="utf-8"?>
<ds:datastoreItem xmlns:ds="http://schemas.openxmlformats.org/officeDocument/2006/customXml" ds:itemID="{97ADC108-A4E4-467C-8F5D-161C93B3DAA6}">
  <ds:schemaRefs/>
</ds:datastoreItem>
</file>

<file path=docMetadata/LabelInfo.xml><?xml version="1.0" encoding="utf-8"?>
<clbl:labelList xmlns:clbl="http://schemas.microsoft.com/office/2020/mipLabelMetadata">
  <clbl:label id="{0d3b1b9e-ad63-40af-8c4f-1c93d6bb86a8}" enabled="1" method="Privileged" siteId="{42f7676c-f455-423c-82f6-dc2d99791af7}" removed="0"/>
</clbl:labelList>
</file>

<file path=docProps/app.xml><?xml version="1.0" encoding="utf-8"?>
<Properties xmlns="http://schemas.openxmlformats.org/officeDocument/2006/extended-properties" xmlns:vt="http://schemas.openxmlformats.org/officeDocument/2006/docPropsVTypes">
  <Template>SAP_S4HANA_Cloud</Template>
  <Application>Microsoft Office PowerPoint</Application>
  <PresentationFormat>Custom</PresentationFormat>
  <Slides>12</Slides>
  <Notes>11</Notes>
  <HiddenSlides>0</HiddenSlides>
  <ScaleCrop>false</ScaleCrop>
  <HeadingPairs>
    <vt:vector size="4" baseType="variant">
      <vt:variant>
        <vt:lpstr>Theme</vt:lpstr>
      </vt:variant>
      <vt:variant>
        <vt:i4>1</vt:i4>
      </vt:variant>
      <vt:variant>
        <vt:lpstr>Slide Titles</vt:lpstr>
      </vt:variant>
      <vt:variant>
        <vt:i4>12</vt:i4>
      </vt:variant>
    </vt:vector>
  </HeadingPairs>
  <TitlesOfParts>
    <vt:vector size="13" baseType="lpstr">
      <vt:lpstr>SAP Template</vt:lpstr>
      <vt:lpstr>Purchase Order Notes – New Persistency</vt:lpstr>
      <vt:lpstr>Agenda</vt:lpstr>
      <vt:lpstr>Overview</vt:lpstr>
      <vt:lpstr>Overview</vt:lpstr>
      <vt:lpstr>Existing functionality – PO Notes</vt:lpstr>
      <vt:lpstr>Impact on Modernization topic</vt:lpstr>
      <vt:lpstr>Known Guidelines &amp; Open issues</vt:lpstr>
      <vt:lpstr>Questions that needs to be clarified: </vt:lpstr>
      <vt:lpstr>Questions that needs to be clarified: </vt:lpstr>
      <vt:lpstr>Effort estimation and Contact details</vt:lpstr>
      <vt:lpstr>Summary – Action Items (draft version)</vt:lpstr>
      <vt:lpstr>Thank you.</vt:lpstr>
    </vt:vector>
  </TitlesOfParts>
  <Manager/>
  <Company>SAP</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Nimmi Augustine, Jiss</dc:creator>
  <dc:description/>
  <cp:revision>77</cp:revision>
  <dcterms:created xsi:type="dcterms:W3CDTF">2026-05-26T11:57:41Z</dcterms:created>
  <dcterms:modified xsi:type="dcterms:W3CDTF">2026-06-03T15:52:52Z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NewReviewCycle">
    <vt:lpwstr/>
  </property>
  <property fmtid="{D5CDD505-2E9C-101B-9397-08002B2CF9AE}" pid="3" name="ContentTypeId">
    <vt:lpwstr>0x01010094F7D27B400D8C4689C3710CB7A5AC99</vt:lpwstr>
  </property>
  <property fmtid="{D5CDD505-2E9C-101B-9397-08002B2CF9AE}" pid="4" name="Created by">
    <vt:lpwstr>omnidocs.com</vt:lpwstr>
  </property>
  <property fmtid="{D5CDD505-2E9C-101B-9397-08002B2CF9AE}" pid="5" name="ClassificationContentMarkingFooterLocations">
    <vt:lpwstr>SAP Template:12</vt:lpwstr>
  </property>
  <property fmtid="{D5CDD505-2E9C-101B-9397-08002B2CF9AE}" pid="6" name="ClassificationContentMarkingFooterText">
    <vt:lpwstr>                 INTERNAL ‒ SAP and External Parties under NDA Only</vt:lpwstr>
  </property>
  <property fmtid="{D5CDD505-2E9C-101B-9397-08002B2CF9AE}" pid="7" name="TemplafyTimeStamp">
    <vt:lpwstr>2025-12-14T08:56:23</vt:lpwstr>
  </property>
  <property fmtid="{D5CDD505-2E9C-101B-9397-08002B2CF9AE}" pid="8" name="TemplafyTenantId">
    <vt:lpwstr>sap</vt:lpwstr>
  </property>
  <property fmtid="{D5CDD505-2E9C-101B-9397-08002B2CF9AE}" pid="9" name="TemplafyTemplateId">
    <vt:lpwstr>1328131190817294516</vt:lpwstr>
  </property>
  <property fmtid="{D5CDD505-2E9C-101B-9397-08002B2CF9AE}" pid="10" name="TemplafyUserProfileId">
    <vt:lpwstr>637710449012726268</vt:lpwstr>
  </property>
  <property fmtid="{D5CDD505-2E9C-101B-9397-08002B2CF9AE}" pid="11" name="TemplafyLanguageCode">
    <vt:lpwstr>en-US</vt:lpwstr>
  </property>
  <property fmtid="{D5CDD505-2E9C-101B-9397-08002B2CF9AE}" pid="12" name="TemplafyFromBlank">
    <vt:bool>false</vt:bool>
  </property>
  <property fmtid="{D5CDD505-2E9C-101B-9397-08002B2CF9AE}" pid="13" name="MediaServiceImageTags">
    <vt:lpwstr/>
  </property>
</Properties>
</file>